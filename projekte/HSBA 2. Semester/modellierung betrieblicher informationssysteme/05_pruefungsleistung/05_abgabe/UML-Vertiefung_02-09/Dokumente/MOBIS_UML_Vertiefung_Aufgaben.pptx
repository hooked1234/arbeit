
<file path=[Content_Types].xml><?xml version="1.0" encoding="utf-8"?>
<Types xmlns="http://schemas.openxmlformats.org/package/2006/content-types">
  <Default Extension="emf" ContentType="image/x-emf"/>
  <Default Extension="fntdata" ContentType="application/x-fontdata"/>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695" r:id="rId5"/>
  </p:sldMasterIdLst>
  <p:notesMasterIdLst>
    <p:notesMasterId r:id="rId11"/>
  </p:notesMasterIdLst>
  <p:handoutMasterIdLst>
    <p:handoutMasterId r:id="rId12"/>
  </p:handoutMasterIdLst>
  <p:sldIdLst>
    <p:sldId id="448" r:id="rId6"/>
    <p:sldId id="445" r:id="rId7"/>
  </p:sldIdLst>
  <p:sldSz cx="12192000" cy="6858000"/>
  <p:notesSz cx="6797675" cy="9928225"/>
  <p:embeddedFontLst>
    <p:embeddedFont>
      <p:font typeface="Titillium Web" panose="00000500000000000000" pitchFamily="2" charset="0"/>
      <p:regular r:id="rId13"/>
      <p:bold r:id="rId14"/>
      <p:italic r:id="rId15"/>
      <p:boldItalic r:id="rId16"/>
    </p:embeddedFont>
    <p:embeddedFont>
      <p:font typeface="TitilliumText25L" panose="020B0604020202020204" charset="0"/>
      <p:regular r:id="rId17"/>
      <p:bold r:id="rId18"/>
    </p:embeddedFont>
    <p:embeddedFont>
      <p:font typeface="Wingdings 3" panose="05040102010807070707" pitchFamily="18" charset="2"/>
      <p:regular r:id="rId19"/>
    </p:embeddedFont>
  </p:embeddedFontLst>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halt" id="{73D33112-1D5A-4DB3-98C0-9366422F57C2}">
          <p14:sldIdLst>
            <p14:sldId id="448"/>
            <p14:sldId id="445"/>
            <p14:sldId id="446"/>
            <p14:sldId id="450"/>
            <p14:sldId id="45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cus Bräunig" initials="MB" lastIdx="1" clrIdx="0">
    <p:extLst>
      <p:ext uri="{19B8F6BF-5375-455C-9EA6-DF929625EA0E}">
        <p15:presenceInfo xmlns:p15="http://schemas.microsoft.com/office/powerpoint/2012/main" userId="Marcus Bräuni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4061"/>
    <a:srgbClr val="FF9600"/>
    <a:srgbClr val="012656"/>
    <a:srgbClr val="548ECB"/>
    <a:srgbClr val="4472C4"/>
    <a:srgbClr val="405C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009" autoAdjust="0"/>
    <p:restoredTop sz="94743" autoAdjust="0"/>
  </p:normalViewPr>
  <p:slideViewPr>
    <p:cSldViewPr snapToGrid="0">
      <p:cViewPr varScale="1">
        <p:scale>
          <a:sx n="107" d="100"/>
          <a:sy n="107" d="100"/>
        </p:scale>
        <p:origin x="1128" y="102"/>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13" d="100"/>
          <a:sy n="113" d="100"/>
        </p:scale>
        <p:origin x="5220"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tags" Target="tags/tag1.xml"/><Relationship Id="rId21" Type="http://schemas.openxmlformats.org/officeDocument/2006/relationships/commentAuthors" Target="commentAuthor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dirty="0">
              <a:latin typeface="TitilliumText25L" panose="02000000000000000000" pitchFamily="50" charset="0"/>
            </a:endParaRPr>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19194331-4FA0-4800-A181-4782E50297E6}" type="datetimeFigureOut">
              <a:rPr lang="en-US" smtClean="0">
                <a:latin typeface="TitilliumText25L" panose="02000000000000000000" pitchFamily="50" charset="0"/>
              </a:rPr>
              <a:t>7/26/2026</a:t>
            </a:fld>
            <a:endParaRPr lang="en-US" dirty="0">
              <a:latin typeface="TitilliumText25L" panose="02000000000000000000" pitchFamily="50" charset="0"/>
            </a:endParaRPr>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dirty="0">
              <a:latin typeface="TitilliumText25L" panose="02000000000000000000" pitchFamily="50" charset="0"/>
            </a:endParaRPr>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98FD8BD7-889E-4B52-9FD0-E04AB5DD7A7F}" type="slidenum">
              <a:rPr lang="en-US" smtClean="0">
                <a:latin typeface="TitilliumText25L" panose="02000000000000000000" pitchFamily="50" charset="0"/>
              </a:rPr>
              <a:t>‹Nr.›</a:t>
            </a:fld>
            <a:endParaRPr lang="en-US" dirty="0">
              <a:latin typeface="TitilliumText25L" panose="02000000000000000000" pitchFamily="50" charset="0"/>
            </a:endParaRPr>
          </a:p>
        </p:txBody>
      </p:sp>
    </p:spTree>
    <p:extLst>
      <p:ext uri="{BB962C8B-B14F-4D97-AF65-F5344CB8AC3E}">
        <p14:creationId xmlns:p14="http://schemas.microsoft.com/office/powerpoint/2010/main" val="1203080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atin typeface="TitilliumText25L" panose="02000000000000000000" pitchFamily="50" charset="0"/>
              </a:defRPr>
            </a:lvl1pPr>
          </a:lstStyle>
          <a:p>
            <a:endParaRPr lang="en-US" dirty="0"/>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atin typeface="TitilliumText25L" panose="02000000000000000000" pitchFamily="50" charset="0"/>
              </a:defRPr>
            </a:lvl1pPr>
          </a:lstStyle>
          <a:p>
            <a:fld id="{7F1A7734-EBA1-4FEE-BC1D-270600FA870E}" type="datetimeFigureOut">
              <a:rPr lang="en-US" smtClean="0"/>
              <a:pPr/>
              <a:t>7/26/2026</a:t>
            </a:fld>
            <a:endParaRPr lang="en-US"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atin typeface="TitilliumText25L" panose="02000000000000000000" pitchFamily="50" charset="0"/>
              </a:defRPr>
            </a:lvl1pPr>
          </a:lstStyle>
          <a:p>
            <a:endParaRPr lang="en-US" dirty="0"/>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atin typeface="TitilliumText25L" panose="02000000000000000000" pitchFamily="50" charset="0"/>
              </a:defRPr>
            </a:lvl1pPr>
          </a:lstStyle>
          <a:p>
            <a:fld id="{FF3E3E09-7F06-4A43-A984-22A0452AED80}" type="slidenum">
              <a:rPr lang="en-US" smtClean="0"/>
              <a:pPr/>
              <a:t>‹Nr.›</a:t>
            </a:fld>
            <a:endParaRPr lang="en-US" dirty="0"/>
          </a:p>
        </p:txBody>
      </p:sp>
    </p:spTree>
    <p:extLst>
      <p:ext uri="{BB962C8B-B14F-4D97-AF65-F5344CB8AC3E}">
        <p14:creationId xmlns:p14="http://schemas.microsoft.com/office/powerpoint/2010/main" val="2257768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tilliumText25L" panose="02000000000000000000" pitchFamily="50" charset="0"/>
        <a:ea typeface="+mn-ea"/>
        <a:cs typeface="+mn-cs"/>
      </a:defRPr>
    </a:lvl1pPr>
    <a:lvl2pPr marL="457200" algn="l" defTabSz="914400" rtl="0" eaLnBrk="1" latinLnBrk="0" hangingPunct="1">
      <a:defRPr sz="1200" kern="1200">
        <a:solidFill>
          <a:schemeClr val="tx1"/>
        </a:solidFill>
        <a:latin typeface="TitilliumText25L" panose="02000000000000000000" pitchFamily="50" charset="0"/>
        <a:ea typeface="+mn-ea"/>
        <a:cs typeface="+mn-cs"/>
      </a:defRPr>
    </a:lvl2pPr>
    <a:lvl3pPr marL="914400" algn="l" defTabSz="914400" rtl="0" eaLnBrk="1" latinLnBrk="0" hangingPunct="1">
      <a:defRPr sz="1200" kern="1200">
        <a:solidFill>
          <a:schemeClr val="tx1"/>
        </a:solidFill>
        <a:latin typeface="TitilliumText25L" panose="02000000000000000000" pitchFamily="50" charset="0"/>
        <a:ea typeface="+mn-ea"/>
        <a:cs typeface="+mn-cs"/>
      </a:defRPr>
    </a:lvl3pPr>
    <a:lvl4pPr marL="1371600" algn="l" defTabSz="914400" rtl="0" eaLnBrk="1" latinLnBrk="0" hangingPunct="1">
      <a:defRPr sz="1200" kern="1200">
        <a:solidFill>
          <a:schemeClr val="tx1"/>
        </a:solidFill>
        <a:latin typeface="TitilliumText25L" panose="02000000000000000000" pitchFamily="50" charset="0"/>
        <a:ea typeface="+mn-ea"/>
        <a:cs typeface="+mn-cs"/>
      </a:defRPr>
    </a:lvl4pPr>
    <a:lvl5pPr marL="1828800" algn="l" defTabSz="914400" rtl="0" eaLnBrk="1" latinLnBrk="0" hangingPunct="1">
      <a:defRPr sz="1200" kern="1200">
        <a:solidFill>
          <a:schemeClr val="tx1"/>
        </a:solidFill>
        <a:latin typeface="TitilliumText25L" panose="020000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 Id="rId6" Type="http://schemas.openxmlformats.org/officeDocument/2006/relationships/image" Target="../media/image5.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tags" Target="../tags/tag19.xml"/><Relationship Id="rId3" Type="http://schemas.openxmlformats.org/officeDocument/2006/relationships/slideMaster" Target="../slideMasters/slideMaster1.xml"/><Relationship Id="rId4" Type="http://schemas.openxmlformats.org/officeDocument/2006/relationships/oleObject" Target="../embeddings/oleObject3.bin"/><Relationship Id="rId5" Type="http://schemas.openxmlformats.org/officeDocument/2006/relationships/image" Target="../media/image2.emf"/><Relationship Id="rId6"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Version 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3886200"/>
            <a:ext cx="12192000" cy="2971800"/>
          </a:xfrm>
          <a:prstGeom prst="rect">
            <a:avLst/>
          </a:prstGeom>
        </p:spPr>
        <p:txBody>
          <a:bodyPr anchor="ctr">
            <a:noAutofit/>
          </a:bodyPr>
          <a:lstStyle>
            <a:lvl1pPr algn="ctr">
              <a:defRPr sz="9000" spc="200" baseline="0">
                <a:solidFill>
                  <a:schemeClr val="bg1"/>
                </a:solidFill>
                <a:latin typeface="+mj-lt"/>
              </a:defRPr>
            </a:lvl1pPr>
          </a:lstStyle>
          <a:p>
            <a:r>
              <a:rPr lang="de-DE" dirty="0"/>
              <a:t>Titel</a:t>
            </a:r>
            <a:endParaRPr lang="en-US" dirty="0"/>
          </a:p>
        </p:txBody>
      </p:sp>
      <p:pic>
        <p:nvPicPr>
          <p:cNvPr id="4" name="Grafik 3">
            <a:extLst>
              <a:ext uri="{FF2B5EF4-FFF2-40B4-BE49-F238E27FC236}">
                <a16:creationId xmlns:a16="http://schemas.microsoft.com/office/drawing/2014/main" id="{E87AA66C-9778-81A6-F53B-931BBBFD960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277445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Version 2)">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4845837"/>
            <a:ext cx="7772400" cy="1463040"/>
          </a:xfrm>
          <a:prstGeom prst="rect">
            <a:avLst/>
          </a:prstGeom>
        </p:spPr>
        <p:txBody>
          <a:bodyPr lIns="90000" rIns="90000" anchor="ctr">
            <a:noAutofit/>
          </a:bodyPr>
          <a:lstStyle>
            <a:lvl1pPr algn="r">
              <a:defRPr sz="5000" b="1" spc="0" baseline="0">
                <a:solidFill>
                  <a:schemeClr val="tx1"/>
                </a:solidFill>
                <a:latin typeface="+mj-lt"/>
              </a:defRPr>
            </a:lvl1pPr>
          </a:lstStyle>
          <a:p>
            <a:r>
              <a:rPr lang="de-DE" dirty="0"/>
              <a:t>Titel</a:t>
            </a:r>
            <a:endParaRPr lang="en-US" dirty="0"/>
          </a:p>
        </p:txBody>
      </p:sp>
      <p:sp>
        <p:nvSpPr>
          <p:cNvPr id="3" name="Subtitle 2"/>
          <p:cNvSpPr>
            <a:spLocks noGrp="1"/>
          </p:cNvSpPr>
          <p:nvPr>
            <p:ph type="subTitle" idx="1" hasCustomPrompt="1"/>
          </p:nvPr>
        </p:nvSpPr>
        <p:spPr>
          <a:xfrm>
            <a:off x="8610600" y="4845837"/>
            <a:ext cx="3200400" cy="1463040"/>
          </a:xfrm>
          <a:prstGeom prst="rect">
            <a:avLst/>
          </a:prstGeom>
        </p:spPr>
        <p:txBody>
          <a:bodyPr lIns="91440" rIns="91440" anchor="ctr">
            <a:noAutofit/>
          </a:bodyPr>
          <a:lstStyle>
            <a:lvl1pPr marL="0" indent="0" algn="l">
              <a:lnSpc>
                <a:spcPct val="100000"/>
              </a:lnSpc>
              <a:spcBef>
                <a:spcPts val="0"/>
              </a:spcBef>
              <a:buNone/>
              <a:defRPr sz="1800">
                <a:solidFill>
                  <a:schemeClr val="tx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Untertitel</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2B1EAEB1-6678-AAAD-058B-1C127308C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82651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5662"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Bildplatzhalter 2">
            <a:extLst>
              <a:ext uri="{FF2B5EF4-FFF2-40B4-BE49-F238E27FC236}">
                <a16:creationId xmlns:a16="http://schemas.microsoft.com/office/drawing/2014/main" id="{7F105D5F-BE6D-0313-E8FF-F3B78E0A48F5}"/>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04E88ACA-6FE0-2A98-BFFA-8A19899BD8DF}"/>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166895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genda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56868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599993"/>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3" name="Bildplatzhalter 2">
            <a:extLst>
              <a:ext uri="{FF2B5EF4-FFF2-40B4-BE49-F238E27FC236}">
                <a16:creationId xmlns:a16="http://schemas.microsoft.com/office/drawing/2014/main" id="{DE01786B-F052-E286-4C89-7CAD3EEA3DAB}"/>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1C722A60-4FBA-C8E6-D104-5E8E94832F15}"/>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1039612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 up to 10">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46735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9DC9AA2E-15F9-0D88-4C10-13405D900DAD}"/>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DF040532-C423-6DC7-130B-B3E7B501BAA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852472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up to 10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05515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600"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AF56EA3F-1922-8872-9792-501999237C38}"/>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3EEBF7B5-035D-015D-8C41-E74975E5CFAC}"/>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94469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pic>
        <p:nvPicPr>
          <p:cNvPr id="3" name="Grafik 2">
            <a:extLst>
              <a:ext uri="{FF2B5EF4-FFF2-40B4-BE49-F238E27FC236}">
                <a16:creationId xmlns:a16="http://schemas.microsoft.com/office/drawing/2014/main" id="{6E015888-9A5F-8494-A23E-1A1099C77F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24163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800" smtClean="0">
                <a:solidFill>
                  <a:schemeClr val="accent1"/>
                </a:solidFill>
                <a:latin typeface="Arial" panose="020B0604020202020204" pitchFamily="34" charset="0"/>
                <a:cs typeface="Arial" panose="020B0604020202020204" pitchFamily="34" charset="0"/>
              </a:rPr>
              <a:t>‹Nr.›</a:t>
            </a:fld>
            <a:endParaRPr lang="de-DE" sz="1800" dirty="0">
              <a:solidFill>
                <a:schemeClr val="accent1"/>
              </a:solidFill>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908300"/>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5" name="Grafik 4">
            <a:extLst>
              <a:ext uri="{FF2B5EF4-FFF2-40B4-BE49-F238E27FC236}">
                <a16:creationId xmlns:a16="http://schemas.microsoft.com/office/drawing/2014/main" id="{01053EC7-9585-5077-D1F9-4E591C9F87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56897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Text Placeholder 2"/>
          <p:cNvSpPr>
            <a:spLocks noGrp="1"/>
          </p:cNvSpPr>
          <p:nvPr>
            <p:ph type="body" sz="quarter" idx="12"/>
          </p:nvPr>
        </p:nvSpPr>
        <p:spPr>
          <a:xfrm>
            <a:off x="251999" y="1455420"/>
            <a:ext cx="11729363" cy="479298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2000" y="6312233"/>
            <a:ext cx="351746" cy="304627"/>
          </a:xfrm>
          <a:prstGeom prst="rect">
            <a:avLst/>
          </a:prstGeom>
          <a:noFill/>
        </p:spPr>
        <p:txBody>
          <a:bodyPr wrap="none" lIns="0" tIns="0" rIns="0" bIns="0" rtlCol="0">
            <a:noAutofit/>
          </a:bodyPr>
          <a:lstStyle/>
          <a:p>
            <a:fld id="{2606D6E4-7A48-4190-B649-F3AD422062DD}" type="slidenum">
              <a:rPr lang="de-DE" sz="1600" smtClean="0">
                <a:solidFill>
                  <a:schemeClr val="accent1"/>
                </a:solidFill>
                <a:latin typeface="+mj-lt"/>
              </a:rPr>
              <a:t>‹Nr.›</a:t>
            </a:fld>
            <a:endParaRPr lang="de-DE" sz="400" dirty="0">
              <a:solidFill>
                <a:schemeClr val="accent1"/>
              </a:solidFill>
              <a:latin typeface="+mj-lt"/>
            </a:endParaRPr>
          </a:p>
        </p:txBody>
      </p:sp>
      <p:pic>
        <p:nvPicPr>
          <p:cNvPr id="5" name="Grafik 4">
            <a:extLst>
              <a:ext uri="{FF2B5EF4-FFF2-40B4-BE49-F238E27FC236}">
                <a16:creationId xmlns:a16="http://schemas.microsoft.com/office/drawing/2014/main" id="{A3A2326D-2D59-C192-CB73-E3BC627D47B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ACDB8551-B7E9-4647-CCEA-72AA502EBBA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52703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pic>
        <p:nvPicPr>
          <p:cNvPr id="11" name="Grafik 10">
            <a:extLst>
              <a:ext uri="{FF2B5EF4-FFF2-40B4-BE49-F238E27FC236}">
                <a16:creationId xmlns:a16="http://schemas.microsoft.com/office/drawing/2014/main" id="{F57CC41D-AAD0-75A1-C4DE-E00AAA2BDDE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628473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3705807"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pic>
        <p:nvPicPr>
          <p:cNvPr id="9" name="Grafik 8">
            <a:extLst>
              <a:ext uri="{FF2B5EF4-FFF2-40B4-BE49-F238E27FC236}">
                <a16:creationId xmlns:a16="http://schemas.microsoft.com/office/drawing/2014/main" id="{91E65AC4-F37D-4273-2617-0B1624F7EC0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78191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516478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6" name="Grafik 5">
            <a:extLst>
              <a:ext uri="{FF2B5EF4-FFF2-40B4-BE49-F238E27FC236}">
                <a16:creationId xmlns:a16="http://schemas.microsoft.com/office/drawing/2014/main" id="{B48653E5-466A-8D8D-4E91-191C4E9C704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5434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amp; Foto brei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371631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4" name="Bildplatzhalter 2">
            <a:extLst>
              <a:ext uri="{FF2B5EF4-FFF2-40B4-BE49-F238E27FC236}">
                <a16:creationId xmlns:a16="http://schemas.microsoft.com/office/drawing/2014/main" id="{3E851C3A-281E-653F-02B8-1D5C0CE37CC4}"/>
              </a:ext>
            </a:extLst>
          </p:cNvPr>
          <p:cNvSpPr>
            <a:spLocks noGrp="1"/>
          </p:cNvSpPr>
          <p:nvPr>
            <p:ph type="pic" sz="quarter" idx="12"/>
          </p:nvPr>
        </p:nvSpPr>
        <p:spPr>
          <a:xfrm>
            <a:off x="4270160" y="0"/>
            <a:ext cx="7921840" cy="6858000"/>
          </a:xfrm>
          <a:prstGeom prst="rect">
            <a:avLst/>
          </a:prstGeom>
        </p:spPr>
        <p:txBody>
          <a:bodyPr/>
          <a:lstStyle>
            <a:lvl1pPr marL="0" indent="0">
              <a:buNone/>
              <a:defRPr/>
            </a:lvl1pPr>
          </a:lstStyle>
          <a:p>
            <a:r>
              <a:rPr lang="de-DE"/>
              <a:t>Bild durch Klicken auf Symbol hinzufügen</a:t>
            </a:r>
            <a:endParaRPr lang="de-DE" dirty="0"/>
          </a:p>
        </p:txBody>
      </p:sp>
      <p:sp>
        <p:nvSpPr>
          <p:cNvPr id="6" name="Textplatzhalter 4">
            <a:extLst>
              <a:ext uri="{FF2B5EF4-FFF2-40B4-BE49-F238E27FC236}">
                <a16:creationId xmlns:a16="http://schemas.microsoft.com/office/drawing/2014/main" id="{5CC78C2A-3EFE-45C0-9AED-56F54CD8ABD8}"/>
              </a:ext>
            </a:extLst>
          </p:cNvPr>
          <p:cNvSpPr>
            <a:spLocks noGrp="1"/>
          </p:cNvSpPr>
          <p:nvPr>
            <p:ph type="body" sz="quarter" idx="14"/>
          </p:nvPr>
        </p:nvSpPr>
        <p:spPr>
          <a:xfrm>
            <a:off x="252000" y="1455937"/>
            <a:ext cx="3716319"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4159640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Layout dunkel Headline &amp; Content schrä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A05E0CD-80E7-3597-5232-74A9A88BE148}"/>
              </a:ext>
            </a:extLst>
          </p:cNvPr>
          <p:cNvSpPr/>
          <p:nvPr userDrawn="1"/>
        </p:nvSpPr>
        <p:spPr>
          <a:xfrm>
            <a:off x="-1" y="0"/>
            <a:ext cx="12191999" cy="6857999"/>
          </a:xfrm>
          <a:prstGeom prst="rect">
            <a:avLst/>
          </a:prstGeom>
          <a:gradFill>
            <a:gsLst>
              <a:gs pos="23000">
                <a:srgbClr val="012656"/>
              </a:gs>
              <a:gs pos="80000">
                <a:srgbClr val="012656"/>
              </a:gs>
              <a:gs pos="50000">
                <a:srgbClr val="4472C4"/>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6369539" y="-15631"/>
            <a:ext cx="5822460" cy="6889261"/>
          </a:xfrm>
          <a:custGeom>
            <a:avLst/>
            <a:gdLst>
              <a:gd name="connsiteX0" fmla="*/ 0 w 4974491"/>
              <a:gd name="connsiteY0" fmla="*/ 0 h 6858000"/>
              <a:gd name="connsiteX1" fmla="*/ 4974491 w 4974491"/>
              <a:gd name="connsiteY1" fmla="*/ 0 h 6858000"/>
              <a:gd name="connsiteX2" fmla="*/ 4974491 w 4974491"/>
              <a:gd name="connsiteY2" fmla="*/ 6858000 h 6858000"/>
              <a:gd name="connsiteX3" fmla="*/ 0 w 4974491"/>
              <a:gd name="connsiteY3" fmla="*/ 6858000 h 6858000"/>
              <a:gd name="connsiteX4" fmla="*/ 0 w 4974491"/>
              <a:gd name="connsiteY4" fmla="*/ 0 h 6858000"/>
              <a:gd name="connsiteX0" fmla="*/ 1348154 w 4974491"/>
              <a:gd name="connsiteY0" fmla="*/ 0 h 6869723"/>
              <a:gd name="connsiteX1" fmla="*/ 4974491 w 4974491"/>
              <a:gd name="connsiteY1" fmla="*/ 11723 h 6869723"/>
              <a:gd name="connsiteX2" fmla="*/ 4974491 w 4974491"/>
              <a:gd name="connsiteY2" fmla="*/ 6869723 h 6869723"/>
              <a:gd name="connsiteX3" fmla="*/ 0 w 4974491"/>
              <a:gd name="connsiteY3" fmla="*/ 6869723 h 6869723"/>
              <a:gd name="connsiteX4" fmla="*/ 1348154 w 4974491"/>
              <a:gd name="connsiteY4" fmla="*/ 0 h 6869723"/>
              <a:gd name="connsiteX0" fmla="*/ 2176585 w 5802922"/>
              <a:gd name="connsiteY0" fmla="*/ 0 h 6881446"/>
              <a:gd name="connsiteX1" fmla="*/ 5802922 w 5802922"/>
              <a:gd name="connsiteY1" fmla="*/ 11723 h 6881446"/>
              <a:gd name="connsiteX2" fmla="*/ 5802922 w 5802922"/>
              <a:gd name="connsiteY2" fmla="*/ 6869723 h 6881446"/>
              <a:gd name="connsiteX3" fmla="*/ 0 w 5802922"/>
              <a:gd name="connsiteY3" fmla="*/ 6881446 h 6881446"/>
              <a:gd name="connsiteX4" fmla="*/ 2176585 w 5802922"/>
              <a:gd name="connsiteY4" fmla="*/ 0 h 6881446"/>
              <a:gd name="connsiteX0" fmla="*/ 2196123 w 5822460"/>
              <a:gd name="connsiteY0" fmla="*/ 0 h 6885354"/>
              <a:gd name="connsiteX1" fmla="*/ 5822460 w 5822460"/>
              <a:gd name="connsiteY1" fmla="*/ 11723 h 6885354"/>
              <a:gd name="connsiteX2" fmla="*/ 5822460 w 5822460"/>
              <a:gd name="connsiteY2" fmla="*/ 6869723 h 6885354"/>
              <a:gd name="connsiteX3" fmla="*/ 0 w 5822460"/>
              <a:gd name="connsiteY3" fmla="*/ 6885354 h 6885354"/>
              <a:gd name="connsiteX4" fmla="*/ 2196123 w 5822460"/>
              <a:gd name="connsiteY4" fmla="*/ 0 h 6885354"/>
              <a:gd name="connsiteX0" fmla="*/ 2590800 w 5822460"/>
              <a:gd name="connsiteY0" fmla="*/ 0 h 6889261"/>
              <a:gd name="connsiteX1" fmla="*/ 5822460 w 5822460"/>
              <a:gd name="connsiteY1" fmla="*/ 15630 h 6889261"/>
              <a:gd name="connsiteX2" fmla="*/ 5822460 w 5822460"/>
              <a:gd name="connsiteY2" fmla="*/ 6873630 h 6889261"/>
              <a:gd name="connsiteX3" fmla="*/ 0 w 5822460"/>
              <a:gd name="connsiteY3" fmla="*/ 6889261 h 6889261"/>
              <a:gd name="connsiteX4" fmla="*/ 2590800 w 5822460"/>
              <a:gd name="connsiteY4" fmla="*/ 0 h 6889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460" h="6889261">
                <a:moveTo>
                  <a:pt x="2590800" y="0"/>
                </a:moveTo>
                <a:lnTo>
                  <a:pt x="5822460" y="15630"/>
                </a:lnTo>
                <a:lnTo>
                  <a:pt x="5822460" y="6873630"/>
                </a:lnTo>
                <a:lnTo>
                  <a:pt x="0" y="6889261"/>
                </a:lnTo>
                <a:lnTo>
                  <a:pt x="2590800" y="0"/>
                </a:lnTo>
                <a:close/>
              </a:path>
            </a:pathLst>
          </a:cu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1606062"/>
            <a:ext cx="6205415" cy="4372707"/>
          </a:xfrm>
          <a:prstGeom prst="rect">
            <a:avLst/>
          </a:prstGeom>
        </p:spPr>
        <p:txBody>
          <a:bodyPr lIns="90000" rIns="90000" anchor="t">
            <a:normAutofit/>
          </a:bodyPr>
          <a:lstStyle>
            <a:lvl1pPr algn="l">
              <a:defRPr sz="8000" b="1" spc="0" baseline="0">
                <a:solidFill>
                  <a:schemeClr val="bg1"/>
                </a:solidFill>
                <a:latin typeface="+mj-lt"/>
              </a:defRPr>
            </a:lvl1pPr>
          </a:lstStyle>
          <a:p>
            <a:r>
              <a:rPr lang="de-DE" dirty="0"/>
              <a:t>Headline</a:t>
            </a:r>
            <a:endParaRPr lang="en-US" dirty="0"/>
          </a:p>
        </p:txBody>
      </p:sp>
      <p:sp>
        <p:nvSpPr>
          <p:cNvPr id="7" name="Rechteck 6">
            <a:extLst>
              <a:ext uri="{FF2B5EF4-FFF2-40B4-BE49-F238E27FC236}">
                <a16:creationId xmlns:a16="http://schemas.microsoft.com/office/drawing/2014/main" id="{6EBBD200-1A8B-B613-0372-64B506A69692}"/>
              </a:ext>
            </a:extLst>
          </p:cNvPr>
          <p:cNvSpPr/>
          <p:nvPr userDrawn="1"/>
        </p:nvSpPr>
        <p:spPr>
          <a:xfrm rot="6637795">
            <a:off x="3930266" y="3273476"/>
            <a:ext cx="7469663" cy="294214"/>
          </a:xfrm>
          <a:prstGeom prst="rect">
            <a:avLst/>
          </a:prstGeom>
          <a:solidFill>
            <a:srgbClr val="548EC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platzhalter 11">
            <a:extLst>
              <a:ext uri="{FF2B5EF4-FFF2-40B4-BE49-F238E27FC236}">
                <a16:creationId xmlns:a16="http://schemas.microsoft.com/office/drawing/2014/main" id="{2FBF3823-473F-87CF-A278-E2B06AFD4A3C}"/>
              </a:ext>
            </a:extLst>
          </p:cNvPr>
          <p:cNvSpPr>
            <a:spLocks noGrp="1"/>
          </p:cNvSpPr>
          <p:nvPr>
            <p:ph type="body" sz="quarter" idx="12" hasCustomPrompt="1"/>
          </p:nvPr>
        </p:nvSpPr>
        <p:spPr>
          <a:xfrm>
            <a:off x="527538" y="879231"/>
            <a:ext cx="7315200" cy="617078"/>
          </a:xfrm>
        </p:spPr>
        <p:txBody>
          <a:bodyPr/>
          <a:lstStyle>
            <a:lvl1pPr marL="0" indent="0">
              <a:buNone/>
              <a:defRPr b="1">
                <a:solidFill>
                  <a:schemeClr val="bg1"/>
                </a:solidFill>
              </a:defRPr>
            </a:lvl1pPr>
          </a:lstStyle>
          <a:p>
            <a:pPr lvl="0"/>
            <a:r>
              <a:rPr lang="de-DE" dirty="0"/>
              <a:t>Subheadline</a:t>
            </a:r>
          </a:p>
        </p:txBody>
      </p:sp>
      <p:pic>
        <p:nvPicPr>
          <p:cNvPr id="3" name="Grafik 2">
            <a:extLst>
              <a:ext uri="{FF2B5EF4-FFF2-40B4-BE49-F238E27FC236}">
                <a16:creationId xmlns:a16="http://schemas.microsoft.com/office/drawing/2014/main" id="{5D6E1C60-39BF-C3AB-7FB3-9AA99ECF2F9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pic>
        <p:nvPicPr>
          <p:cNvPr id="8" name="Grafik 7">
            <a:extLst>
              <a:ext uri="{FF2B5EF4-FFF2-40B4-BE49-F238E27FC236}">
                <a16:creationId xmlns:a16="http://schemas.microsoft.com/office/drawing/2014/main" id="{9FA28CF5-2D12-C169-DD71-3C69D4ED1438}"/>
              </a:ext>
            </a:extLst>
          </p:cNvPr>
          <p:cNvPicPr>
            <a:picLocks noChangeAspect="1"/>
          </p:cNvPicPr>
          <p:nvPr userDrawn="1"/>
        </p:nvPicPr>
        <p:blipFill>
          <a:blip>
            <a:alphaModFix amt="8000"/>
            <a:extLst>
              <a:ext uri="{96DAC541-7B7A-43D3-8B79-37D633B846F1}">
                <asvg:svgBlip xmlns:asvg="http://schemas.microsoft.com/office/drawing/2016/SVG/main" r:embed="rId6"/>
              </a:ext>
            </a:extLst>
          </a:blip>
          <a:stretch>
            <a:fillRect/>
          </a:stretch>
        </p:blipFill>
        <p:spPr>
          <a:xfrm>
            <a:off x="316903" y="226420"/>
            <a:ext cx="6405158" cy="6405158"/>
          </a:xfrm>
          <a:prstGeom prst="rect">
            <a:avLst/>
          </a:prstGeom>
        </p:spPr>
      </p:pic>
    </p:spTree>
    <p:extLst>
      <p:ext uri="{BB962C8B-B14F-4D97-AF65-F5344CB8AC3E}">
        <p14:creationId xmlns:p14="http://schemas.microsoft.com/office/powerpoint/2010/main" val="3271567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vent Speaker">
    <p:bg>
      <p:bgPr>
        <a:gradFill>
          <a:gsLst>
            <a:gs pos="23000">
              <a:srgbClr val="012656"/>
            </a:gs>
            <a:gs pos="80000">
              <a:srgbClr val="012656"/>
            </a:gs>
            <a:gs pos="50000">
              <a:srgbClr val="4472C4"/>
            </a:gs>
          </a:gsLst>
          <a:lin ang="13800000" scaled="0"/>
        </a:gra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B3423F-8607-97C9-F2DB-43288E3BE6FD}"/>
              </a:ext>
            </a:extLst>
          </p:cNvPr>
          <p:cNvPicPr>
            <a:picLocks noChangeAspect="1"/>
          </p:cNvPicPr>
          <p:nvPr userDrawn="1"/>
        </p:nvPicPr>
        <p:blipFill>
          <a:blip>
            <a:alphaModFix amt="8000"/>
            <a:extLst>
              <a:ext uri="{96DAC541-7B7A-43D3-8B79-37D633B846F1}">
                <asvg:svgBlip xmlns:asvg="http://schemas.microsoft.com/office/drawing/2016/SVG/main" r:embed="rId2"/>
              </a:ext>
            </a:extLst>
          </a:blip>
          <a:stretch>
            <a:fillRect/>
          </a:stretch>
        </p:blipFill>
        <p:spPr>
          <a:xfrm>
            <a:off x="3345180" y="678180"/>
            <a:ext cx="5501640" cy="5501640"/>
          </a:xfrm>
          <a:prstGeom prst="rect">
            <a:avLst/>
          </a:prstGeom>
        </p:spPr>
      </p:pic>
    </p:spTree>
    <p:extLst>
      <p:ext uri="{BB962C8B-B14F-4D97-AF65-F5344CB8AC3E}">
        <p14:creationId xmlns:p14="http://schemas.microsoft.com/office/powerpoint/2010/main" val="2381523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Headline + Bild">
    <p:spTree>
      <p:nvGrpSpPr>
        <p:cNvPr id="1" name=""/>
        <p:cNvGrpSpPr/>
        <p:nvPr/>
      </p:nvGrpSpPr>
      <p:grpSpPr>
        <a:xfrm>
          <a:off x="0" y="0"/>
          <a:ext cx="0" cy="0"/>
          <a:chOff x="0" y="0"/>
          <a:chExt cx="0" cy="0"/>
        </a:xfrm>
      </p:grpSpPr>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6858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sp>
        <p:nvSpPr>
          <p:cNvPr id="24" name="Textplatzhalter 4">
            <a:extLst>
              <a:ext uri="{FF2B5EF4-FFF2-40B4-BE49-F238E27FC236}">
                <a16:creationId xmlns:a16="http://schemas.microsoft.com/office/drawing/2014/main" id="{FE466495-C3BB-EF56-B174-4557CA5C2A7B}"/>
              </a:ext>
            </a:extLst>
          </p:cNvPr>
          <p:cNvSpPr>
            <a:spLocks noGrp="1"/>
          </p:cNvSpPr>
          <p:nvPr>
            <p:ph type="body" sz="quarter" idx="14"/>
          </p:nvPr>
        </p:nvSpPr>
        <p:spPr>
          <a:xfrm>
            <a:off x="252000" y="1455937"/>
            <a:ext cx="5577300"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5" name="Title 1">
            <a:extLst>
              <a:ext uri="{FF2B5EF4-FFF2-40B4-BE49-F238E27FC236}">
                <a16:creationId xmlns:a16="http://schemas.microsoft.com/office/drawing/2014/main" id="{B6D96523-888D-D241-2BD6-F9A21050FDDE}"/>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pic>
        <p:nvPicPr>
          <p:cNvPr id="2" name="Grafik 1">
            <a:extLst>
              <a:ext uri="{FF2B5EF4-FFF2-40B4-BE49-F238E27FC236}">
                <a16:creationId xmlns:a16="http://schemas.microsoft.com/office/drawing/2014/main" id="{1C40A896-FAD4-5BAD-DAC2-3AE48CD86DB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4023232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67152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80000"/>
              </a:lnSpc>
              <a:spcBef>
                <a:spcPct val="0"/>
              </a:spcBef>
              <a:spcAft>
                <a:spcPct val="0"/>
              </a:spcAft>
            </a:pPr>
            <a:endParaRPr lang="de-DE" sz="5000" b="1" i="0" baseline="0" dirty="0">
              <a:latin typeface="TitilliumText25L" panose="020B0604020202020204" charset="0"/>
              <a:ea typeface="+mj-ea"/>
              <a:cs typeface="+mj-cs"/>
              <a:sym typeface="TitilliumText25L" panose="020B0604020202020204" charset="0"/>
            </a:endParaRPr>
          </a:p>
        </p:txBody>
      </p:sp>
      <p:sp>
        <p:nvSpPr>
          <p:cNvPr id="10" name="Rectangle 9"/>
          <p:cNvSpPr/>
          <p:nvPr userDrawn="1"/>
        </p:nvSpPr>
        <p:spPr>
          <a:xfrm>
            <a:off x="8229600" y="4699000"/>
            <a:ext cx="381000" cy="16098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p:cNvSpPr>
            <a:spLocks noGrp="1"/>
          </p:cNvSpPr>
          <p:nvPr>
            <p:ph type="ctrTitle" hasCustomPrompt="1"/>
          </p:nvPr>
        </p:nvSpPr>
        <p:spPr>
          <a:xfrm>
            <a:off x="457200" y="4845837"/>
            <a:ext cx="11163300" cy="669592"/>
          </a:xfrm>
          <a:prstGeom prst="rect">
            <a:avLst/>
          </a:prstGeom>
        </p:spPr>
        <p:txBody>
          <a:bodyPr lIns="90000" rIns="90000" anchor="t">
            <a:noAutofit/>
          </a:bodyPr>
          <a:lstStyle>
            <a:lvl1pPr algn="l">
              <a:defRPr sz="5000" b="1" spc="0" baseline="0">
                <a:solidFill>
                  <a:schemeClr val="accent1"/>
                </a:solidFill>
                <a:latin typeface="+mj-lt"/>
              </a:defRPr>
            </a:lvl1pPr>
          </a:lstStyle>
          <a:p>
            <a:r>
              <a:rPr lang="de-DE" dirty="0"/>
              <a:t>Thank you!</a:t>
            </a:r>
            <a:endParaRPr lang="en-US" dirty="0"/>
          </a:p>
        </p:txBody>
      </p:sp>
      <p:sp>
        <p:nvSpPr>
          <p:cNvPr id="3" name="Subtitle 2"/>
          <p:cNvSpPr>
            <a:spLocks noGrp="1"/>
          </p:cNvSpPr>
          <p:nvPr>
            <p:ph type="subTitle" idx="1" hasCustomPrompt="1"/>
          </p:nvPr>
        </p:nvSpPr>
        <p:spPr>
          <a:xfrm>
            <a:off x="457200" y="5515429"/>
            <a:ext cx="11163300" cy="793448"/>
          </a:xfrm>
          <a:prstGeom prst="rect">
            <a:avLst/>
          </a:prstGeom>
        </p:spPr>
        <p:txBody>
          <a:bodyPr lIns="91440" rIns="91440" anchor="t">
            <a:noAutofit/>
          </a:bodyPr>
          <a:lstStyle>
            <a:lvl1pPr marL="0" indent="0" algn="l">
              <a:lnSpc>
                <a:spcPct val="100000"/>
              </a:lnSpc>
              <a:spcBef>
                <a:spcPts val="0"/>
              </a:spcBef>
              <a:buNone/>
              <a:defRPr sz="2200">
                <a:solidFill>
                  <a:schemeClr val="accent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Kontakt</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E77AA912-6D48-7FCE-AE9C-CB61D1FB1348}"/>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5213717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200" smtClean="0">
                <a:solidFill>
                  <a:schemeClr val="accent1"/>
                </a:solidFill>
                <a:latin typeface="+mj-lt"/>
              </a:rPr>
              <a:t>‹Nr.›</a:t>
            </a:fld>
            <a:r>
              <a:rPr lang="de-DE" sz="1200" dirty="0">
                <a:solidFill>
                  <a:schemeClr val="accent1"/>
                </a:solidFill>
                <a:latin typeface="+mj-lt"/>
              </a:rPr>
              <a:t> |</a:t>
            </a:r>
          </a:p>
        </p:txBody>
      </p:sp>
      <p:sp>
        <p:nvSpPr>
          <p:cNvPr id="3" name="Textplatzhalter 12">
            <a:extLst>
              <a:ext uri="{FF2B5EF4-FFF2-40B4-BE49-F238E27FC236}">
                <a16:creationId xmlns:a16="http://schemas.microsoft.com/office/drawing/2014/main" id="{E3961D08-A446-C485-B82F-2105F260B1D7}"/>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100">
                <a:solidFill>
                  <a:schemeClr val="accent1"/>
                </a:solidFill>
              </a:defRPr>
            </a:lvl1pPr>
          </a:lstStyle>
          <a:p>
            <a:pPr lvl="0"/>
            <a:r>
              <a:rPr lang="de-DE" dirty="0"/>
              <a:t>Quellennachweis</a:t>
            </a:r>
          </a:p>
        </p:txBody>
      </p:sp>
      <p:pic>
        <p:nvPicPr>
          <p:cNvPr id="5" name="Grafik 4">
            <a:extLst>
              <a:ext uri="{FF2B5EF4-FFF2-40B4-BE49-F238E27FC236}">
                <a16:creationId xmlns:a16="http://schemas.microsoft.com/office/drawing/2014/main" id="{A41C7A10-9A6B-8B44-DFB1-EAC1EFA45CA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575296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877819"/>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12">
            <a:extLst>
              <a:ext uri="{FF2B5EF4-FFF2-40B4-BE49-F238E27FC236}">
                <a16:creationId xmlns:a16="http://schemas.microsoft.com/office/drawing/2014/main" id="{C7D0EEA3-AC2D-0209-5E93-29844B2734D6}"/>
              </a:ext>
            </a:extLst>
          </p:cNvPr>
          <p:cNvSpPr>
            <a:spLocks noGrp="1"/>
          </p:cNvSpPr>
          <p:nvPr>
            <p:ph type="body" sz="quarter" idx="11" hasCustomPrompt="1"/>
          </p:nvPr>
        </p:nvSpPr>
        <p:spPr>
          <a:xfrm>
            <a:off x="603068" y="6540673"/>
            <a:ext cx="1040021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8" name="Grafik 7">
            <a:extLst>
              <a:ext uri="{FF2B5EF4-FFF2-40B4-BE49-F238E27FC236}">
                <a16:creationId xmlns:a16="http://schemas.microsoft.com/office/drawing/2014/main" id="{39ACFE7D-DA1A-FC3B-CFEC-519F97772CAE}"/>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7568192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Text Placeholder 2"/>
          <p:cNvSpPr>
            <a:spLocks noGrp="1"/>
          </p:cNvSpPr>
          <p:nvPr>
            <p:ph type="body" sz="quarter" idx="12"/>
          </p:nvPr>
        </p:nvSpPr>
        <p:spPr>
          <a:xfrm>
            <a:off x="252000"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6" name="Text Placeholder 2"/>
          <p:cNvSpPr>
            <a:spLocks noGrp="1"/>
          </p:cNvSpPr>
          <p:nvPr>
            <p:ph type="body" sz="quarter" idx="13"/>
          </p:nvPr>
        </p:nvSpPr>
        <p:spPr>
          <a:xfrm>
            <a:off x="6221362"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12">
            <a:extLst>
              <a:ext uri="{FF2B5EF4-FFF2-40B4-BE49-F238E27FC236}">
                <a16:creationId xmlns:a16="http://schemas.microsoft.com/office/drawing/2014/main" id="{1925990B-4AC2-1838-F2D8-DAF58D098E1D}"/>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E46AB0DF-E49B-E1B6-DD3C-8923EA30DDE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516944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327195"/>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327195"/>
          </a:xfrm>
          <a:prstGeom prst="rect">
            <a:avLst/>
          </a:prstGeom>
        </p:spPr>
        <p:txBody>
          <a:bodyPr/>
          <a:lstStyle>
            <a:lvl1pPr marL="0" indent="0">
              <a:buNone/>
              <a:defRPr/>
            </a:lvl1pPr>
          </a:lstStyle>
          <a:p>
            <a:r>
              <a:rPr lang="de-DE" dirty="0"/>
              <a:t>Bild durch Klicken auf Symbol hinzufügen</a:t>
            </a:r>
          </a:p>
        </p:txBody>
      </p:sp>
      <p:sp>
        <p:nvSpPr>
          <p:cNvPr id="7" name="Textplatzhalter 12">
            <a:extLst>
              <a:ext uri="{FF2B5EF4-FFF2-40B4-BE49-F238E27FC236}">
                <a16:creationId xmlns:a16="http://schemas.microsoft.com/office/drawing/2014/main" id="{BB9ACA6B-739A-55B1-62C3-79260FCBCC1C}"/>
              </a:ext>
            </a:extLst>
          </p:cNvPr>
          <p:cNvSpPr>
            <a:spLocks noGrp="1"/>
          </p:cNvSpPr>
          <p:nvPr>
            <p:ph type="body" sz="quarter" idx="11" hasCustomPrompt="1"/>
          </p:nvPr>
        </p:nvSpPr>
        <p:spPr>
          <a:xfrm>
            <a:off x="603068" y="6540673"/>
            <a:ext cx="103925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9" name="Grafik 8">
            <a:extLst>
              <a:ext uri="{FF2B5EF4-FFF2-40B4-BE49-F238E27FC236}">
                <a16:creationId xmlns:a16="http://schemas.microsoft.com/office/drawing/2014/main" id="{73C2D2FF-4846-FE23-D712-B3C575A9FA6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22291446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1825319"/>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1825319"/>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1" name="Textplatzhalter 12">
            <a:extLst>
              <a:ext uri="{FF2B5EF4-FFF2-40B4-BE49-F238E27FC236}">
                <a16:creationId xmlns:a16="http://schemas.microsoft.com/office/drawing/2014/main" id="{0C863F3A-CCCD-A0B3-0D4F-E0ECFEC6160C}"/>
              </a:ext>
            </a:extLst>
          </p:cNvPr>
          <p:cNvSpPr>
            <a:spLocks noGrp="1"/>
          </p:cNvSpPr>
          <p:nvPr>
            <p:ph type="body" sz="quarter" idx="11" hasCustomPrompt="1"/>
          </p:nvPr>
        </p:nvSpPr>
        <p:spPr>
          <a:xfrm>
            <a:off x="603068" y="6540673"/>
            <a:ext cx="103697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2" name="Grafik 11">
            <a:extLst>
              <a:ext uri="{FF2B5EF4-FFF2-40B4-BE49-F238E27FC236}">
                <a16:creationId xmlns:a16="http://schemas.microsoft.com/office/drawing/2014/main" id="{21894EA8-B2B9-81F8-108F-FA5D286E3B3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4403392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860350"/>
            <a:ext cx="3705807"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487215"/>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487215"/>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487215"/>
          </a:xfrm>
          <a:prstGeom prst="rect">
            <a:avLst/>
          </a:prstGeom>
        </p:spPr>
        <p:txBody>
          <a:bodyPr/>
          <a:lstStyle>
            <a:lvl1pPr marL="0" indent="0">
              <a:buNone/>
              <a:defRPr/>
            </a:lvl1pPr>
          </a:lstStyle>
          <a:p>
            <a:r>
              <a:rPr lang="de-DE"/>
              <a:t>Bild durch Klicken auf Symbol hinzufügen</a:t>
            </a:r>
            <a:endParaRPr lang="de-DE" dirty="0"/>
          </a:p>
        </p:txBody>
      </p:sp>
      <p:sp>
        <p:nvSpPr>
          <p:cNvPr id="9" name="Textplatzhalter 12">
            <a:extLst>
              <a:ext uri="{FF2B5EF4-FFF2-40B4-BE49-F238E27FC236}">
                <a16:creationId xmlns:a16="http://schemas.microsoft.com/office/drawing/2014/main" id="{5C9DDC2C-D858-6B6C-F92C-655A4F055A3D}"/>
              </a:ext>
            </a:extLst>
          </p:cNvPr>
          <p:cNvSpPr>
            <a:spLocks noGrp="1"/>
          </p:cNvSpPr>
          <p:nvPr>
            <p:ph type="body" sz="quarter" idx="11" hasCustomPrompt="1"/>
          </p:nvPr>
        </p:nvSpPr>
        <p:spPr>
          <a:xfrm>
            <a:off x="603068" y="6540673"/>
            <a:ext cx="103544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0" name="Grafik 9">
            <a:extLst>
              <a:ext uri="{FF2B5EF4-FFF2-40B4-BE49-F238E27FC236}">
                <a16:creationId xmlns:a16="http://schemas.microsoft.com/office/drawing/2014/main" id="{00D50ED0-013A-2B62-7348-5D49014791B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974723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4964401"/>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extplatzhalter 12">
            <a:extLst>
              <a:ext uri="{FF2B5EF4-FFF2-40B4-BE49-F238E27FC236}">
                <a16:creationId xmlns:a16="http://schemas.microsoft.com/office/drawing/2014/main" id="{9E4B1675-524F-F2C3-9AA1-2DC7AF19029E}"/>
              </a:ext>
            </a:extLst>
          </p:cNvPr>
          <p:cNvSpPr>
            <a:spLocks noGrp="1"/>
          </p:cNvSpPr>
          <p:nvPr>
            <p:ph type="body" sz="quarter" idx="11" hasCustomPrompt="1"/>
          </p:nvPr>
        </p:nvSpPr>
        <p:spPr>
          <a:xfrm>
            <a:off x="603068" y="6540673"/>
            <a:ext cx="6405476"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DF6E7464-A734-54BF-1B78-343073E71036}"/>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6364633"/>
            <a:ext cx="340594" cy="355039"/>
          </a:xfrm>
          <a:prstGeom prst="rect">
            <a:avLst/>
          </a:prstGeom>
        </p:spPr>
      </p:pic>
    </p:spTree>
    <p:extLst>
      <p:ext uri="{BB962C8B-B14F-4D97-AF65-F5344CB8AC3E}">
        <p14:creationId xmlns:p14="http://schemas.microsoft.com/office/powerpoint/2010/main" val="32535246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tags" Target="../tags/tag2.xml"/><Relationship Id="rId21" Type="http://schemas.openxmlformats.org/officeDocument/2006/relationships/tags" Target="../tags/tag3.xml"/><Relationship Id="rId22" Type="http://schemas.openxmlformats.org/officeDocument/2006/relationships/oleObject" Target="../embeddings/oleObject1.bin"/><Relationship Id="rId23" Type="http://schemas.openxmlformats.org/officeDocument/2006/relationships/image" Target="../media/image2.emf"/><Relationship Id="rId24"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theme" Target="../theme/theme2.xml"/><Relationship Id="rId9" Type="http://schemas.openxmlformats.org/officeDocument/2006/relationships/tags" Target="../tags/tag20.xml"/><Relationship Id="rId10" Type="http://schemas.openxmlformats.org/officeDocument/2006/relationships/tags" Target="../tags/tag21.xml"/><Relationship Id="rId11" Type="http://schemas.openxmlformats.org/officeDocument/2006/relationships/oleObject" Target="../embeddings/oleObject1.bin"/><Relationship Id="rId12" Type="http://schemas.openxmlformats.org/officeDocument/2006/relationships/image" Target="../media/image2.emf"/><Relationship Id="rId13"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0"/>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359" imgH="360" progId="TCLayout.ActiveDocument.1">
                  <p:embed/>
                </p:oleObj>
              </mc:Choice>
              <mc:Fallback>
                <p:oleObj name="think-cell Slide" r:id="rId22" imgW="359" imgH="360" progId="TCLayout.ActiveDocument.1">
                  <p:embed/>
                  <p:pic>
                    <p:nvPicPr>
                      <p:cNvPr id="3" name="Object 2" hidden="1"/>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517500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5" name="Grafik 4">
            <a:extLst>
              <a:ext uri="{FF2B5EF4-FFF2-40B4-BE49-F238E27FC236}">
                <a16:creationId xmlns:a16="http://schemas.microsoft.com/office/drawing/2014/main" id="{56C176EB-3427-276E-8002-ABD8AEE93783}"/>
              </a:ext>
            </a:extLst>
          </p:cNvPr>
          <p:cNvPicPr>
            <a:picLocks noChangeAspect="1"/>
          </p:cNvPicPr>
          <p:nvPr userDrawn="1"/>
        </p:nvPicPr>
        <p:blipFill>
          <a:blip>
            <a:extLst>
              <a:ext uri="{96DAC541-7B7A-43D3-8B79-37D633B846F1}">
                <asvg:svgBlip xmlns:asvg="http://schemas.microsoft.com/office/drawing/2016/SVG/main" r:embed="rId24"/>
              </a:ext>
            </a:extLst>
          </a:blip>
          <a:srcRect/>
          <a:stretch/>
        </p:blipFill>
        <p:spPr>
          <a:xfrm>
            <a:off x="11095268" y="151916"/>
            <a:ext cx="886095" cy="303548"/>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49" r:id="rId2"/>
    <p:sldLayoutId id="2147483670" r:id="rId3"/>
    <p:sldLayoutId id="2147483674" r:id="rId4"/>
    <p:sldLayoutId id="2147483678" r:id="rId5"/>
    <p:sldLayoutId id="2147483680" r:id="rId6"/>
    <p:sldLayoutId id="2147483673" r:id="rId7"/>
    <p:sldLayoutId id="2147483690" r:id="rId8"/>
    <p:sldLayoutId id="2147483650" r:id="rId9"/>
    <p:sldLayoutId id="2147483685" r:id="rId10"/>
    <p:sldLayoutId id="2147483689" r:id="rId11"/>
    <p:sldLayoutId id="2147483686" r:id="rId12"/>
    <p:sldLayoutId id="2147483669" r:id="rId13"/>
    <p:sldLayoutId id="2147483687" r:id="rId14"/>
    <p:sldLayoutId id="2147483694" r:id="rId15"/>
    <p:sldLayoutId id="2147483693" r:id="rId16"/>
    <p:sldLayoutId id="2147483688" r:id="rId17"/>
    <p:sldLayoutId id="2147483679" r:id="rId18"/>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9"/>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59" imgH="360" progId="TCLayout.ActiveDocument.1">
                  <p:embed/>
                </p:oleObj>
              </mc:Choice>
              <mc:Fallback>
                <p:oleObj name="think-cell Slide" r:id="rId11" imgW="359" imgH="360" progId="TCLayout.ActiveDocument.1">
                  <p:embed/>
                  <p:pic>
                    <p:nvPicPr>
                      <p:cNvPr id="3" name="Object 2" hidden="1"/>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486258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7" name="Grafik 6">
            <a:extLst>
              <a:ext uri="{FF2B5EF4-FFF2-40B4-BE49-F238E27FC236}">
                <a16:creationId xmlns:a16="http://schemas.microsoft.com/office/drawing/2014/main" id="{7A436AA1-9051-0502-74DB-F1BECB1D377C}"/>
              </a:ext>
            </a:extLst>
          </p:cNvPr>
          <p:cNvPicPr>
            <a:picLocks noChangeAspect="1"/>
          </p:cNvPicPr>
          <p:nvPr userDrawn="1"/>
        </p:nvPicPr>
        <p:blipFill>
          <a:blip>
            <a:extLst>
              <a:ext uri="{96DAC541-7B7A-43D3-8B79-37D633B846F1}">
                <asvg:svgBlip xmlns:asvg="http://schemas.microsoft.com/office/drawing/2016/SVG/main" r:embed="rId13"/>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7314203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6E54C1-13E7-7B2F-5010-43FFEFAE5CD4}"/>
              </a:ext>
            </a:extLst>
          </p:cNvPr>
          <p:cNvSpPr>
            <a:spLocks noGrp="1"/>
          </p:cNvSpPr>
          <p:nvPr>
            <p:ph type="title"/>
          </p:nvPr>
        </p:nvSpPr>
        <p:spPr/>
        <p:txBody>
          <a:bodyPr/>
          <a:lstStyle/>
          <a:p>
            <a:r>
              <a:t>Aufgabe 1 - Pruefungsverwaltung einer Hochschule</a:t>
            </a:r>
          </a:p>
        </p:txBody>
      </p:sp>
      <p:sp>
        <p:nvSpPr>
          <p:cNvPr id="3" name="Textplatzhalter 2">
            <a:extLst>
              <a:ext uri="{FF2B5EF4-FFF2-40B4-BE49-F238E27FC236}">
                <a16:creationId xmlns:a16="http://schemas.microsoft.com/office/drawing/2014/main" id="{5E0AB0E7-F1E9-C4B2-D1BD-0470B0050D64}"/>
              </a:ext>
            </a:extLst>
          </p:cNvPr>
          <p:cNvSpPr>
            <a:spLocks noGrp="1"/>
          </p:cNvSpPr>
          <p:nvPr>
            <p:ph type="body" sz="quarter" idx="12"/>
          </p:nvPr>
        </p:nvSpPr>
        <p:spPr>
          <a:xfrm>
            <a:off x="251999" y="1455420"/>
            <a:ext cx="11736000" cy="4792980"/>
          </a:xfrm>
        </p:spPr>
        <p:txBody>
          <a:bodyPr wrap="square"/>
          <a:lstStyle/>
          <a:p>
            <a:pPr marL="0" indent="0">
              <a:lnSpc>
                <a:spcPct val="100000"/>
              </a:lnSpc>
              <a:spcAft>
                <a:spcPts val="600"/>
              </a:spcAft>
              <a:buNone/>
            </a:pPr>
            <a:r>
              <a:rPr sz="1400"/>
              <a:t>Eine Hochschule verwaltet ihre Studiengaenge, Module und Pruefungen in einem Softwaresystem. Zu einem Studiengang werden Kuerzel, Bezeichnung und Regelstudienzeit gespeichert; Module koennen aufgenommen und der Studienplan gedruckt werden. Ein Studiengang fasst mindestens ein Modul zusammen. Dasselbe Modul kann in mehreren Studiengaengen angeboten werden und bleibt bestehen, wenn ein Studiengang eingestellt wird.</a:t>
            </a:r>
          </a:p>
          <a:p>
            <a:pPr marL="0" indent="0">
              <a:lnSpc>
                <a:spcPct val="100000"/>
              </a:lnSpc>
              <a:spcAft>
                <a:spcPts val="600"/>
              </a:spcAft>
              <a:buNone/>
            </a:pPr>
            <a:r>
              <a:rPr sz="1400"/>
              <a:t>Zu einem Modul werden Modulnummer, Titel und Credits gespeichert, ausserdem kann ein Pruefungstermin angesetzt werden. Zu jedem Modul gehoert mindestens ein Pruefungstermin, der ohne das Modul nicht existiert. Ein Modul wird von mindestens einem Dozenten gelehrt, ein Dozent lehrt beliebig viele Module. Zu einem Dozenten werden Personalnummer und Name gespeichert, er kann Noten eintragen.</a:t>
            </a:r>
          </a:p>
          <a:p>
            <a:pPr marL="0" indent="0">
              <a:lnSpc>
                <a:spcPct val="100000"/>
              </a:lnSpc>
              <a:spcAft>
                <a:spcPts val="600"/>
              </a:spcAft>
              <a:buNone/>
            </a:pPr>
            <a:r>
              <a:rPr sz="1400"/>
              <a:t>Ein Pruefungstermin besitzt Pruefungsnummer, Datum und Raum; die Anmeldung kann geoeffnet und der Termin abgesagt werden. Jeder Termin wird von hoechstens einem Dozenten beaufsichtigt, ein Dozent beaufsichtigt beliebig viele Termine. Unterschieden werden Klausuren mit einer Bearbeitungsdauer, zu denen die Aufsicht eingeteilt werden kann; muendliche Pruefungen mit Dauer und Beisitzer, zu denen ein Protokoll angelegt werden kann; und Praesentationen mit einer Vortragsdauer, zu denen die Technik geprueft werden kann.</a:t>
            </a:r>
          </a:p>
          <a:p>
            <a:pPr marL="0" indent="0">
              <a:lnSpc>
                <a:spcPct val="100000"/>
              </a:lnSpc>
              <a:spcAft>
                <a:spcPts val="600"/>
              </a:spcAft>
              <a:buNone/>
            </a:pPr>
            <a:r>
              <a:rPr sz="1400"/>
              <a:t>Praesentationen werden weiter unterschieden in Einzelpraesentationen mit einem Vortragstermin, der verschoben werden kann, und Gruppenpraesentationen mit einer Mitgliederzahl, fuer die eine Gruppe eingeteilt werden kann.</a:t>
            </a:r>
          </a:p>
          <a:p>
            <a:pPr marL="0" indent="0">
              <a:lnSpc>
                <a:spcPct val="100000"/>
              </a:lnSpc>
              <a:spcAft>
                <a:spcPts val="600"/>
              </a:spcAft>
              <a:buNone/>
            </a:pPr>
            <a:r>
              <a:rPr sz="1400"/>
              <a:t>Zu einem Studenten werden Matrikelnummer, Name und E-Mail gespeichert, er kann sich zu einer Pruefung anmelden und seinen Notenspiegel abrufen. Jeder Student ist in genau einem Studiengang eingeschrieben, ein Studiengang fuehrt beliebig viele Studierende.</a:t>
            </a:r>
          </a:p>
          <a:p>
            <a:pPr marL="0" indent="0">
              <a:lnSpc>
                <a:spcPct val="100000"/>
              </a:lnSpc>
              <a:spcAft>
                <a:spcPts val="600"/>
              </a:spcAft>
              <a:buNone/>
            </a:pPr>
            <a:r>
              <a:rPr sz="1400"/>
              <a:t>Tritt ein Student zu einem Pruefungstermin an, entsteht ein Pruefungsversuch mit Versuchsnummer, Datum und Note; er kann als bestanden verbucht werden, und es kann von ihm zurueckgetreten werden. Ein Pruefungsversuch gehoert zu genau einem Studenten und existiert ohne ihn nicht; ein Student unternimmt beliebig viele Versuche. Jeder Versuch bezieht sich auf genau einen Pruefungstermin. Ein Termin wird von beliebig vielen Versuchen genutzt und bleibt bestehen, wenn ein Versuch geloescht wird.</a:t>
            </a:r>
          </a:p>
        </p:txBody>
      </p:sp>
    </p:spTree>
    <p:extLst>
      <p:ext uri="{BB962C8B-B14F-4D97-AF65-F5344CB8AC3E}">
        <p14:creationId xmlns:p14="http://schemas.microsoft.com/office/powerpoint/2010/main" val="4056420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63A55C-9E0B-AA55-FCF6-6274573CA83C}"/>
              </a:ext>
            </a:extLst>
          </p:cNvPr>
          <p:cNvSpPr>
            <a:spLocks noGrp="1"/>
          </p:cNvSpPr>
          <p:nvPr>
            <p:ph type="title"/>
          </p:nvPr>
        </p:nvSpPr>
        <p:spPr/>
        <p:txBody>
          <a:bodyPr/>
          <a:lstStyle/>
          <a:p>
            <a:r>
              <a:t>Aufgabe 2 - Was ein KI-Werkzeug daraus gemacht hat</a:t>
            </a:r>
          </a:p>
        </p:txBody>
      </p:sp>
      <p:sp>
        <p:nvSpPr>
          <p:cNvPr id="3" name="Textplatzhalter 2">
            <a:extLst>
              <a:ext uri="{FF2B5EF4-FFF2-40B4-BE49-F238E27FC236}">
                <a16:creationId xmlns:a16="http://schemas.microsoft.com/office/drawing/2014/main" id="{4E0F2FFE-BE74-F60C-2258-8568AA60AE64}"/>
              </a:ext>
            </a:extLst>
          </p:cNvPr>
          <p:cNvSpPr>
            <a:spLocks noGrp="1"/>
          </p:cNvSpPr>
          <p:nvPr>
            <p:ph type="body" sz="quarter" idx="12"/>
          </p:nvPr>
        </p:nvSpPr>
        <p:spPr>
          <a:xfrm>
            <a:off x="251999" y="1455420"/>
            <a:ext cx="11736000" cy="4792980"/>
          </a:xfrm>
        </p:spPr>
        <p:txBody>
          <a:bodyPr wrap="square"/>
          <a:lstStyle/>
          <a:p>
            <a:pPr marL="0" indent="0">
              <a:lnSpc>
                <a:spcPct val="100000"/>
              </a:lnSpc>
              <a:spcAft>
                <a:spcPts val="600"/>
              </a:spcAft>
              <a:buNone/>
            </a:pPr>
            <a:r>
              <a:rPr sz="1600"/>
              <a:t>Derselbe Szenariotext wurde einem KI-Werkzeug uebergeben, mit der Bitte, daraus ein UML-Klassendiagramm zu erzeugen. Das Ergebnis liegt euch vor.</a:t>
            </a:r>
          </a:p>
          <a:p>
            <a:pPr marL="0" indent="0">
              <a:lnSpc>
                <a:spcPct val="100000"/>
              </a:lnSpc>
              <a:spcAft>
                <a:spcPts val="600"/>
              </a:spcAft>
              <a:buNone/>
            </a:pPr>
            <a:r>
              <a:rPr sz="1600"/>
              <a:t>Prueft es gegen den Szenariotext, nicht gegen euer eigenes Diagramm. Haltet jede Abweichung fest und entscheidet fuer jede einzeln: Ist das ein Fehler, weil der Text etwas anderes verlangt? Oder ist es eine zulaessige Abweichung, die der Text ebenfalls hergibt?</a:t>
            </a:r>
          </a:p>
          <a:p>
            <a:pPr marL="0" indent="0">
              <a:lnSpc>
                <a:spcPct val="100000"/>
              </a:lnSpc>
              <a:spcAft>
                <a:spcPts val="600"/>
              </a:spcAft>
              <a:buNone/>
            </a:pPr>
            <a:r>
              <a:rPr sz="1600"/>
              <a:t>Tragt zu jeder Abweichung ein, wo im Diagramm sie steht, welche Aussage des Textes betroffen ist, wie ihr sie einstuft und wie die Korrektur aussieht.</a:t>
            </a:r>
          </a:p>
          <a:p>
            <a:pPr marL="0" indent="0">
              <a:lnSpc>
                <a:spcPct val="100000"/>
              </a:lnSpc>
              <a:spcAft>
                <a:spcPts val="600"/>
              </a:spcAft>
              <a:buNone/>
            </a:pPr>
            <a:r>
              <a:rPr sz="1600"/>
              <a:t>Zum Schluss beantwortet ihr gemeinsam eine Frage: Welchen der gefundenen Fehler haette das Werkzeug nicht machen koennen, wenn der Szenariotext an einer Stelle genauer gewesen waere?</a:t>
            </a:r>
          </a:p>
        </p:txBody>
      </p:sp>
    </p:spTree>
    <p:extLst>
      <p:ext uri="{BB962C8B-B14F-4D97-AF65-F5344CB8AC3E}">
        <p14:creationId xmlns:p14="http://schemas.microsoft.com/office/powerpoint/2010/main" val="20131370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vJr_Tu69ToKPPD9J0huL5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7F284FB0-A6D7-41EF-A3D0-E53309018530}"/>
    </a:ext>
  </a:extLst>
</a:theme>
</file>

<file path=ppt/theme/theme2.xml><?xml version="1.0" encoding="utf-8"?>
<a:theme xmlns:a="http://schemas.openxmlformats.org/drawingml/2006/main" name="Integral Lehre (mit Quellenachweis)">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92C0EEF3-0EC4-48CF-8E4E-134DA39DFD5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54D4A0A58BB96343933857DE26A0C561" ma:contentTypeVersion="3" ma:contentTypeDescription="Ein neues Dokument erstellen." ma:contentTypeScope="" ma:versionID="1b8593134bf9cdc0eb77565b2cf96b29">
  <xsd:schema xmlns:xsd="http://www.w3.org/2001/XMLSchema" xmlns:xs="http://www.w3.org/2001/XMLSchema" xmlns:p="http://schemas.microsoft.com/office/2006/metadata/properties" xmlns:ns2="16183c5d-4bb5-4dd9-861a-fea4b0b788ce" targetNamespace="http://schemas.microsoft.com/office/2006/metadata/properties" ma:root="true" ma:fieldsID="dc889b0469077f19db5a2669d78630b4" ns2:_="">
    <xsd:import namespace="16183c5d-4bb5-4dd9-861a-fea4b0b788c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183c5d-4bb5-4dd9-861a-fea4b0b788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F3E3A0-E1B9-4FB0-88A7-301B1C756D4C}"/>
</file>

<file path=customXml/itemProps2.xml><?xml version="1.0" encoding="utf-8"?>
<ds:datastoreItem xmlns:ds="http://schemas.openxmlformats.org/officeDocument/2006/customXml" ds:itemID="{37AC0D6E-39C2-4D65-9684-651AA42911CB}">
  <ds:schemaRefs>
    <ds:schemaRef ds:uri="http://schemas.microsoft.com/sharepoint/v3/contenttype/forms"/>
  </ds:schemaRefs>
</ds:datastoreItem>
</file>

<file path=customXml/itemProps3.xml><?xml version="1.0" encoding="utf-8"?>
<ds:datastoreItem xmlns:ds="http://schemas.openxmlformats.org/officeDocument/2006/customXml" ds:itemID="{5B4EE790-06CB-47E0-AC92-F4CECFDEE4F7}">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infopath/2007/PartnerControls"/>
    <ds:schemaRef ds:uri="46b1d6da-b66f-4d0a-857b-f03e41d5a80d"/>
    <ds:schemaRef ds:uri="6f9b0b37-1df7-4f3a-9e96-73e075d24493"/>
    <ds:schemaRef ds:uri="http://schemas.microsoft.com/office/2006/metadata/properties"/>
    <ds:schemaRef ds:uri="http://www.w3.org/XML/1998/namespace"/>
    <ds:schemaRef ds:uri="43d6076c-ee84-46c7-82a9-82fe684b47c4"/>
    <ds:schemaRef ds:uri="0d8f828d-5cf2-4278-b77f-3444bd0ec885"/>
  </ds:schemaRefs>
</ds:datastoreItem>
</file>

<file path=docProps/app.xml><?xml version="1.0" encoding="utf-8"?>
<Properties xmlns="http://schemas.openxmlformats.org/officeDocument/2006/extended-properties" xmlns:vt="http://schemas.openxmlformats.org/officeDocument/2006/docPropsVTypes">
  <Template>HSBA Folienmastervorlage (5)</Template>
  <TotalTime>0</TotalTime>
  <Words>375</Words>
  <Application>Microsoft Office PowerPoint</Application>
  <PresentationFormat>Breitbild</PresentationFormat>
  <Paragraphs>16</Paragraphs>
  <Slides>5</Slides>
  <Notes>0</Notes>
  <HiddenSlides>0</HiddenSlides>
  <MMClips>0</MMClips>
  <ScaleCrop>false</ScaleCrop>
  <HeadingPairs>
    <vt:vector size="8" baseType="variant">
      <vt:variant>
        <vt:lpstr>Verwendete Schriftarten</vt:lpstr>
      </vt:variant>
      <vt:variant>
        <vt:i4>5</vt:i4>
      </vt:variant>
      <vt:variant>
        <vt:lpstr>Design</vt:lpstr>
      </vt:variant>
      <vt:variant>
        <vt:i4>2</vt:i4>
      </vt:variant>
      <vt:variant>
        <vt:lpstr>Eingebettete OLE-Server</vt:lpstr>
      </vt:variant>
      <vt:variant>
        <vt:i4>1</vt:i4>
      </vt:variant>
      <vt:variant>
        <vt:lpstr>Folientitel</vt:lpstr>
      </vt:variant>
      <vt:variant>
        <vt:i4>5</vt:i4>
      </vt:variant>
    </vt:vector>
  </HeadingPairs>
  <TitlesOfParts>
    <vt:vector size="13" baseType="lpstr">
      <vt:lpstr>Wingdings 3</vt:lpstr>
      <vt:lpstr>Titillium Web</vt:lpstr>
      <vt:lpstr>TitilliumText25L</vt:lpstr>
      <vt:lpstr>Arial</vt:lpstr>
      <vt:lpstr>Wingdings</vt:lpstr>
      <vt:lpstr>Integral</vt:lpstr>
      <vt:lpstr>Integral Lehre (mit Quellenachweis)</vt:lpstr>
      <vt:lpstr>think-cell Slide</vt:lpstr>
      <vt:lpstr>Aufgabe 1: Bibliotheksausleihe</vt:lpstr>
      <vt:lpstr>Aufgabe 2 – Hotelreservierung</vt:lpstr>
      <vt:lpstr>Aufgabe 3 – Studienbewerbung</vt:lpstr>
      <vt:lpstr>Aufgabe 4 - Arzttermin</vt:lpstr>
      <vt:lpstr>Aufgabe 5 - Reklamation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UML-Klassendiagramm - Vertiefung</dc:title>
  <dc:creator/>
  <cp:lastModifiedBy/>
  <cp:revision>49</cp:revision>
  <cp:lastPrinted>2018-12-21T13:35:12Z</cp:lastPrinted>
  <dcterms:created xsi:type="dcterms:W3CDTF">2026-07-16T07:13:15Z</dcterms:created>
  <dcterms:modified xsi:type="dcterms:W3CDTF">2026-07-26T19:08:13Z</dcterms:modified>
  <dc:subject>MOBIS, Pruefungsleistung 02.09.2026</dc:subject>
  <dc:description>Aufgabenfolien nach dem Format von Aufgabe 5 - Reklamation. Vorlage, Master und Theme stammen aus dem Kursmaterial.</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0x01010054D4A0A58BB96343933857DE26A0C561</vt:lpwstr>
  </property>
  <property fmtid="{D5CDD505-2E9C-101B-9397-08002B2CF9AE}" pid="3" name="Order">
    <vt:r8>133019900</vt:r8>
  </property>
  <property fmtid="{D5CDD505-2E9C-101B-9397-08002B2CF9AE}" pid="4" name="_dlc_DocIdItemGuid">
    <vt:lpwstr>d8fa4255-351a-40f9-a9c3-60096afe2e9d</vt:lpwstr>
  </property>
  <property fmtid="{D5CDD505-2E9C-101B-9397-08002B2CF9AE}" pid="5" name="MediaServiceImageTags">
    <vt:lpwstr/>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Der Folienmaster definiert wichtige Gestaltungselemente wie das Layout, Farben, Schriftarten, Logos und Platzhalter für Texte und Bilder. Dadurch wird vermieden, dass einzelne Folien unterschiedlich aussehen, und es spart gleichzeitig Zeit, da die Formatierung automatisch angewendet wird.</vt:lpwstr>
  </property>
  <property fmtid="{D5CDD505-2E9C-101B-9397-08002B2CF9AE}" pid="13" name="TriggerFlowInfo">
    <vt:lpwstr/>
  </property>
</Properties>
</file>