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1a8843a20e455d" /><Relationship Type="http://schemas.openxmlformats.org/officeDocument/2006/relationships/extended-properties" Target="/docProps/app.xml" Id="Rc2d9cffe7029485f" /><Relationship Type="http://schemas.openxmlformats.org/officeDocument/2006/relationships/officeDocument" Target="/ppt/presentation.xml" Id="R225e50f906eb47c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b3429a9ba654c6f"/>
    <p:sldMasterId xmlns:r="http://schemas.openxmlformats.org/officeDocument/2006/relationships" id="2147483667" r:id="R1090b127f9734c50"/>
  </p:sldMasterIdLst>
  <p:notesMasterIdLst>
    <p:notesMasterId xmlns:r="http://schemas.openxmlformats.org/officeDocument/2006/relationships" r:id="Refb10f58ea4641f3"/>
  </p:notesMasterIdLst>
  <p:sldIdLst>
    <p:sldId xmlns:r="http://schemas.openxmlformats.org/officeDocument/2006/relationships" id="256" r:id="R4fa89255bfc44203"/>
    <p:sldId xmlns:r="http://schemas.openxmlformats.org/officeDocument/2006/relationships" id="257" r:id="Rbfc3786abaff4379"/>
    <p:sldId xmlns:r="http://schemas.openxmlformats.org/officeDocument/2006/relationships" id="258" r:id="R7c5aea6edfd642a6"/>
    <p:sldId xmlns:r="http://schemas.openxmlformats.org/officeDocument/2006/relationships" id="259" r:id="Rbfbb6fa517304506"/>
    <p:sldId xmlns:r="http://schemas.openxmlformats.org/officeDocument/2006/relationships" id="260" r:id="R8151c60334034d96"/>
    <p:sldId xmlns:r="http://schemas.openxmlformats.org/officeDocument/2006/relationships" id="261" r:id="R70ec863082a646ac"/>
    <p:sldId xmlns:r="http://schemas.openxmlformats.org/officeDocument/2006/relationships" id="262" r:id="R7d55b1bc3ee1440d"/>
  </p:sldIdLst>
  <p:sldSz cx="12192000" cy="6858000"/>
  <p:notesSz cx="6858000" cy="9144000"/>
  <p:embeddedFontLst>
    <p:embeddedFont>
      <p:font typeface="Titillium Web"/>
      <p:regular xmlns:r="http://schemas.openxmlformats.org/officeDocument/2006/relationships" r:id="R3173496e0dde4eee"/>
      <p:bold xmlns:r="http://schemas.openxmlformats.org/officeDocument/2006/relationships" r:id="Rc07ec2af9ff54bef"/>
      <p:italic xmlns:r="http://schemas.openxmlformats.org/officeDocument/2006/relationships" r:id="Rdd8bc0f84bca41ef"/>
      <p:boldItalic xmlns:r="http://schemas.openxmlformats.org/officeDocument/2006/relationships" r:id="R0c38afbd5d9348ad"/>
    </p:embeddedFont>
    <p:embeddedFont>
      <p:font typeface="TitilliumText25L"/>
      <p:regular xmlns:r="http://schemas.openxmlformats.org/officeDocument/2006/relationships" r:id="R5b3dbf2cd0144ef3"/>
      <p:bold xmlns:r="http://schemas.openxmlformats.org/officeDocument/2006/relationships" r:id="R03c0de86461e446b"/>
    </p:embeddedFont>
    <p:embeddedFont>
      <p:font typeface="Wingdings 3"/>
      <p:regular xmlns:r="http://schemas.openxmlformats.org/officeDocument/2006/relationships" r:id="Re5a4bb4ff22e411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43e1e86f9a4f54" /><Relationship Type="http://schemas.openxmlformats.org/officeDocument/2006/relationships/slideMaster" Target="/ppt/slideMasters/slideMaster1.xml" Id="R1b3429a9ba654c6f" /><Relationship Type="http://schemas.openxmlformats.org/officeDocument/2006/relationships/slideMaster" Target="/ppt/slideMasters/slideMaster2.xml" Id="R1090b127f9734c50" /><Relationship Type="http://schemas.openxmlformats.org/officeDocument/2006/relationships/notesMaster" Target="/ppt/notesMasters/notesMaster1.xml" Id="Refb10f58ea4641f3" /><Relationship Type="http://schemas.openxmlformats.org/officeDocument/2006/relationships/presProps" Target="/ppt/presProps.xml" Id="Rcc0cb4eb46384ca5" /><Relationship Type="http://schemas.openxmlformats.org/officeDocument/2006/relationships/viewProps" Target="/ppt/viewProps.xml" Id="R1460db8a79984884" /><Relationship Type="http://schemas.openxmlformats.org/officeDocument/2006/relationships/tableStyles" Target="/ppt/tableStyles.xml" Id="Rb7558c9148fd4628" /><Relationship Type="http://schemas.openxmlformats.org/officeDocument/2006/relationships/font" Target="/ppt/fonts/font.dat" Id="R3173496e0dde4eee" /><Relationship Type="http://schemas.openxmlformats.org/officeDocument/2006/relationships/font" Target="/ppt/fonts/font2.dat" Id="Rc07ec2af9ff54bef" /><Relationship Type="http://schemas.openxmlformats.org/officeDocument/2006/relationships/font" Target="/ppt/fonts/font3.dat" Id="Rdd8bc0f84bca41ef" /><Relationship Type="http://schemas.openxmlformats.org/officeDocument/2006/relationships/font" Target="/ppt/fonts/font4.dat" Id="R0c38afbd5d9348ad" /><Relationship Type="http://schemas.openxmlformats.org/officeDocument/2006/relationships/font" Target="/ppt/fonts/font5.dat" Id="R5b3dbf2cd0144ef3" /><Relationship Type="http://schemas.openxmlformats.org/officeDocument/2006/relationships/font" Target="/ppt/fonts/font6.dat" Id="R03c0de86461e446b" /><Relationship Type="http://schemas.openxmlformats.org/officeDocument/2006/relationships/font" Target="/ppt/fonts/font7.dat" Id="Re5a4bb4ff22e4118" /><Relationship Type="http://schemas.openxmlformats.org/officeDocument/2006/relationships/slide" Target="/ppt/slides/slide1.xml" Id="R4fa89255bfc44203" /><Relationship Type="http://schemas.openxmlformats.org/officeDocument/2006/relationships/slide" Target="/ppt/slides/slide2.xml" Id="Rbfc3786abaff4379" /><Relationship Type="http://schemas.openxmlformats.org/officeDocument/2006/relationships/slide" Target="/ppt/slides/slide3.xml" Id="R7c5aea6edfd642a6" /><Relationship Type="http://schemas.openxmlformats.org/officeDocument/2006/relationships/slide" Target="/ppt/slides/slide4.xml" Id="Rbfbb6fa517304506" /><Relationship Type="http://schemas.openxmlformats.org/officeDocument/2006/relationships/slide" Target="/ppt/slides/slide5.xml" Id="R8151c60334034d96" /><Relationship Type="http://schemas.openxmlformats.org/officeDocument/2006/relationships/slide" Target="/ppt/slides/slide6.xml" Id="R70ec863082a646ac" /><Relationship Type="http://schemas.openxmlformats.org/officeDocument/2006/relationships/slide" Target="/ppt/slides/slide7.xml" Id="R7d55b1bc3ee144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7332d49ee8148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Integral">
  <a:themeElements>
    <a:clrScheme name="HSBA">
      <a:dk1>
        <a:srgbClr val="002C58"/>
      </a:dk1>
      <a:lt1>
        <a:srgbClr val="FFFFFF"/>
      </a:lt1>
      <a:dk2>
        <a:srgbClr val="212121"/>
      </a:dk2>
      <a:lt2>
        <a:srgbClr val="DEE8F2"/>
      </a:lt2>
      <a:accent1>
        <a:srgbClr val="002C58"/>
      </a:accent1>
      <a:accent2>
        <a:srgbClr val="548ECB"/>
      </a:accent2>
      <a:accent3>
        <a:srgbClr val="F08300"/>
      </a:accent3>
      <a:accent4>
        <a:srgbClr val="AF1B3F"/>
      </a:accent4>
      <a:accent5>
        <a:srgbClr val="09BC8A"/>
      </a:accent5>
      <a:accent6>
        <a:srgbClr val="002C58"/>
      </a:accent6>
      <a:hlink>
        <a:srgbClr val="548ECB"/>
      </a:hlink>
      <a:folHlink>
        <a:srgbClr val="548ECB"/>
      </a:folHlink>
    </a:clrScheme>
    <a:fontScheme name="Titillium Web">
      <a:majorFont>
        <a:latin typeface="Titillium Web"/>
        <a:ea typeface=""/>
        <a:cs typeface=""/>
      </a:majorFont>
      <a:minorFont>
        <a:latin typeface="Titillium Web"/>
        <a:ea typeface=""/>
        <a:cs typeface=""/>
      </a:minorFont>
    </a:fontScheme>
    <a:fmtScheme name="HSBA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lumMod val="100000"/>
                <a:satMod val="100000"/>
              </a:schemeClr>
            </a:gs>
            <a:gs pos="100000">
              <a:schemeClr val="phClr">
                <a:tint val="61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lumMod val="100000"/>
                <a:satMod val="100000"/>
              </a:schemeClr>
            </a:gs>
            <a:gs pos="100000">
              <a:schemeClr val="phClr">
                <a:tint val="90000"/>
                <a:shade val="100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d7aebd26a44868" /><Relationship Type="http://schemas.openxmlformats.org/officeDocument/2006/relationships/notesMaster" Target="/ppt/notesMasters/notesMaster1.xml" Id="R862edbf620da4e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3ddcb93a2447e" /><Relationship Type="http://schemas.openxmlformats.org/officeDocument/2006/relationships/notesMaster" Target="/ppt/notesMasters/notesMaster1.xml" Id="R88b9bef781bb4d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8e0b03b4704e6c" /><Relationship Type="http://schemas.openxmlformats.org/officeDocument/2006/relationships/notesMaster" Target="/ppt/notesMasters/notesMaster1.xml" Id="R2a86af908f314c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83693a3aab4ed9" /><Relationship Type="http://schemas.openxmlformats.org/officeDocument/2006/relationships/notesMaster" Target="/ppt/notesMasters/notesMaster1.xml" Id="Ra9c9858727e14c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ab14a59b9046cf" /><Relationship Type="http://schemas.openxmlformats.org/officeDocument/2006/relationships/notesMaster" Target="/ppt/notesMasters/notesMaster1.xml" Id="R44d89092e64e48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8bf9acf924146" /><Relationship Type="http://schemas.openxmlformats.org/officeDocument/2006/relationships/notesMaster" Target="/ppt/notesMasters/notesMaster1.xml" Id="Rc9af11ff43c246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4cf16058d146f5" /><Relationship Type="http://schemas.openxmlformats.org/officeDocument/2006/relationships/notesMaster" Target="/ppt/notesMasters/notesMaster1.xml" Id="R5e12a4bf86f0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Einstieg: Den durchgängigen Fall und den Aufbau 3 × 20 Minuten erläutern.</a:t>
            </a:r>
          </a:p>
          <a:p xmlns:a="http://schemas.openxmlformats.org/drawingml/2006/main">
            <a:r>
              <a:t>Lernziel: Klassen abstrahieren, Multiplizitäten korrekt lesen und Bestellposition fachlich begründen.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Inhalt: vom Auftraggeber freigegebener Umsetzungsplan und fachliche QA-Präzisierungen vom 07.08.2026.</a:t>
            </a:r>
          </a:p>
          <a:p xmlns:a="http://schemas.openxmlformats.org/drawingml/2006/main">
            <a:r>
              <a:t>- Gestaltung: lokale Vorlage Aufgaben_EPK_Keine_Lösung.pptx.</a:t>
            </a:r>
          </a:p>
          <a:p xmlns:a="http://schemas.openxmlformats.org/drawingml/2006/main">
            <a:r>
              <a:t>- UML-Terminologie und Notation: Object Management Group, UML 2.5.1, 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2 Minuten Einführung, 13 Minuten Bearbeitung, 5 Minuten Vergleich.</a:t>
            </a:r>
          </a:p>
          <a:p xmlns:a="http://schemas.openxmlformats.org/drawingml/2006/main">
            <a:r>
              <a:t>Hinweis 1 nach Bedarf: Welche Begriffe besitzen eine eigene fachliche Identität?</a:t>
            </a:r>
          </a:p>
          <a:p xmlns:a="http://schemas.openxmlformats.org/drawingml/2006/main">
            <a:r>
              <a:t>Hinweis 2: Welche Eigenschaften gelten für beide Produkttypen und gehören deshalb in Produkt?</a:t>
            </a:r>
          </a:p>
          <a:p xmlns:a="http://schemas.openxmlformats.org/drawingml/2006/main">
            <a:r>
              <a:t>Produkt bleibt konkret; es liegt keine vollständige/disjunkte Spezialisierung vor.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Inhalt: vom Auftraggeber freigegebener Umsetzungsplan und fachliche QA-Präzisierungen vom 07.08.2026.</a:t>
            </a:r>
          </a:p>
          <a:p xmlns:a="http://schemas.openxmlformats.org/drawingml/2006/main">
            <a:r>
              <a:t>- Gestaltung: lokale Vorlage Aufgaben_EPK_Keine_Lösung.pptx.</a:t>
            </a:r>
          </a:p>
          <a:p xmlns:a="http://schemas.openxmlformats.org/drawingml/2006/main">
            <a:r>
              <a:t>- UML-Terminologie und Notation: Object Management Group, UML 2.5.1, 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nur nach Ende der Bearbeitungszeit zeigen.</a:t>
            </a:r>
          </a:p>
          <a:p xmlns:a="http://schemas.openxmlformats.org/drawingml/2006/main">
            <a:r>
              <a:t>Generalisierungsdreieck zeigt zur allgemeineren Klasse Produkt.</a:t>
            </a:r>
          </a:p>
          <a:p xmlns:a="http://schemas.openxmlformats.org/drawingml/2006/main">
            <a:r>
              <a:t>Akzeptable Nicht-Klassen: Onlinehändler, Sortiment oder Status – jeweils mit nachvollziehbarer Begründung.</a:t>
            </a:r>
          </a:p>
          <a:p xmlns:a="http://schemas.openxmlformats.org/drawingml/2006/main">
            <a:r>
              <a:t>Date und Decimal sind fachlich gewählte Datentypen und keine behaupteten verpflichtenden UML-PrimitiveTypes.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Inhalt: vom Auftraggeber freigegebener Umsetzungsplan und fachliche QA-Präzisierungen vom 07.08.2026.</a:t>
            </a:r>
          </a:p>
          <a:p xmlns:a="http://schemas.openxmlformats.org/drawingml/2006/main">
            <a:r>
              <a:t>- Gestaltung: lokale Vorlage Aufgaben_EPK_Keine_Lösung.pptx.</a:t>
            </a:r>
          </a:p>
          <a:p xmlns:a="http://schemas.openxmlformats.org/drawingml/2006/main">
            <a:r>
              <a:t>- UML-Terminologie und Notation: Object Management Group, UML 2.5.1, 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2 Minuten Leseregel, 10 Minuten Modellierung, 4 Minuten Leserichtungen, 4 Minuten Auswertung.</a:t>
            </a:r>
          </a:p>
          <a:p xmlns:a="http://schemas.openxmlformats.org/drawingml/2006/main">
            <a:r>
              <a:t>Die Aufgabe verlangt zunächst bewusst eine direkte Viele-zu-viele-Assoziation zwischen Bestellung und Produkt.</a:t>
            </a:r>
          </a:p>
          <a:p xmlns:a="http://schemas.openxmlformats.org/drawingml/2006/main">
            <a:r>
              <a:t>Hinweis: Die Multiplizität neben Bestellung beschreibt die Anzahl von Bestellungen pro Kunde.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Inhalt: vom Auftraggeber freigegebener Umsetzungsplan und fachliche QA-Präzisierungen vom 07.08.2026.</a:t>
            </a:r>
          </a:p>
          <a:p xmlns:a="http://schemas.openxmlformats.org/drawingml/2006/main">
            <a:r>
              <a:t>- Gestaltung: lokale Vorlage Aufgaben_EPK_Keine_Lösung.pptx.</a:t>
            </a:r>
          </a:p>
          <a:p xmlns:a="http://schemas.openxmlformats.org/drawingml/2006/main">
            <a:r>
              <a:t>- UML-Terminologie und Notation: Object Management Group, UML 2.5.1, 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Multiplizität wird jeweils am Ende der Klasse gelesen, deren Instanzanzahl sie beschreibt.</a:t>
            </a:r>
          </a:p>
          <a:p xmlns:a="http://schemas.openxmlformats.org/drawingml/2006/main">
            <a:r>
              <a:t>Grenzfall neuer Kunde bestätigt 0..* an Bestellung; nie bestelltes Produkt bestätigt 0..* an Bestellung.</a:t>
            </a:r>
          </a:p>
          <a:p xmlns:a="http://schemas.openxmlformats.org/drawingml/2006/main">
            <a:r>
              <a:t>Das Zwischenmodell bleibt bis Aufgabe 3 ohne Bestellposition.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Inhalt: vom Auftraggeber freigegebener Umsetzungsplan und fachliche QA-Präzisierungen vom 07.08.2026.</a:t>
            </a:r>
          </a:p>
          <a:p xmlns:a="http://schemas.openxmlformats.org/drawingml/2006/main">
            <a:r>
              <a:t>- Gestaltung: lokale Vorlage Aufgaben_EPK_Keine_Lösung.pptx.</a:t>
            </a:r>
          </a:p>
          <a:p xmlns:a="http://schemas.openxmlformats.org/drawingml/2006/main">
            <a:r>
              <a:t>- UML-Terminologie und Notation: Object Management Group, UML 2.5.1, 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2 Minuten Aufgabenklärung, 10 Minuten Modellierung, 4 Minuten Begründung, 4 Minuten Auswertung.</a:t>
            </a:r>
          </a:p>
          <a:p xmlns:a="http://schemas.openxmlformats.org/drawingml/2006/main">
            <a:r>
              <a:t>Bestellposition ist eine reguläre Fach-/Zwischenklasse, weder Unterklasse noch Assoziationsklasse.</a:t>
            </a:r>
          </a:p>
          <a:p xmlns:a="http://schemas.openxmlformats.org/drawingml/2006/main">
            <a:r>
              <a:t>menge ≥ 1 wird als Geschäftsregel erläutert, nicht als Multiplizität und nicht als OCL-Ausdruck.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Inhalt: vom Auftraggeber freigegebener Umsetzungsplan und fachliche QA-Präzisierungen vom 07.08.2026.</a:t>
            </a:r>
          </a:p>
          <a:p xmlns:a="http://schemas.openxmlformats.org/drawingml/2006/main">
            <a:r>
              <a:t>- Gestaltung: lokale Vorlage Aufgaben_EPK_Keine_Lösung.pptx.</a:t>
            </a:r>
          </a:p>
          <a:p xmlns:a="http://schemas.openxmlformats.org/drawingml/2006/main">
            <a:r>
              <a:t>- UML-Terminologie und Notation: Object Management Group, UML 2.5.1, 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Bestellposition repräsentiert das Vorkommen eines bestimmten Produkts in einer bestimmten Bestellung.</a:t>
            </a:r>
          </a:p>
          <a:p xmlns:a="http://schemas.openxmlformats.org/drawingml/2006/main">
            <a:r>
              <a:t>Sie ist reguläre Fach-/Zwischenklasse, weder Unterklasse von Produkt noch Assoziationsklasse.</a:t>
            </a:r>
          </a:p>
          <a:p xmlns:a="http://schemas.openxmlformats.org/drawingml/2006/main">
            <a:r>
              <a:t>Menge und historischer Einzelpreis hängen von genau dieser Zuordnung ab.</a:t>
            </a:r>
          </a:p>
          <a:p xmlns:a="http://schemas.openxmlformats.org/drawingml/2006/main">
            <a:r>
              <a:t>Komposition: exklusive Zugehörigkeit und Lebenszyklusabhängigkeit zur Bestellung.</a:t>
            </a:r>
          </a:p>
          <a:p xmlns:a="http://schemas.openxmlformats.org/drawingml/2006/main">
            <a:r>
              <a:t>Normale Assoziation zu Produkt: Produkt besteht unabhängig fort.</a:t>
            </a:r>
          </a:p>
          <a:p xmlns:a="http://schemas.openxmlformats.org/drawingml/2006/main">
            <a:r>
              <a:t>Die direkte Bestellung–Produkt-Assoziation entfällt, damit kein redundanter Modellierungspfad bleibt.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Inhalt: vom Auftraggeber freigegebener Umsetzungsplan und fachliche QA-Präzisierungen vom 07.08.2026.</a:t>
            </a:r>
          </a:p>
          <a:p xmlns:a="http://schemas.openxmlformats.org/drawingml/2006/main">
            <a:r>
              <a:t>- Gestaltung: lokale Vorlage Aufgaben_EPK_Keine_Lösung.pptx.</a:t>
            </a:r>
          </a:p>
          <a:p xmlns:a="http://schemas.openxmlformats.org/drawingml/2006/main">
            <a:r>
              <a:t>- UML-Terminologie und Notation: Object Management Group, UML 2.5.1, 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37dd644d24ab0" /><Relationship Type="http://schemas.openxmlformats.org/officeDocument/2006/relationships/image" Target="/ppt/media/image.png" Id="Rd866ac824394454d" /><Relationship Type="http://schemas.openxmlformats.org/officeDocument/2006/relationships/image" Target="/ppt/media/image.svg" Id="R1133590c51954c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160f4dc3f4a0a" /><Relationship Type="http://schemas.openxmlformats.org/officeDocument/2006/relationships/image" Target="/ppt/media/image.png" Id="R1960fa6abb01413d" /><Relationship Type="http://schemas.openxmlformats.org/officeDocument/2006/relationships/image" Target="/ppt/media/image.svg" Id="R2fa336d8fd4945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a18d6b58f4d05" /><Relationship Type="http://schemas.openxmlformats.org/officeDocument/2006/relationships/image" Target="/ppt/media/image2.png" Id="Re5cd31244976441c" /><Relationship Type="http://schemas.openxmlformats.org/officeDocument/2006/relationships/image" Target="/ppt/media/image2.svg" Id="R0f5bd9e4825b45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1b17eaa4b441a" /><Relationship Type="http://schemas.openxmlformats.org/officeDocument/2006/relationships/image" Target="/ppt/media/image2.png" Id="Rcdfb56e8bdd6416c" /><Relationship Type="http://schemas.openxmlformats.org/officeDocument/2006/relationships/image" Target="/ppt/media/image2.svg" Id="Reebcec41dfb44f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d692724684dc4" /><Relationship Type="http://schemas.openxmlformats.org/officeDocument/2006/relationships/image" Target="/ppt/media/image2.png" Id="R99f2785d72f44f6a" /><Relationship Type="http://schemas.openxmlformats.org/officeDocument/2006/relationships/image" Target="/ppt/media/image2.svg" Id="Rfaf7a81dec8149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872763c4c4cd0" /><Relationship Type="http://schemas.openxmlformats.org/officeDocument/2006/relationships/image" Target="/ppt/media/image2.png" Id="Rd713934b42814c3c" /><Relationship Type="http://schemas.openxmlformats.org/officeDocument/2006/relationships/image" Target="/ppt/media/image2.svg" Id="Rcb32f6f1a5574be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5e4c5c81a4f47" /><Relationship Type="http://schemas.openxmlformats.org/officeDocument/2006/relationships/image" Target="/ppt/media/image.png" Id="R57ab74bb63474358" /><Relationship Type="http://schemas.openxmlformats.org/officeDocument/2006/relationships/image" Target="/ppt/media/image.svg" Id="R90522d67a37443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42bd267cb480e" /><Relationship Type="http://schemas.openxmlformats.org/officeDocument/2006/relationships/image" Target="/ppt/media/image.png" Id="R0abb6064cbe64376" /><Relationship Type="http://schemas.openxmlformats.org/officeDocument/2006/relationships/image" Target="/ppt/media/image.svg" Id="R92f920186ddf43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900cf6f7f4836" /><Relationship Type="http://schemas.openxmlformats.org/officeDocument/2006/relationships/image" Target="/ppt/media/image.png" Id="Re47a6ced07c049c9" /><Relationship Type="http://schemas.openxmlformats.org/officeDocument/2006/relationships/image" Target="/ppt/media/image.svg" Id="Rd90afae3bbb548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47bcacd784f6d" /><Relationship Type="http://schemas.openxmlformats.org/officeDocument/2006/relationships/image" Target="/ppt/media/image.png" Id="R37eb5a6a368943b8" /><Relationship Type="http://schemas.openxmlformats.org/officeDocument/2006/relationships/image" Target="/ppt/media/image.svg" Id="R974498b9439148b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982c3626f42a8" /><Relationship Type="http://schemas.openxmlformats.org/officeDocument/2006/relationships/image" Target="/ppt/media/image.png" Id="R9a00a77db22140e1" /><Relationship Type="http://schemas.openxmlformats.org/officeDocument/2006/relationships/image" Target="/ppt/media/image.svg" Id="Rf270213c6e374f8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5e4bc7dbc469c" /><Relationship Type="http://schemas.openxmlformats.org/officeDocument/2006/relationships/image" Target="/ppt/media/image.png" Id="Rd934882dc6ac45f7" /><Relationship Type="http://schemas.openxmlformats.org/officeDocument/2006/relationships/image" Target="/ppt/media/image.svg" Id="Rd7184c3f106e41a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8fa047acc46ce" /><Relationship Type="http://schemas.openxmlformats.org/officeDocument/2006/relationships/image" Target="/ppt/media/image2.png" Id="R352824d1af074039" /><Relationship Type="http://schemas.openxmlformats.org/officeDocument/2006/relationships/image" Target="/ppt/media/image2.svg" Id="R0e80c7bb6cf0403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b949ad92849c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0732800374c5b" /><Relationship Type="http://schemas.openxmlformats.org/officeDocument/2006/relationships/image" Target="/ppt/media/image.png" Id="Rcc5e983df5c94125" /><Relationship Type="http://schemas.openxmlformats.org/officeDocument/2006/relationships/image" Target="/ppt/media/image.svg" Id="R21334c2f03d849b6" /><Relationship Type="http://schemas.openxmlformats.org/officeDocument/2006/relationships/image" Target="/ppt/media/image3.png" Id="R6d7b289ee8d34c7c" /><Relationship Type="http://schemas.openxmlformats.org/officeDocument/2006/relationships/image" Target="/ppt/media/image3.svg" Id="R5e7b79a54a3242a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75476ce054132" /><Relationship Type="http://schemas.openxmlformats.org/officeDocument/2006/relationships/image" Target="/ppt/media/image3.png" Id="R332c32973b3f43dd" /><Relationship Type="http://schemas.openxmlformats.org/officeDocument/2006/relationships/image" Target="/ppt/media/image3.svg" Id="R77749cf5d0cb418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9949af8d04de9" /><Relationship Type="http://schemas.openxmlformats.org/officeDocument/2006/relationships/image" Target="/ppt/media/image.png" Id="R0c8b711233864460" /><Relationship Type="http://schemas.openxmlformats.org/officeDocument/2006/relationships/image" Target="/ppt/media/image.svg" Id="Reb101d9b9464493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e35e0a8294817" /><Relationship Type="http://schemas.openxmlformats.org/officeDocument/2006/relationships/image" Target="/ppt/media/image.png" Id="Rdaa43b98d0e04c32" /><Relationship Type="http://schemas.openxmlformats.org/officeDocument/2006/relationships/image" Target="/ppt/media/image.svg" Id="R0cf1fd32a5b8471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584663231b47d6" /><Relationship Type="http://schemas.openxmlformats.org/officeDocument/2006/relationships/image" Target="/ppt/media/image.png" Id="R281be94c91ae4ca3" /><Relationship Type="http://schemas.openxmlformats.org/officeDocument/2006/relationships/image" Target="/ppt/media/image.svg" Id="R6877f3732ac14fd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89b1093a82403b" /><Relationship Type="http://schemas.openxmlformats.org/officeDocument/2006/relationships/image" Target="/ppt/media/image.png" Id="Rf78ea21ed2fe4ba7" /><Relationship Type="http://schemas.openxmlformats.org/officeDocument/2006/relationships/image" Target="/ppt/media/image.svg" Id="R44fa5598059246b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4cfc0f1071465e" /><Relationship Type="http://schemas.openxmlformats.org/officeDocument/2006/relationships/image" Target="/ppt/media/image.png" Id="Rd9faec5769d44915" /><Relationship Type="http://schemas.openxmlformats.org/officeDocument/2006/relationships/image" Target="/ppt/media/image.svg" Id="R6dbf69356fe64d7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aec6a1c09f4092" /><Relationship Type="http://schemas.openxmlformats.org/officeDocument/2006/relationships/image" Target="/ppt/media/image.png" Id="R554aaaf0c1d14f67" /><Relationship Type="http://schemas.openxmlformats.org/officeDocument/2006/relationships/image" Target="/ppt/media/image.svg" Id="R5b0e21b1113344a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922031992b437b" /><Relationship Type="http://schemas.openxmlformats.org/officeDocument/2006/relationships/image" Target="/ppt/media/image.png" Id="R4dff40732b5746c8" /><Relationship Type="http://schemas.openxmlformats.org/officeDocument/2006/relationships/image" Target="/ppt/media/image.svg" Id="R24a1ede0d7dd411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ab2ce7600c43f5" /><Relationship Type="http://schemas.openxmlformats.org/officeDocument/2006/relationships/image" Target="/ppt/media/image.png" Id="Rd8a4ed0cbd5b4ec1" /><Relationship Type="http://schemas.openxmlformats.org/officeDocument/2006/relationships/image" Target="/ppt/media/image.svg" Id="Ra9a7993d5988486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4ed8b40b1c4834" /><Relationship Type="http://schemas.openxmlformats.org/officeDocument/2006/relationships/image" Target="/ppt/media/image2.png" Id="Rf3bd095fb30a4ef4" /><Relationship Type="http://schemas.openxmlformats.org/officeDocument/2006/relationships/image" Target="/ppt/media/image2.svg" Id="Rc566e589e45c497c" /></Relationships>
</file>

<file path=ppt/slideLayouts/slideLayout1.xml><?xml version="1.0" encoding="utf-8"?>
<p:sldLayout xmlns:p="http://schemas.openxmlformats.org/presentationml/2006/main" showMasterSp="0" preserve="1" userDrawn="1">
  <p:cSld name="Title (Version 1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7046C-F7CD-48A3-B4B0-D6B4ACF65A3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3886200"/>
            <a:ext cx="12192000" cy="29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9000" spc="20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Titel</a:t>
            </a:r>
            <a:endParaRPr/>
          </a:p>
        </p:txBody>
      </p:sp>
      <p:pic>
        <p:nvPicPr>
          <p:cNvPr id="5" name="Grafik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6ac824394454d">
            <a:extLst>
              <a:ext uri="{96DAC541-7B7A-43D3-8B79-37D633B846F1}">
                <asvg:svgBlip xmlns:asvg="http://schemas.microsoft.com/office/drawing/2016/SVG/main" r:embed="R1133590c51954c9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Title (Version 2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C67DE9-D327-4E3C-B74B-B6EAF2C7347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57200" y="4845837"/>
            <a:ext cx="777240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rIns="90000" anchor="ctr">
            <a:noAutofit/>
          </a:bodyPr>
          <a:lstStyle xmlns:a="http://schemas.openxmlformats.org/drawingml/2006/main">
            <a:lvl1pPr algn="r">
              <a:buNone/>
              <a:defRPr sz="5000" b="1" spc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Titel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DD1D3E3-84D1-4E68-962B-9E7FFA4CA3A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8610600" y="4845837"/>
            <a:ext cx="320040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 xmlns:a="http://schemas.openxmlformats.org/drawingml/2006/main">
            <a:r>
              <a:t>Untertitel</a:t>
            </a:r>
            <a:endParaRPr/>
          </a:p>
        </p:txBody>
      </p:sp>
      <p:sp>
        <p:nvSpPr>
          <p:cNvPr id="20" name="Bildplatzhalter 17">
            <a:extLst xmlns:a="http://schemas.openxmlformats.org/drawingml/2006/main">
              <a:ext uri="{FF2B5EF4-FFF2-40B4-BE49-F238E27FC236}">
                <a16:creationId xmlns:a16="http://schemas.microsoft.com/office/drawing/2014/main" id="{7A424419-DAFB-406C-9547-457BF25E2F3F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25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0fa6abb01413d">
            <a:extLst>
              <a:ext uri="{96DAC541-7B7A-43D3-8B79-37D633B846F1}">
                <asvg:svgBlip xmlns:asvg="http://schemas.microsoft.com/office/drawing/2016/SVG/main" r:embed="R2fa336d8fd49451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6535662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987D97B-1355-4EC1-8648-D86C3C1E5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1999" y="1546213"/>
            <a:ext cx="6535663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F0527B-65B0-4934-BA79-F6B3186E9A7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51999" y="2304643"/>
            <a:ext cx="6535663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20C3CF-B9C6-4256-A1A3-DD8D2F47B79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1999" y="3063073"/>
            <a:ext cx="6535663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2721D2-093E-4AB6-A1EC-DA356C0D9E7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251999" y="3821503"/>
            <a:ext cx="6535663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51999" y="4579933"/>
            <a:ext cx="6535663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A43FD93-7957-42E6-AC72-67B155874232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51999" y="5338365"/>
            <a:ext cx="6535663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23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7F105D5F-BE6D-0313-E8FF-F3B78E0A48F5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158762" y="0"/>
            <a:ext cx="4203521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34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d31244976441c">
            <a:extLst>
              <a:ext uri="{96DAC541-7B7A-43D3-8B79-37D633B846F1}">
                <asvg:svgBlip xmlns:asvg="http://schemas.microsoft.com/office/drawing/2016/SVG/main" r:embed="R0f5bd9e4825b4533"/>
              </a:ext>
            </a:extLst>
          </a:blip>
          <a:srcRect xmlns:a="http://schemas.openxmlformats.org/drawingml/2006/main" l="0" t="-2177" r="0" b="-2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0769" y="125973"/>
            <a:ext cx="340594" cy="355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Agenda (highlighted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6537599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987D97B-1355-4EC1-8648-D86C3C1E5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1999" y="1546213"/>
            <a:ext cx="6537600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F0527B-65B0-4934-BA79-F6B3186E9A7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51999" y="2304643"/>
            <a:ext cx="6537600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20C3CF-B9C6-4256-A1A3-DD8D2F47B79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1999" y="3063073"/>
            <a:ext cx="6537600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2721D2-093E-4AB6-A1EC-DA356C0D9E7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251999" y="3821503"/>
            <a:ext cx="6537600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51999" y="4579933"/>
            <a:ext cx="6537600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A43FD93-7957-42E6-AC72-67B155874232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51999" y="5338365"/>
            <a:ext cx="6537600" cy="599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23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3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DE01786B-F052-E286-4C89-7CAD3EEA3DA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158762" y="0"/>
            <a:ext cx="4203521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34" name="Grafik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b56e8bdd6416c">
            <a:extLst>
              <a:ext uri="{96DAC541-7B7A-43D3-8B79-37D633B846F1}">
                <asvg:svgBlip xmlns:asvg="http://schemas.microsoft.com/office/drawing/2016/SVG/main" r:embed="Reebcec41dfb44f69"/>
              </a:ext>
            </a:extLst>
          </a:blip>
          <a:srcRect xmlns:a="http://schemas.openxmlformats.org/drawingml/2006/main" l="0" t="-2177" r="0" b="-2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0769" y="125973"/>
            <a:ext cx="340594" cy="355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Agenda - up to 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6537599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987D97B-1355-4EC1-8648-D86C3C1E5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1999" y="1546213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F0527B-65B0-4934-BA79-F6B3186E9A7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51999" y="1986229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20C3CF-B9C6-4256-A1A3-DD8D2F47B79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1999" y="2426245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2721D2-093E-4AB6-A1EC-DA356C0D9E7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251999" y="2866261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51999" y="3306277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A43FD93-7957-42E6-AC72-67B155874232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51999" y="5506358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23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2721D2-093E-4AB6-A1EC-DA356C0D9E77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251999" y="3746293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251999" y="4186309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51999" y="4626325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2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251999" y="5066341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3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9DC9AA2E-15F9-0D88-4C10-13405D900D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158762" y="0"/>
            <a:ext cx="4203521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39" name="Grafik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2785d72f44f6a">
            <a:extLst>
              <a:ext uri="{96DAC541-7B7A-43D3-8B79-37D633B846F1}">
                <asvg:svgBlip xmlns:asvg="http://schemas.microsoft.com/office/drawing/2016/SVG/main" r:embed="Rfaf7a81dec8149f8"/>
              </a:ext>
            </a:extLst>
          </a:blip>
          <a:srcRect xmlns:a="http://schemas.openxmlformats.org/drawingml/2006/main" l="0" t="-2177" r="0" b="-2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0769" y="125973"/>
            <a:ext cx="340594" cy="355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Agenda - up to 10 (highlighted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653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987D97B-1355-4EC1-8648-D86C3C1E5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1999" y="1546213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F0527B-65B0-4934-BA79-F6B3186E9A7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51999" y="1986229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20C3CF-B9C6-4256-A1A3-DD8D2F47B79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1999" y="2426245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2721D2-093E-4AB6-A1EC-DA356C0D9E7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251999" y="2866261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51999" y="3306277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A43FD93-7957-42E6-AC72-67B155874232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51999" y="5506358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23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2721D2-093E-4AB6-A1EC-DA356C0D9E77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251999" y="3746293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251999" y="4186309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51999" y="4626325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2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36582-7DD1-4206-9200-FD8C7ED4836E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251999" y="5066341"/>
            <a:ext cx="65376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91440" rIns="91440" anchor="ctr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3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AF56EA3F-1922-8872-9792-501999237C38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158762" y="0"/>
            <a:ext cx="4203521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39" name="Grafik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3934b42814c3c">
            <a:extLst>
              <a:ext uri="{96DAC541-7B7A-43D3-8B79-37D633B846F1}">
                <asvg:svgBlip xmlns:asvg="http://schemas.microsoft.com/office/drawing/2016/SVG/main" r:embed="Rcb32f6f1a5574be2"/>
              </a:ext>
            </a:extLst>
          </a:blip>
          <a:srcRect xmlns:a="http://schemas.openxmlformats.org/drawingml/2006/main" l="0" t="-2177" r="0" b="-2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0769" y="125973"/>
            <a:ext cx="340594" cy="355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Headlin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3A4B30F-CB54-4958-AA03-FA9D00951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1999" y="125973"/>
            <a:ext cx="11688001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18" name="Grafik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b74bb63474358">
            <a:extLst>
              <a:ext uri="{96DAC541-7B7A-43D3-8B79-37D633B846F1}">
                <asvg:svgBlip xmlns:asvg="http://schemas.microsoft.com/office/drawing/2016/SVG/main" r:embed="R90522d67a374434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showMasterSp="0" preserve="1" userDrawn="1">
  <p:cSld name="Headline &amp; 1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3A4B30F-CB54-4958-AA03-FA9D00951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1999" y="125973"/>
            <a:ext cx="11688001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8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‹Nr.›</a:t>
            </a:fld>
            <a:endParaRPr sz="180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AE187B7-3C71-4329-A7DD-F5D0438CE6B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51999" y="1454401"/>
            <a:ext cx="11642725" cy="4908300"/>
          </a:xfrm>
        </p:spPr>
        <p:txBody>
          <a:bodyPr xmlns:a="http://schemas.openxmlformats.org/drawingml/2006/main"/>
          <a:lstStyle xmlns:a="http://schemas.openxmlformats.org/drawingml/2006/main"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pic>
        <p:nvPicPr>
          <p:cNvPr id="19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b6064cbe64376">
            <a:extLst>
              <a:ext uri="{96DAC541-7B7A-43D3-8B79-37D633B846F1}">
                <asvg:svgBlip xmlns:asvg="http://schemas.microsoft.com/office/drawing/2016/SVG/main" r:embed="R92f920186ddf43a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Headline &amp; 2 Cont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BD08EE-D00C-46FF-A1D6-B78AE99E0B8D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1999" y="1455420"/>
            <a:ext cx="11729363" cy="4792980"/>
          </a:xfrm>
        </p:spPr>
        <p:txBody>
          <a:bodyPr xmlns:a="http://schemas.openxmlformats.org/drawingml/2006/main"/>
          <a:lstStyle xmlns:a="http://schemas.openxmlformats.org/drawingml/2006/main"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12656"/>
              </a:buClr>
              <a:buSzPct val="100000"/>
              <a:buFont typeface="Wingdings"/>
              <a:buChar char="§"/>
              <a:defRPr/>
            </a:lvl1pPr>
            <a:lvl2pPr marL="630000" marR="0" indent="-288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2pPr>
            <a:lvl3pPr marL="846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3pPr>
            <a:lvl4pPr marL="1062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4pPr>
            <a:lvl5pPr marL="1278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5pPr>
          </a:lstStyle>
          <a:p xmlns:a="http://schemas.openxmlformats.org/drawingml/2006/main"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12656"/>
              </a:buClr>
              <a:buSzPct val="100000"/>
              <a:buFont typeface="Wingdings"/>
              <a:buChar char="§"/>
            </a:pPr>
            <a:r>
              <a:rPr sz="2200" b="0" i="0" u="none" cap="none">
                <a:ln>
                  <a:noFill/>
                </a:ln>
                <a:solidFill>
                  <a:srgbClr val="012656"/>
                </a:solidFill>
                <a:latin typeface="+mj-lt"/>
                <a:ea typeface="+mj-lt"/>
                <a:cs typeface="+mj-lt"/>
              </a:rPr>
              <a:t>Mastertextformat bearbeiten</a:t>
            </a:r>
          </a:p>
        </p:txBody>
      </p:sp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631223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6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4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26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a6ced07c049c9">
            <a:extLst>
              <a:ext uri="{96DAC541-7B7A-43D3-8B79-37D633B846F1}">
                <asvg:svgBlip xmlns:asvg="http://schemas.microsoft.com/office/drawing/2016/SVG/main" r:embed="Rd90afae3bbb5487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Headline &amp; 2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5" name="Title 1">
            <a:extLst xmlns:a="http://schemas.openxmlformats.org/drawingml/2006/main">
              <a:ext uri="{FF2B5EF4-FFF2-40B4-BE49-F238E27FC236}">
                <a16:creationId xmlns:a16="http://schemas.microsoft.com/office/drawing/2014/main" id="{5B2C26FD-8102-44F4-8593-4471DA5E5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4C2B900-1DB4-4B2C-AD73-83C74E2626B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251322" y="6114850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15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385CD3F-DE8F-496E-B3AA-99BC9644CD3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21362" y="6114850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5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E54CD52F-2498-29DF-6638-6E99EB9D3403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252735" y="1296365"/>
            <a:ext cx="5758587" cy="4780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6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847726C-9528-5523-7BE8-387B7438374B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221362" y="1296365"/>
            <a:ext cx="5758587" cy="4780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33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b5a6a368943b8">
            <a:extLst>
              <a:ext uri="{96DAC541-7B7A-43D3-8B79-37D633B846F1}">
                <asvg:svgBlip xmlns:asvg="http://schemas.microsoft.com/office/drawing/2016/SVG/main" r:embed="R974498b9439148b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Headline &amp; 4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5" name="Title 1">
            <a:extLst xmlns:a="http://schemas.openxmlformats.org/drawingml/2006/main">
              <a:ext uri="{FF2B5EF4-FFF2-40B4-BE49-F238E27FC236}">
                <a16:creationId xmlns:a16="http://schemas.microsoft.com/office/drawing/2014/main" id="{5B2C26FD-8102-44F4-8593-4471DA5E5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4C2B900-1DB4-4B2C-AD73-83C74E2626B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251322" y="6114850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15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385CD3F-DE8F-496E-B3AA-99BC9644CD3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21362" y="6114850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5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E54CD52F-2498-29DF-6638-6E99EB9D3403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252735" y="1296365"/>
            <a:ext cx="5758587" cy="2018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6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847726C-9528-5523-7BE8-387B7438374B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221362" y="1296365"/>
            <a:ext cx="5758587" cy="2018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7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24AB3C2-C685-954D-9A4B-433018167DD0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251322" y="3379427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8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58FB0C46-1A84-E4F6-E929-9E3FC399462B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6221362" y="3379427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9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B2C42B94-F9C4-15BB-8BA6-25AB95C55391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251322" y="4011601"/>
            <a:ext cx="5758587" cy="2018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10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4568820A-61B2-6E29-F964-18252840B35C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6219949" y="4011601"/>
            <a:ext cx="5758587" cy="2018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37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0a77db22140e1">
            <a:extLst>
              <a:ext uri="{96DAC541-7B7A-43D3-8B79-37D633B846F1}">
                <asvg:svgBlip xmlns:asvg="http://schemas.microsoft.com/office/drawing/2016/SVG/main" r:embed="Rf270213c6e374f8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Headline &amp; 3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25" name="Title 1">
            <a:extLst xmlns:a="http://schemas.openxmlformats.org/drawingml/2006/main">
              <a:ext uri="{FF2B5EF4-FFF2-40B4-BE49-F238E27FC236}">
                <a16:creationId xmlns:a16="http://schemas.microsoft.com/office/drawing/2014/main" id="{5B2C26FD-8102-44F4-8593-4471DA5E5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4C2B900-1DB4-4B2C-AD73-83C74E2626B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251322" y="6114850"/>
            <a:ext cx="3705807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15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385CD3F-DE8F-496E-B3AA-99BC9644CD3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173889" y="6114850"/>
            <a:ext cx="379465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5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E54CD52F-2498-29DF-6638-6E99EB9D3403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252735" y="1296365"/>
            <a:ext cx="3705807" cy="4780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6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847726C-9528-5523-7BE8-387B7438374B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4173889" y="1296365"/>
            <a:ext cx="3794650" cy="4780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7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54F8DF3-CFAA-946B-0AA1-A3B6EF42EE9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186713" y="6114850"/>
            <a:ext cx="379465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rPr sz="2200" b="1">
                <a:solidFill>
                  <a:schemeClr val="tx2"/>
                </a:solidFill>
              </a:rPr>
              <a:t>Mastertextformat bearbeiten</a:t>
            </a:r>
          </a:p>
        </p:txBody>
      </p:sp>
      <p:sp>
        <p:nvSpPr>
          <p:cNvPr id="8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3863FAE-775B-92DE-6F8F-6B8998E96186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8186713" y="1296365"/>
            <a:ext cx="3794650" cy="47803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3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4882dc6ac45f7">
            <a:extLst>
              <a:ext uri="{96DAC541-7B7A-43D3-8B79-37D633B846F1}">
                <asvg:svgBlip xmlns:asvg="http://schemas.microsoft.com/office/drawing/2016/SVG/main" r:embed="Rd7184c3f106e41a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Headline &amp; 1 Content breit &amp; F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1" y="125973"/>
            <a:ext cx="6405476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91F66210-61F0-46EC-AD26-B1F76DE3A770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158762" y="0"/>
            <a:ext cx="4203521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16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AB4076EA-C4B9-49BB-B0CE-E410400A7D8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2000" y="1455937"/>
            <a:ext cx="6406252" cy="51647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pic>
        <p:nvPicPr>
          <p:cNvPr id="27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824d1af074039">
            <a:extLst>
              <a:ext uri="{96DAC541-7B7A-43D3-8B79-37D633B846F1}">
                <asvg:svgBlip xmlns:asvg="http://schemas.microsoft.com/office/drawing/2016/SVG/main" r:embed="R0e80c7bb6cf0403e"/>
              </a:ext>
            </a:extLst>
          </a:blip>
          <a:srcRect xmlns:a="http://schemas.openxmlformats.org/drawingml/2006/main" l="0" t="-2177" r="0" b="-2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0769" y="125973"/>
            <a:ext cx="340594" cy="355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Headline &amp; 1 Content &amp; Foto bre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3716319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16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endParaRPr sz="1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4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3E851C3A-281E-653F-02B8-1D5C0CE37CC4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4270160" y="0"/>
            <a:ext cx="792184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6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5CC78C2A-3EFE-45C0-9AED-56F54CD8ABD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2000" y="1455937"/>
            <a:ext cx="3716319" cy="516478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Layout dunkel Headline &amp; Content schrä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hteck 5">
            <a:extLst xmlns:a="http://schemas.openxmlformats.org/drawingml/2006/main">
              <a:ext uri="{FF2B5EF4-FFF2-40B4-BE49-F238E27FC236}">
                <a16:creationId xmlns:a16="http://schemas.microsoft.com/office/drawing/2014/main" id="{3A05E0CD-80E7-3597-5232-74A9A88B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1999" cy="68579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23000">
                <a:srgbClr val="012656"/>
              </a:gs>
              <a:gs pos="80000">
                <a:srgbClr val="012656"/>
              </a:gs>
              <a:gs pos="50000">
                <a:srgbClr val="4472C4"/>
              </a:gs>
            </a:gsLst>
            <a:lin ang="13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Bildplatzhalter 17">
            <a:extLst xmlns:a="http://schemas.openxmlformats.org/drawingml/2006/main">
              <a:ext uri="{FF2B5EF4-FFF2-40B4-BE49-F238E27FC236}">
                <a16:creationId xmlns:a16="http://schemas.microsoft.com/office/drawing/2014/main" id="{7A424419-DAFB-406C-9547-457BF25E2F3F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6369539" y="-15631"/>
            <a:ext cx="5822460" cy="6889261"/>
          </a:xfrm>
          <a:custGeom xmlns:a="http://schemas.openxmlformats.org/drawingml/2006/main">
            <a:gdLst>
              <a:gd name="connsiteX0" fmla="*/ 0 w 4974491"/>
              <a:gd name="connsiteY0" fmla="*/ 0 h 6858000"/>
              <a:gd name="connsiteX1" fmla="*/ 4974491 w 4974491"/>
              <a:gd name="connsiteY1" fmla="*/ 0 h 6858000"/>
              <a:gd name="connsiteX2" fmla="*/ 4974491 w 4974491"/>
              <a:gd name="connsiteY2" fmla="*/ 6858000 h 6858000"/>
              <a:gd name="connsiteX3" fmla="*/ 0 w 4974491"/>
              <a:gd name="connsiteY3" fmla="*/ 6858000 h 6858000"/>
              <a:gd name="connsiteX4" fmla="*/ 0 w 4974491"/>
              <a:gd name="connsiteY4" fmla="*/ 0 h 6858000"/>
              <a:gd name="connsiteX0" fmla="*/ 1348154 w 4974491"/>
              <a:gd name="connsiteY0" fmla="*/ 0 h 6869723"/>
              <a:gd name="connsiteX1" fmla="*/ 4974491 w 4974491"/>
              <a:gd name="connsiteY1" fmla="*/ 11723 h 6869723"/>
              <a:gd name="connsiteX2" fmla="*/ 4974491 w 4974491"/>
              <a:gd name="connsiteY2" fmla="*/ 6869723 h 6869723"/>
              <a:gd name="connsiteX3" fmla="*/ 0 w 4974491"/>
              <a:gd name="connsiteY3" fmla="*/ 6869723 h 6869723"/>
              <a:gd name="connsiteX4" fmla="*/ 1348154 w 4974491"/>
              <a:gd name="connsiteY4" fmla="*/ 0 h 6869723"/>
              <a:gd name="connsiteX0" fmla="*/ 2176585 w 5802922"/>
              <a:gd name="connsiteY0" fmla="*/ 0 h 6881446"/>
              <a:gd name="connsiteX1" fmla="*/ 5802922 w 5802922"/>
              <a:gd name="connsiteY1" fmla="*/ 11723 h 6881446"/>
              <a:gd name="connsiteX2" fmla="*/ 5802922 w 5802922"/>
              <a:gd name="connsiteY2" fmla="*/ 6869723 h 6881446"/>
              <a:gd name="connsiteX3" fmla="*/ 0 w 5802922"/>
              <a:gd name="connsiteY3" fmla="*/ 6881446 h 6881446"/>
              <a:gd name="connsiteX4" fmla="*/ 2176585 w 5802922"/>
              <a:gd name="connsiteY4" fmla="*/ 0 h 6881446"/>
              <a:gd name="connsiteX0" fmla="*/ 2196123 w 5822460"/>
              <a:gd name="connsiteY0" fmla="*/ 0 h 6885354"/>
              <a:gd name="connsiteX1" fmla="*/ 5822460 w 5822460"/>
              <a:gd name="connsiteY1" fmla="*/ 11723 h 6885354"/>
              <a:gd name="connsiteX2" fmla="*/ 5822460 w 5822460"/>
              <a:gd name="connsiteY2" fmla="*/ 6869723 h 6885354"/>
              <a:gd name="connsiteX3" fmla="*/ 0 w 5822460"/>
              <a:gd name="connsiteY3" fmla="*/ 6885354 h 6885354"/>
              <a:gd name="connsiteX4" fmla="*/ 2196123 w 5822460"/>
              <a:gd name="connsiteY4" fmla="*/ 0 h 6885354"/>
              <a:gd name="connsiteX0" fmla="*/ 2590800 w 5822460"/>
              <a:gd name="connsiteY0" fmla="*/ 0 h 6889261"/>
              <a:gd name="connsiteX1" fmla="*/ 5822460 w 5822460"/>
              <a:gd name="connsiteY1" fmla="*/ 15630 h 6889261"/>
              <a:gd name="connsiteX2" fmla="*/ 5822460 w 5822460"/>
              <a:gd name="connsiteY2" fmla="*/ 6873630 h 6889261"/>
              <a:gd name="connsiteX3" fmla="*/ 0 w 5822460"/>
              <a:gd name="connsiteY3" fmla="*/ 6889261 h 6889261"/>
              <a:gd name="connsiteX4" fmla="*/ 2590800 w 5822460"/>
              <a:gd name="connsiteY4" fmla="*/ 0 h 6889261"/>
            </a:gdLst>
            <a:rect l="l" t="t" r="r" b="b"/>
            <a:pathLst>
              <a:path w="5822460" h="6889261">
                <a:moveTo>
                  <a:pt x="2590800" y="0"/>
                </a:moveTo>
                <a:lnTo>
                  <a:pt x="5822460" y="15630"/>
                </a:lnTo>
                <a:lnTo>
                  <a:pt x="5822460" y="6873630"/>
                </a:lnTo>
                <a:lnTo>
                  <a:pt x="0" y="6889261"/>
                </a:lnTo>
                <a:lnTo>
                  <a:pt x="2590800" y="0"/>
                </a:lnTo>
                <a:close/>
              </a:path>
            </a:pathLst>
          </a:cu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6E614C-2D81-4BE7-9389-8687B38F59B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57200" y="1606062"/>
            <a:ext cx="6205415" cy="4372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rIns="90000" anchor="t">
            <a:normAutofit/>
          </a:bodyPr>
          <a:lstStyle xmlns:a="http://schemas.openxmlformats.org/drawingml/2006/main">
            <a:lvl1pPr algn="l">
              <a:buNone/>
              <a:defRPr sz="8000" b="1" spc="0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Headline</a:t>
            </a:r>
            <a:endParaRPr/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6EBBD200-1A8B-B613-0372-64B506A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37795">
            <a:off x="3930266" y="3273476"/>
            <a:ext cx="7469663" cy="294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ECB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platzhalter 11">
            <a:extLst xmlns:a="http://schemas.openxmlformats.org/drawingml/2006/main">
              <a:ext uri="{FF2B5EF4-FFF2-40B4-BE49-F238E27FC236}">
                <a16:creationId xmlns:a16="http://schemas.microsoft.com/office/drawing/2014/main" id="{2FBF3823-473F-87CF-A278-E2B06AFD4A3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7538" y="879231"/>
            <a:ext cx="7315200" cy="61707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Subheadline</a:t>
            </a:r>
          </a:p>
        </p:txBody>
      </p:sp>
      <p:pic>
        <p:nvPicPr>
          <p:cNvPr id="28" name="Grafik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e983df5c94125">
            <a:extLst>
              <a:ext uri="{96DAC541-7B7A-43D3-8B79-37D633B846F1}">
                <asvg:svgBlip xmlns:asvg="http://schemas.microsoft.com/office/drawing/2016/SVG/main" r:embed="R21334c2f03d849b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  <p:pic>
        <p:nvPicPr>
          <p:cNvPr id="29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b289ee8d34c7c">
            <a:alphaModFix amt="8000"/>
            <a:extLst>
              <a:ext uri="{96DAC541-7B7A-43D3-8B79-37D633B846F1}">
                <asvg:svgBlip xmlns:asvg="http://schemas.microsoft.com/office/drawing/2016/SVG/main" r:embed="R5e7b79a54a3242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903" y="226420"/>
            <a:ext cx="6405158" cy="640515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Event Speaker">
    <p:bg>
      <p:bgPr>
        <a:gradFill xmlns:a="http://schemas.openxmlformats.org/drawingml/2006/main">
          <a:gsLst>
            <a:gs pos="23000">
              <a:srgbClr val="012656"/>
            </a:gs>
            <a:gs pos="80000">
              <a:srgbClr val="012656"/>
            </a:gs>
            <a:gs pos="50000">
              <a:srgbClr val="4472C4"/>
            </a:gs>
          </a:gsLst>
          <a:lin ang="138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rafik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c32973b3f43dd">
            <a:alphaModFix amt="8000"/>
            <a:extLst>
              <a:ext uri="{96DAC541-7B7A-43D3-8B79-37D633B846F1}">
                <asvg:svgBlip xmlns:asvg="http://schemas.microsoft.com/office/drawing/2016/SVG/main" r:embed="R77749cf5d0cb41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5180" y="678180"/>
            <a:ext cx="5501640" cy="55016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showMasterSp="0" preserve="1" userDrawn="1">
  <p:cSld name="1_Headline + 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ildplatzhalter 17">
            <a:extLst xmlns:a="http://schemas.openxmlformats.org/drawingml/2006/main">
              <a:ext uri="{FF2B5EF4-FFF2-40B4-BE49-F238E27FC236}">
                <a16:creationId xmlns:a16="http://schemas.microsoft.com/office/drawing/2014/main" id="{7A424419-DAFB-406C-9547-457BF25E2F3F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24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FE466495-C3BB-EF56-B174-4557CA5C2A7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2000" y="1455937"/>
            <a:ext cx="5577300" cy="516478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sp>
        <p:nvSpPr>
          <p:cNvPr id="25" name="Title 1">
            <a:extLst xmlns:a="http://schemas.openxmlformats.org/drawingml/2006/main">
              <a:ext uri="{FF2B5EF4-FFF2-40B4-BE49-F238E27FC236}">
                <a16:creationId xmlns:a16="http://schemas.microsoft.com/office/drawing/2014/main" id="{B6D96523-888D-D241-2BD6-F9A21050F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pic>
        <p:nvPicPr>
          <p:cNvPr id="30" name="Grafik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b711233864460">
            <a:extLst>
              <a:ext uri="{96DAC541-7B7A-43D3-8B79-37D633B846F1}">
                <asvg:svgBlip xmlns:asvg="http://schemas.microsoft.com/office/drawing/2016/SVG/main" r:embed="Reb101d9b9464493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 hidden="1">
            <a:extLst xmlns:a="http://schemas.openxmlformats.org/drawingml/2006/main">
              <a:ext uri="{FF2B5EF4-FFF2-40B4-BE49-F238E27FC236}">
                <a16:creationId xmlns:a16="http://schemas.microsoft.com/office/drawing/2014/main" id="{81CAC1FC-521A-4F4A-AC7D-567E82DA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5000" b="1" i="0" baseline="0">
              <a:latin typeface="TitilliumText25L"/>
              <a:ea typeface="TitilliumText25L"/>
              <a:cs typeface="TitilliumText25L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CA10B61-8CD6-4876-A9C8-F5EBBCC8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99000"/>
            <a:ext cx="381000" cy="16098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C6B400-A61C-4916-87E1-1B34FD3FB61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57200" y="4845837"/>
            <a:ext cx="11163300" cy="669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rIns="90000" anchor="t">
            <a:noAutofit/>
          </a:bodyPr>
          <a:lstStyle xmlns:a="http://schemas.openxmlformats.org/drawingml/2006/main">
            <a:lvl1pPr algn="l">
              <a:buNone/>
              <a:defRPr sz="5000" b="1" spc="0" baseline="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Thank you!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D7F281-C4DD-426F-9287-439AB670847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57200" y="5515429"/>
            <a:ext cx="11163300" cy="7934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rIns="9144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 xmlns:a="http://schemas.openxmlformats.org/drawingml/2006/main">
            <a:r>
              <a:t>Kontakt</a:t>
            </a:r>
            <a:endParaRPr/>
          </a:p>
        </p:txBody>
      </p:sp>
      <p:sp>
        <p:nvSpPr>
          <p:cNvPr id="20" name="Bildplatzhalter 17">
            <a:extLst xmlns:a="http://schemas.openxmlformats.org/drawingml/2006/main">
              <a:ext uri="{FF2B5EF4-FFF2-40B4-BE49-F238E27FC236}">
                <a16:creationId xmlns:a16="http://schemas.microsoft.com/office/drawing/2014/main" id="{7A424419-DAFB-406C-9547-457BF25E2F3F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pic>
        <p:nvPicPr>
          <p:cNvPr id="27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43b98d0e04c32">
            <a:extLst>
              <a:ext uri="{96DAC541-7B7A-43D3-8B79-37D633B846F1}">
                <asvg:svgBlip xmlns:asvg="http://schemas.microsoft.com/office/drawing/2016/SVG/main" r:embed="R0cf1fd32a5b8471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Headlin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3A4B30F-CB54-4958-AA03-FA9D00951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1999" y="125973"/>
            <a:ext cx="11688001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2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r>
              <a:rPr sz="12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 |</a:t>
            </a:r>
          </a:p>
        </p:txBody>
      </p:sp>
      <p:sp>
        <p:nvSpPr>
          <p:cNvPr id="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E3961D08-A446-C485-B82F-2105F260B1D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3068" y="6540673"/>
            <a:ext cx="10407832" cy="304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Quellennachweis</a:t>
            </a:r>
          </a:p>
        </p:txBody>
      </p:sp>
      <p:pic>
        <p:nvPicPr>
          <p:cNvPr id="19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be94c91ae4ca3">
            <a:extLst>
              <a:ext uri="{96DAC541-7B7A-43D3-8B79-37D633B846F1}">
                <asvg:svgBlip xmlns:asvg="http://schemas.microsoft.com/office/drawing/2016/SVG/main" r:embed="R6877f3732ac14fd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6428479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Headline &amp; 1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3A4B30F-CB54-4958-AA03-FA9D00951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1999" y="125973"/>
            <a:ext cx="11688001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r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 |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AE187B7-3C71-4329-A7DD-F5D0438CE6B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51999" y="1454401"/>
            <a:ext cx="11642725" cy="4877819"/>
          </a:xfrm>
        </p:spPr>
        <p:txBody>
          <a:bodyPr xmlns:a="http://schemas.openxmlformats.org/drawingml/2006/main"/>
          <a:lstStyle xmlns:a="http://schemas.openxmlformats.org/drawingml/2006/main"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  <p:sp>
        <p:nvSpPr>
          <p:cNvPr id="5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C7D0EEA3-AC2D-0209-5E93-29844B2734D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3068" y="6540673"/>
            <a:ext cx="10400212" cy="304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Quellennachweis</a:t>
            </a:r>
          </a:p>
        </p:txBody>
      </p:sp>
      <p:pic>
        <p:nvPicPr>
          <p:cNvPr id="20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ea21ed2fe4ba7">
            <a:extLst>
              <a:ext uri="{96DAC541-7B7A-43D3-8B79-37D633B846F1}">
                <asvg:svgBlip xmlns:asvg="http://schemas.microsoft.com/office/drawing/2016/SVG/main" r:embed="R44fa5598059246b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6428479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Headline &amp; 2 Cont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EF0257-C031-4253-B3F1-D42BD676B62D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00" y="1455420"/>
            <a:ext cx="5760000" cy="4884420"/>
          </a:xfrm>
        </p:spPr>
        <p:txBody>
          <a:bodyPr xmlns:a="http://schemas.openxmlformats.org/drawingml/2006/main"/>
          <a:lstStyle xmlns:a="http://schemas.openxmlformats.org/drawingml/2006/main"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12656"/>
              </a:buClr>
              <a:buSzPct val="100000"/>
              <a:buFont typeface="Wingdings"/>
              <a:buChar char="§"/>
              <a:defRPr/>
            </a:lvl1pPr>
            <a:lvl2pPr marL="630000" marR="0" indent="-288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2pPr>
            <a:lvl3pPr marL="846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3pPr>
            <a:lvl4pPr marL="1062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4pPr>
            <a:lvl5pPr marL="1278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5pPr>
          </a:lstStyle>
          <a:p xmlns:a="http://schemas.openxmlformats.org/drawingml/2006/main"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12656"/>
              </a:buClr>
              <a:buSzPct val="100000"/>
              <a:buFont typeface="Wingdings"/>
              <a:buChar char="§"/>
            </a:pPr>
            <a:r>
              <a:rPr sz="2200" b="0" i="0" u="none" cap="none">
                <a:ln>
                  <a:noFill/>
                </a:ln>
                <a:solidFill>
                  <a:srgbClr val="012656"/>
                </a:solidFill>
                <a:latin typeface="+mj-lt"/>
                <a:ea typeface="+mj-lt"/>
                <a:cs typeface="+mj-lt"/>
              </a:rPr>
              <a:t>Mastertextformat bearbeiten</a:t>
            </a:r>
          </a:p>
        </p:txBody>
      </p:sp>
      <p:sp>
        <p:nvSpPr>
          <p:cNvPr id="1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D09069-0404-4813-B6F1-3E032433F9D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221362" y="1455420"/>
            <a:ext cx="5760000" cy="4884420"/>
          </a:xfrm>
        </p:spPr>
        <p:txBody>
          <a:bodyPr xmlns:a="http://schemas.openxmlformats.org/drawingml/2006/main"/>
          <a:lstStyle xmlns:a="http://schemas.openxmlformats.org/drawingml/2006/main">
            <a:lvl1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12656"/>
              </a:buClr>
              <a:buSzPct val="100000"/>
              <a:buFont typeface="Wingdings"/>
              <a:buChar char="§"/>
              <a:defRPr/>
            </a:lvl1pPr>
            <a:lvl2pPr marL="630000" marR="0" indent="-288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2pPr>
            <a:lvl3pPr marL="846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3pPr>
            <a:lvl4pPr marL="1062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4pPr>
            <a:lvl5pPr marL="1278000" marR="0" indent="-216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12656"/>
              </a:buClr>
              <a:buSzTx/>
              <a:buFont typeface="Wingdings"/>
              <a:buChar char="§"/>
              <a:defRPr/>
            </a:lvl5pPr>
          </a:lstStyle>
          <a:p xmlns:a="http://schemas.openxmlformats.org/drawingml/2006/main"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12656"/>
              </a:buClr>
              <a:buSzPct val="100000"/>
              <a:buFont typeface="Wingdings"/>
              <a:buChar char="§"/>
            </a:pPr>
            <a:r>
              <a:rPr sz="2200" b="0" i="0" u="none" cap="none">
                <a:ln>
                  <a:noFill/>
                </a:ln>
                <a:solidFill>
                  <a:srgbClr val="012656"/>
                </a:solidFill>
                <a:latin typeface="+mj-lt"/>
                <a:ea typeface="+mj-lt"/>
                <a:cs typeface="+mj-lt"/>
              </a:rPr>
              <a:t>Mastertextformat bearbeiten</a:t>
            </a:r>
          </a:p>
        </p:txBody>
      </p:sp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r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 |</a:t>
            </a:r>
          </a:p>
        </p:txBody>
      </p:sp>
      <p:sp>
        <p:nvSpPr>
          <p:cNvPr id="5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1925990B-4AC2-1838-F2D8-DAF58D098E1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3068" y="6540673"/>
            <a:ext cx="10407832" cy="304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Quellennachweis</a:t>
            </a:r>
          </a:p>
        </p:txBody>
      </p:sp>
      <p:pic>
        <p:nvPicPr>
          <p:cNvPr id="28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aec5769d44915">
            <a:extLst>
              <a:ext uri="{96DAC541-7B7A-43D3-8B79-37D633B846F1}">
                <asvg:svgBlip xmlns:asvg="http://schemas.microsoft.com/office/drawing/2016/SVG/main" r:embed="R6dbf69356fe64d7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6428479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Headline &amp; 2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r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 |</a:t>
            </a:r>
          </a:p>
        </p:txBody>
      </p:sp>
      <p:sp>
        <p:nvSpPr>
          <p:cNvPr id="25" name="Title 1">
            <a:extLst xmlns:a="http://schemas.openxmlformats.org/drawingml/2006/main">
              <a:ext uri="{FF2B5EF4-FFF2-40B4-BE49-F238E27FC236}">
                <a16:creationId xmlns:a16="http://schemas.microsoft.com/office/drawing/2014/main" id="{5B2C26FD-8102-44F4-8593-4471DA5E5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4C2B900-1DB4-4B2C-AD73-83C74E2626B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251322" y="5694873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15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385CD3F-DE8F-496E-B3AA-99BC9644CD3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21362" y="5694873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5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E54CD52F-2498-29DF-6638-6E99EB9D3403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252735" y="1296365"/>
            <a:ext cx="5758587" cy="4327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6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847726C-9528-5523-7BE8-387B7438374B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221362" y="1296365"/>
            <a:ext cx="5758587" cy="4327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7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BB9ACA6B-739A-55B1-62C3-79260FCBCC1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3068" y="6540673"/>
            <a:ext cx="10392592" cy="304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Quellennachweis</a:t>
            </a:r>
          </a:p>
        </p:txBody>
      </p:sp>
      <p:pic>
        <p:nvPicPr>
          <p:cNvPr id="3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aaaf0c1d14f67">
            <a:extLst>
              <a:ext uri="{96DAC541-7B7A-43D3-8B79-37D633B846F1}">
                <asvg:svgBlip xmlns:asvg="http://schemas.microsoft.com/office/drawing/2016/SVG/main" r:embed="R5b0e21b1113344a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6428479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Headline &amp; 4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r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 |</a:t>
            </a:r>
          </a:p>
        </p:txBody>
      </p:sp>
      <p:sp>
        <p:nvSpPr>
          <p:cNvPr id="25" name="Title 1">
            <a:extLst xmlns:a="http://schemas.openxmlformats.org/drawingml/2006/main">
              <a:ext uri="{FF2B5EF4-FFF2-40B4-BE49-F238E27FC236}">
                <a16:creationId xmlns:a16="http://schemas.microsoft.com/office/drawing/2014/main" id="{5B2C26FD-8102-44F4-8593-4471DA5E5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4C2B900-1DB4-4B2C-AD73-83C74E2626B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251322" y="5905103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15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385CD3F-DE8F-496E-B3AA-99BC9644CD3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21362" y="5905103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5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E54CD52F-2498-29DF-6638-6E99EB9D3403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252735" y="1296365"/>
            <a:ext cx="5758587" cy="1825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6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847726C-9528-5523-7BE8-387B7438374B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221362" y="1296365"/>
            <a:ext cx="5758587" cy="1825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7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24AB3C2-C685-954D-9A4B-433018167DD0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251322" y="3192540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8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58FB0C46-1A84-E4F6-E929-9E3FC399462B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6221362" y="3192540"/>
            <a:ext cx="576000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9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B2C42B94-F9C4-15BB-8BA6-25AB95C55391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251322" y="4011601"/>
            <a:ext cx="5758587" cy="1825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0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4568820A-61B2-6E29-F964-18252840B35C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6219949" y="4011601"/>
            <a:ext cx="5758587" cy="1825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1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0C863F3A-CCCD-A0B3-0D4F-E0ECFEC6160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3068" y="6540673"/>
            <a:ext cx="10369732" cy="304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Quellennachweis</a:t>
            </a:r>
          </a:p>
        </p:txBody>
      </p:sp>
      <p:pic>
        <p:nvPicPr>
          <p:cNvPr id="38" name="Grafik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f40732b5746c8">
            <a:extLst>
              <a:ext uri="{96DAC541-7B7A-43D3-8B79-37D633B846F1}">
                <asvg:svgBlip xmlns:asvg="http://schemas.microsoft.com/office/drawing/2016/SVG/main" r:embed="R24a1ede0d7dd411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6428479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4.xml><?xml version="1.0" encoding="utf-8"?>
<p:sldLayout xmlns:p="http://schemas.openxmlformats.org/presentationml/2006/main" showMasterSp="0" preserve="1" userDrawn="1">
  <p:cSld name="Headline &amp; 3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r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 |</a:t>
            </a:r>
          </a:p>
        </p:txBody>
      </p:sp>
      <p:sp>
        <p:nvSpPr>
          <p:cNvPr id="25" name="Title 1">
            <a:extLst xmlns:a="http://schemas.openxmlformats.org/drawingml/2006/main">
              <a:ext uri="{FF2B5EF4-FFF2-40B4-BE49-F238E27FC236}">
                <a16:creationId xmlns:a16="http://schemas.microsoft.com/office/drawing/2014/main" id="{5B2C26FD-8102-44F4-8593-4471DA5E5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729363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4C2B900-1DB4-4B2C-AD73-83C74E2626B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251322" y="5860350"/>
            <a:ext cx="3705807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15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3385CD3F-DE8F-496E-B3AA-99BC9644CD3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173889" y="5860350"/>
            <a:ext cx="379465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5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E54CD52F-2498-29DF-6638-6E99EB9D3403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252735" y="1296365"/>
            <a:ext cx="3705807" cy="448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6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847726C-9528-5523-7BE8-387B7438374B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4173889" y="1296365"/>
            <a:ext cx="3794650" cy="448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7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54F8DF3-CFAA-946B-0AA1-A3B6EF42EE9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186713" y="5860350"/>
            <a:ext cx="3794650" cy="38724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rPr sz="2200" b="1">
                <a:solidFill>
                  <a:schemeClr val="tx2"/>
                </a:solidFill>
              </a:rPr>
              <a:t>Mastertextformat</a:t>
            </a:r>
            <a:r>
              <a:rPr sz="2200" b="1">
                <a:solidFill>
                  <a:schemeClr val="tx2"/>
                </a:solidFill>
              </a:rPr>
              <a:t> </a:t>
            </a:r>
            <a:r>
              <a:rPr sz="2200" b="1">
                <a:solidFill>
                  <a:schemeClr val="tx2"/>
                </a:solidFill>
              </a:rPr>
              <a:t>bearbeiten</a:t>
            </a:r>
            <a:endParaRPr sz="2200" b="1">
              <a:solidFill>
                <a:schemeClr val="tx2"/>
              </a:solidFill>
            </a:endParaRPr>
          </a:p>
        </p:txBody>
      </p:sp>
      <p:sp>
        <p:nvSpPr>
          <p:cNvPr id="8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23863FAE-775B-92DE-6F8F-6B8998E96186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8186713" y="1296365"/>
            <a:ext cx="3794650" cy="448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9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5C9DDC2C-D858-6B6C-F92C-655A4F055A3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3068" y="6540673"/>
            <a:ext cx="10354492" cy="304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Quellennachweis</a:t>
            </a:r>
          </a:p>
        </p:txBody>
      </p:sp>
      <p:pic>
        <p:nvPicPr>
          <p:cNvPr id="36" name="Grafik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4ed0cbd5b4ec1">
            <a:extLst>
              <a:ext uri="{96DAC541-7B7A-43D3-8B79-37D633B846F1}">
                <asvg:svgBlip xmlns:asvg="http://schemas.microsoft.com/office/drawing/2016/SVG/main" r:embed="Ra9a7993d5988486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6428479"/>
            <a:ext cx="886095" cy="3035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5.xml><?xml version="1.0" encoding="utf-8"?>
<p:sldLayout xmlns:p="http://schemas.openxmlformats.org/presentationml/2006/main" showMasterSp="0" preserve="1" userDrawn="1">
  <p:cSld name="Headline &amp; 1 Content breit &amp; F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C4DD3378-26DF-4804-8086-4CA7A5EE4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1" y="125973"/>
            <a:ext cx="6405476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buNone/>
              <a:defRPr sz="3200" b="1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3" name="Bildplatzhalter 2">
            <a:extLst xmlns:a="http://schemas.openxmlformats.org/drawingml/2006/main">
              <a:ext uri="{FF2B5EF4-FFF2-40B4-BE49-F238E27FC236}">
                <a16:creationId xmlns:a16="http://schemas.microsoft.com/office/drawing/2014/main" id="{91F66210-61F0-46EC-AD26-B1F76DE3A770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158762" y="0"/>
            <a:ext cx="4203521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  <a:endParaRPr/>
          </a:p>
        </p:txBody>
      </p:sp>
      <p:sp>
        <p:nvSpPr>
          <p:cNvPr id="16" name="Textfeld 14">
            <a:extLst xmlns:a="http://schemas.openxmlformats.org/drawingml/2006/main"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2" y="6540673"/>
            <a:ext cx="351746" cy="3046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fld id="{2606D6E4-7A48-4190-B649-F3AD422062DD}" type="slidenum"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‹Nr.›</a:t>
            </a:fld>
            <a:r>
              <a:rPr sz="10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 |</a:t>
            </a:r>
          </a:p>
        </p:txBody>
      </p:sp>
      <p:sp>
        <p:nvSpPr>
          <p:cNvPr id="5" name="Textplatzhalter 4">
            <a:extLst xmlns:a="http://schemas.openxmlformats.org/drawingml/2006/main">
              <a:ext uri="{FF2B5EF4-FFF2-40B4-BE49-F238E27FC236}">
                <a16:creationId xmlns:a16="http://schemas.microsoft.com/office/drawing/2014/main" id="{AB4076EA-C4B9-49BB-B0CE-E410400A7D8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52000" y="1455937"/>
            <a:ext cx="6406252" cy="49644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</p:txBody>
      </p:sp>
      <p:sp>
        <p:nvSpPr>
          <p:cNvPr id="6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9E4B1675-524F-F2C3-9AA1-2DC7AF19029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3068" y="6540673"/>
            <a:ext cx="6405476" cy="304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Quellennachweis</a:t>
            </a:r>
          </a:p>
        </p:txBody>
      </p:sp>
      <p:pic>
        <p:nvPicPr>
          <p:cNvPr id="28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d095fb30a4ef4">
            <a:extLst>
              <a:ext uri="{96DAC541-7B7A-43D3-8B79-37D633B846F1}">
                <asvg:svgBlip xmlns:asvg="http://schemas.microsoft.com/office/drawing/2016/SVG/main" r:embed="Rc566e589e45c497c"/>
              </a:ext>
            </a:extLst>
          </a:blip>
          <a:srcRect xmlns:a="http://schemas.openxmlformats.org/drawingml/2006/main" l="0" t="-2177" r="0" b="-2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0769" y="6364633"/>
            <a:ext cx="340594" cy="355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c547d2ef453482d" /><Relationship Type="http://schemas.openxmlformats.org/officeDocument/2006/relationships/image" Target="/ppt/media/image.svg" Id="R1ac1d89fa87940ee" /><Relationship Type="http://schemas.openxmlformats.org/officeDocument/2006/relationships/theme" Target="/ppt/slideMasters/theme/theme2.xml" Id="R2388c36069bc4988" /><Relationship Type="http://schemas.openxmlformats.org/officeDocument/2006/relationships/slideLayout" Target="/ppt/slideLayouts/slideLayout1.xml" Id="R6510de61eebb455e" /><Relationship Type="http://schemas.openxmlformats.org/officeDocument/2006/relationships/slideLayout" Target="/ppt/slideLayouts/slideLayout2.xml" Id="R2185a06978f149e7" /><Relationship Type="http://schemas.openxmlformats.org/officeDocument/2006/relationships/slideLayout" Target="/ppt/slideLayouts/slideLayout3.xml" Id="Rb5562aa6d64e4b13" /><Relationship Type="http://schemas.openxmlformats.org/officeDocument/2006/relationships/slideLayout" Target="/ppt/slideLayouts/slideLayout4.xml" Id="R65b2e182036f49cc" /><Relationship Type="http://schemas.openxmlformats.org/officeDocument/2006/relationships/slideLayout" Target="/ppt/slideLayouts/slideLayout5.xml" Id="R7b0bb373803b4a7d" /><Relationship Type="http://schemas.openxmlformats.org/officeDocument/2006/relationships/slideLayout" Target="/ppt/slideLayouts/slideLayout6.xml" Id="Rd95709dee09546e1" /><Relationship Type="http://schemas.openxmlformats.org/officeDocument/2006/relationships/slideLayout" Target="/ppt/slideLayouts/slideLayout7.xml" Id="Rf2e053bb60d148c2" /><Relationship Type="http://schemas.openxmlformats.org/officeDocument/2006/relationships/slideLayout" Target="/ppt/slideLayouts/slideLayout8.xml" Id="R1185eede42f84b62" /><Relationship Type="http://schemas.openxmlformats.org/officeDocument/2006/relationships/slideLayout" Target="/ppt/slideLayouts/slideLayout9.xml" Id="Ra94d5e4754e6466f" /><Relationship Type="http://schemas.openxmlformats.org/officeDocument/2006/relationships/slideLayout" Target="/ppt/slideLayouts/slideLayout10.xml" Id="Rd8d3d7fb43d346ec" /><Relationship Type="http://schemas.openxmlformats.org/officeDocument/2006/relationships/slideLayout" Target="/ppt/slideLayouts/slideLayout11.xml" Id="Rca0613a4877e4b49" /><Relationship Type="http://schemas.openxmlformats.org/officeDocument/2006/relationships/slideLayout" Target="/ppt/slideLayouts/slideLayout12.xml" Id="R6c793f7e973c49fc" /><Relationship Type="http://schemas.openxmlformats.org/officeDocument/2006/relationships/slideLayout" Target="/ppt/slideLayouts/slideLayout13.xml" Id="Rfb902dae5c4545cb" /><Relationship Type="http://schemas.openxmlformats.org/officeDocument/2006/relationships/slideLayout" Target="/ppt/slideLayouts/slideLayout14.xml" Id="R64f88e2cbad247b2" /><Relationship Type="http://schemas.openxmlformats.org/officeDocument/2006/relationships/slideLayout" Target="/ppt/slideLayouts/slideLayout15.xml" Id="Rd89e50c6759c4a1f" /><Relationship Type="http://schemas.openxmlformats.org/officeDocument/2006/relationships/slideLayout" Target="/ppt/slideLayouts/slideLayout16.xml" Id="Rac25c6a05d2947cc" /><Relationship Type="http://schemas.openxmlformats.org/officeDocument/2006/relationships/slideLayout" Target="/ppt/slideLayouts/slideLayout17.xml" Id="R73d7caa7a6a04424" /><Relationship Type="http://schemas.openxmlformats.org/officeDocument/2006/relationships/slideLayout" Target="/ppt/slideLayouts/slideLayout18.xml" Id="R3da84b494657469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9de96275f7b84733" /><Relationship Type="http://schemas.openxmlformats.org/officeDocument/2006/relationships/image" Target="/ppt/media/image.svg" Id="R943d68f7a4fc41d8" /><Relationship Type="http://schemas.openxmlformats.org/officeDocument/2006/relationships/theme" Target="/ppt/slideMasters/theme/theme3.xml" Id="R3a37589b916f41a0" /><Relationship Type="http://schemas.openxmlformats.org/officeDocument/2006/relationships/slideLayout" Target="/ppt/slideLayouts/slideLayout19.xml" Id="Rea3eb9544cac4cce" /><Relationship Type="http://schemas.openxmlformats.org/officeDocument/2006/relationships/slideLayout" Target="/ppt/slideLayouts/slideLayout20.xml" Id="R5dac24b69ac14b24" /><Relationship Type="http://schemas.openxmlformats.org/officeDocument/2006/relationships/slideLayout" Target="/ppt/slideLayouts/slideLayout21.xml" Id="R86d574fdf72c47d4" /><Relationship Type="http://schemas.openxmlformats.org/officeDocument/2006/relationships/slideLayout" Target="/ppt/slideLayouts/slideLayout22.xml" Id="R49cdda1e3c7742e2" /><Relationship Type="http://schemas.openxmlformats.org/officeDocument/2006/relationships/slideLayout" Target="/ppt/slideLayouts/slideLayout23.xml" Id="Reecb1728287540a2" /><Relationship Type="http://schemas.openxmlformats.org/officeDocument/2006/relationships/slideLayout" Target="/ppt/slideLayouts/slideLayout24.xml" Id="R62f08847fb204dd6" /><Relationship Type="http://schemas.openxmlformats.org/officeDocument/2006/relationships/slideLayout" Target="/ppt/slideLayouts/slideLayout25.xml" Id="R32adffb48cc345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E6838921-742D-43D4-9D9F-9B760041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3200" b="1" i="0" baseline="0">
              <a:latin typeface="TitilliumText25L"/>
              <a:ea typeface="TitilliumText25L"/>
              <a:cs typeface="TitilliumText25L"/>
            </a:endParaRPr>
          </a:p>
        </p:txBody>
      </p:sp>
      <p:sp>
        <p:nvSpPr>
          <p:cNvPr id="11" name="Titelplatzhalter 10">
            <a:extLst xmlns:a="http://schemas.openxmlformats.org/drawingml/2006/main">
              <a:ext uri="{FF2B5EF4-FFF2-40B4-BE49-F238E27FC236}">
                <a16:creationId xmlns:a16="http://schemas.microsoft.com/office/drawing/2014/main" id="{CD78F690-38B8-4CD3-BB42-2B79A89DA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688000" cy="900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3476F15-C399-4294-8733-F86104378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2000" y="1454400"/>
            <a:ext cx="11687999" cy="51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pic>
        <p:nvPicPr>
          <p:cNvPr id="16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47d2ef453482d">
            <a:extLst>
              <a:ext uri="{96DAC541-7B7A-43D3-8B79-37D633B846F1}">
                <asvg:svgBlip xmlns:asvg="http://schemas.microsoft.com/office/drawing/2016/SVG/main" r:embed="R1ac1d89fa87940ee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151916"/>
            <a:ext cx="886095" cy="30354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10de61eebb455e"/>
    <p:sldLayoutId xmlns:r="http://schemas.openxmlformats.org/officeDocument/2006/relationships" id="2147483650" r:id="R2185a06978f149e7"/>
    <p:sldLayoutId xmlns:r="http://schemas.openxmlformats.org/officeDocument/2006/relationships" id="2147483651" r:id="Rb5562aa6d64e4b13"/>
    <p:sldLayoutId xmlns:r="http://schemas.openxmlformats.org/officeDocument/2006/relationships" id="2147483652" r:id="R65b2e182036f49cc"/>
    <p:sldLayoutId xmlns:r="http://schemas.openxmlformats.org/officeDocument/2006/relationships" id="2147483653" r:id="R7b0bb373803b4a7d"/>
    <p:sldLayoutId xmlns:r="http://schemas.openxmlformats.org/officeDocument/2006/relationships" id="2147483654" r:id="Rd95709dee09546e1"/>
    <p:sldLayoutId xmlns:r="http://schemas.openxmlformats.org/officeDocument/2006/relationships" id="2147483655" r:id="Rf2e053bb60d148c2"/>
    <p:sldLayoutId xmlns:r="http://schemas.openxmlformats.org/officeDocument/2006/relationships" id="2147483656" r:id="R1185eede42f84b62"/>
    <p:sldLayoutId xmlns:r="http://schemas.openxmlformats.org/officeDocument/2006/relationships" id="2147483657" r:id="Ra94d5e4754e6466f"/>
    <p:sldLayoutId xmlns:r="http://schemas.openxmlformats.org/officeDocument/2006/relationships" id="2147483658" r:id="Rd8d3d7fb43d346ec"/>
    <p:sldLayoutId xmlns:r="http://schemas.openxmlformats.org/officeDocument/2006/relationships" id="2147483659" r:id="Rca0613a4877e4b49"/>
    <p:sldLayoutId xmlns:r="http://schemas.openxmlformats.org/officeDocument/2006/relationships" id="2147483660" r:id="R6c793f7e973c49fc"/>
    <p:sldLayoutId xmlns:r="http://schemas.openxmlformats.org/officeDocument/2006/relationships" id="2147483661" r:id="Rfb902dae5c4545cb"/>
    <p:sldLayoutId xmlns:r="http://schemas.openxmlformats.org/officeDocument/2006/relationships" id="2147483662" r:id="R64f88e2cbad247b2"/>
    <p:sldLayoutId xmlns:r="http://schemas.openxmlformats.org/officeDocument/2006/relationships" id="2147483663" r:id="Rd89e50c6759c4a1f"/>
    <p:sldLayoutId xmlns:r="http://schemas.openxmlformats.org/officeDocument/2006/relationships" id="2147483664" r:id="Rac25c6a05d2947cc"/>
    <p:sldLayoutId xmlns:r="http://schemas.openxmlformats.org/officeDocument/2006/relationships" id="2147483665" r:id="R73d7caa7a6a04424"/>
    <p:sldLayoutId xmlns:r="http://schemas.openxmlformats.org/officeDocument/2006/relationships" id="2147483666" r:id="R3da84b494657469c"/>
  </p:sldLayoutIdLst>
  <p:txStyles>
    <p:titleStyle>
      <a:lvl1pPr xmlns:a="http://schemas.openxmlformats.org/drawingml/2006/main" marL="0" indent="0" algn="l" defTabSz="914400">
        <a:lnSpc>
          <a:spcPct val="80000"/>
        </a:lnSpc>
        <a:spcBef>
          <a:spcPct val="0"/>
        </a:spcBef>
        <a:buFont typeface="Wingdings"/>
        <a:buNone/>
        <a:defRPr sz="3200" b="1" kern="1200" cap="none" spc="0" baseline="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SzPct val="100000"/>
        <a:buFont typeface="Wingdings"/>
        <a:buChar char="§"/>
        <a:defRPr sz="22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marL="630000" indent="-288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800" kern="1200">
          <a:solidFill>
            <a:schemeClr val="tx1"/>
          </a:solidFill>
          <a:latin typeface="+mj-lt"/>
          <a:ea typeface="+mj-lt"/>
          <a:cs typeface="+mj-lt"/>
        </a:defRPr>
      </a:lvl2pPr>
      <a:lvl3pPr xmlns:a="http://schemas.openxmlformats.org/drawingml/2006/main" marL="846000" indent="-216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400" kern="1200">
          <a:solidFill>
            <a:schemeClr val="tx1"/>
          </a:solidFill>
          <a:latin typeface="+mj-lt"/>
          <a:ea typeface="+mj-lt"/>
          <a:cs typeface="+mj-lt"/>
        </a:defRPr>
      </a:lvl3pPr>
      <a:lvl4pPr xmlns:a="http://schemas.openxmlformats.org/drawingml/2006/main" marL="1062000" indent="-216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400" kern="1200">
          <a:solidFill>
            <a:schemeClr val="tx1"/>
          </a:solidFill>
          <a:latin typeface="+mj-lt"/>
          <a:ea typeface="+mj-lt"/>
          <a:cs typeface="+mj-lt"/>
        </a:defRPr>
      </a:lvl4pPr>
      <a:lvl5pPr xmlns:a="http://schemas.openxmlformats.org/drawingml/2006/main" marL="1278000" indent="-216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400" kern="1200">
          <a:solidFill>
            <a:schemeClr val="tx1"/>
          </a:solidFill>
          <a:latin typeface="+mj-lt"/>
          <a:ea typeface="+mj-lt"/>
          <a:cs typeface="+mj-lt"/>
        </a:defRPr>
      </a:lvl5pPr>
      <a:lvl6pPr xmlns:a="http://schemas.openxmlformats.org/drawingml/2006/main" marL="91440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60704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216152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362456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1C71AA24-A4A1-4749-9520-57C67146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3200" b="1" i="0" baseline="0">
              <a:latin typeface="TitilliumText25L"/>
              <a:ea typeface="TitilliumText25L"/>
              <a:cs typeface="TitilliumText25L"/>
            </a:endParaRPr>
          </a:p>
        </p:txBody>
      </p:sp>
      <p:sp>
        <p:nvSpPr>
          <p:cNvPr id="11" name="Titelplatzhalter 10">
            <a:extLst xmlns:a="http://schemas.openxmlformats.org/drawingml/2006/main">
              <a:ext uri="{FF2B5EF4-FFF2-40B4-BE49-F238E27FC236}">
                <a16:creationId xmlns:a16="http://schemas.microsoft.com/office/drawing/2014/main" id="{CD78F690-38B8-4CD3-BB42-2B79A89DA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00" y="125973"/>
            <a:ext cx="11688000" cy="900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CF4BE0-8A67-49A8-A861-00AA3E8866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2000" y="1454400"/>
            <a:ext cx="11687999" cy="4862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Mastertextformat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  <a:endParaRPr/>
          </a:p>
        </p:txBody>
      </p:sp>
      <p:pic>
        <p:nvPicPr>
          <p:cNvPr id="16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96275f7b84733">
            <a:extLst>
              <a:ext uri="{96DAC541-7B7A-43D3-8B79-37D633B846F1}">
                <asvg:svgBlip xmlns:asvg="http://schemas.microsoft.com/office/drawing/2016/SVG/main" r:embed="R943d68f7a4fc41d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95268" y="6428479"/>
            <a:ext cx="886095" cy="30354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ea3eb9544cac4cce"/>
    <p:sldLayoutId xmlns:r="http://schemas.openxmlformats.org/officeDocument/2006/relationships" id="2147483669" r:id="R5dac24b69ac14b24"/>
    <p:sldLayoutId xmlns:r="http://schemas.openxmlformats.org/officeDocument/2006/relationships" id="2147483670" r:id="R86d574fdf72c47d4"/>
    <p:sldLayoutId xmlns:r="http://schemas.openxmlformats.org/officeDocument/2006/relationships" id="2147483671" r:id="R49cdda1e3c7742e2"/>
    <p:sldLayoutId xmlns:r="http://schemas.openxmlformats.org/officeDocument/2006/relationships" id="2147483672" r:id="Reecb1728287540a2"/>
    <p:sldLayoutId xmlns:r="http://schemas.openxmlformats.org/officeDocument/2006/relationships" id="2147483673" r:id="R62f08847fb204dd6"/>
    <p:sldLayoutId xmlns:r="http://schemas.openxmlformats.org/officeDocument/2006/relationships" id="2147483674" r:id="R32adffb48cc34505"/>
  </p:sldLayoutIdLst>
  <p:txStyles>
    <p:titleStyle>
      <a:lvl1pPr xmlns:a="http://schemas.openxmlformats.org/drawingml/2006/main" marL="0" indent="0" algn="l" defTabSz="914400">
        <a:lnSpc>
          <a:spcPct val="80000"/>
        </a:lnSpc>
        <a:spcBef>
          <a:spcPct val="0"/>
        </a:spcBef>
        <a:buFont typeface="Wingdings"/>
        <a:buNone/>
        <a:defRPr sz="3200" b="1" kern="1200" cap="none" spc="0" baseline="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SzPct val="100000"/>
        <a:buFont typeface="Wingdings"/>
        <a:buChar char="§"/>
        <a:defRPr sz="22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marL="630000" indent="-288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800" kern="1200">
          <a:solidFill>
            <a:schemeClr val="tx1"/>
          </a:solidFill>
          <a:latin typeface="+mj-lt"/>
          <a:ea typeface="+mj-lt"/>
          <a:cs typeface="+mj-lt"/>
        </a:defRPr>
      </a:lvl2pPr>
      <a:lvl3pPr xmlns:a="http://schemas.openxmlformats.org/drawingml/2006/main" marL="846000" indent="-216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400" kern="1200">
          <a:solidFill>
            <a:schemeClr val="tx1"/>
          </a:solidFill>
          <a:latin typeface="+mj-lt"/>
          <a:ea typeface="+mj-lt"/>
          <a:cs typeface="+mj-lt"/>
        </a:defRPr>
      </a:lvl3pPr>
      <a:lvl4pPr xmlns:a="http://schemas.openxmlformats.org/drawingml/2006/main" marL="1062000" indent="-216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400" kern="1200">
          <a:solidFill>
            <a:schemeClr val="tx1"/>
          </a:solidFill>
          <a:latin typeface="+mj-lt"/>
          <a:ea typeface="+mj-lt"/>
          <a:cs typeface="+mj-lt"/>
        </a:defRPr>
      </a:lvl4pPr>
      <a:lvl5pPr xmlns:a="http://schemas.openxmlformats.org/drawingml/2006/main" marL="1278000" indent="-216000" algn="l" defTabSz="91440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/>
        <a:buChar char="§"/>
        <a:defRPr sz="1400" kern="1200">
          <a:solidFill>
            <a:schemeClr val="tx1"/>
          </a:solidFill>
          <a:latin typeface="+mj-lt"/>
          <a:ea typeface="+mj-lt"/>
          <a:cs typeface="+mj-lt"/>
        </a:defRPr>
      </a:lvl5pPr>
      <a:lvl6pPr xmlns:a="http://schemas.openxmlformats.org/drawingml/2006/main" marL="914400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60704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216152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362456" indent="-13716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/>
        <a:buChar char="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Integral">
  <a:themeElements>
    <a:clrScheme name="HSBA">
      <a:dk1>
        <a:srgbClr val="002C58"/>
      </a:dk1>
      <a:lt1>
        <a:srgbClr val="FFFFFF"/>
      </a:lt1>
      <a:dk2>
        <a:srgbClr val="212121"/>
      </a:dk2>
      <a:lt2>
        <a:srgbClr val="DEE8F2"/>
      </a:lt2>
      <a:accent1>
        <a:srgbClr val="002C58"/>
      </a:accent1>
      <a:accent2>
        <a:srgbClr val="548ECB"/>
      </a:accent2>
      <a:accent3>
        <a:srgbClr val="F08300"/>
      </a:accent3>
      <a:accent4>
        <a:srgbClr val="AF1B3F"/>
      </a:accent4>
      <a:accent5>
        <a:srgbClr val="09BC8A"/>
      </a:accent5>
      <a:accent6>
        <a:srgbClr val="002C58"/>
      </a:accent6>
      <a:hlink>
        <a:srgbClr val="548ECB"/>
      </a:hlink>
      <a:folHlink>
        <a:srgbClr val="548ECB"/>
      </a:folHlink>
    </a:clrScheme>
    <a:fontScheme name="Titillium Web">
      <a:majorFont>
        <a:latin typeface="Titillium Web"/>
        <a:ea typeface=""/>
        <a:cs typeface=""/>
      </a:majorFont>
      <a:minorFont>
        <a:latin typeface="Titillium Web"/>
        <a:ea typeface=""/>
        <a:cs typeface=""/>
      </a:minorFont>
    </a:fontScheme>
    <a:fmtScheme name="HSBA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lumMod val="100000"/>
                <a:satMod val="100000"/>
              </a:schemeClr>
            </a:gs>
            <a:gs pos="100000">
              <a:schemeClr val="phClr">
                <a:tint val="61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lumMod val="100000"/>
                <a:satMod val="100000"/>
              </a:schemeClr>
            </a:gs>
            <a:gs pos="100000">
              <a:schemeClr val="phClr">
                <a:tint val="90000"/>
                <a:shade val="100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solidFill>
          <a:schemeClr val="lt2"/>
        </a:solidFill>
      </a:bgFillStyleLst>
    </a:fmtScheme>
  </a:themeElements>
</a:theme>
</file>

<file path=ppt/slideMasters/theme/theme3.xml><?xml version="1.0" encoding="utf-8"?>
<a:theme xmlns:a="http://schemas.openxmlformats.org/drawingml/2006/main" name="Integral Lehre (mit Quellenachweis)">
  <a:themeElements>
    <a:clrScheme name="HSBA">
      <a:dk1>
        <a:srgbClr val="002C58"/>
      </a:dk1>
      <a:lt1>
        <a:srgbClr val="FFFFFF"/>
      </a:lt1>
      <a:dk2>
        <a:srgbClr val="212121"/>
      </a:dk2>
      <a:lt2>
        <a:srgbClr val="DEE8F2"/>
      </a:lt2>
      <a:accent1>
        <a:srgbClr val="002C58"/>
      </a:accent1>
      <a:accent2>
        <a:srgbClr val="548ECB"/>
      </a:accent2>
      <a:accent3>
        <a:srgbClr val="F08300"/>
      </a:accent3>
      <a:accent4>
        <a:srgbClr val="AF1B3F"/>
      </a:accent4>
      <a:accent5>
        <a:srgbClr val="09BC8A"/>
      </a:accent5>
      <a:accent6>
        <a:srgbClr val="002C58"/>
      </a:accent6>
      <a:hlink>
        <a:srgbClr val="548ECB"/>
      </a:hlink>
      <a:folHlink>
        <a:srgbClr val="548ECB"/>
      </a:folHlink>
    </a:clrScheme>
    <a:fontScheme name="Titillium Web">
      <a:majorFont>
        <a:latin typeface="Titillium Web"/>
        <a:ea typeface=""/>
        <a:cs typeface=""/>
      </a:majorFont>
      <a:minorFont>
        <a:latin typeface="Titillium Web"/>
        <a:ea typeface=""/>
        <a:cs typeface=""/>
      </a:minorFont>
    </a:fontScheme>
    <a:fmtScheme name="HSBA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lumMod val="100000"/>
                <a:satMod val="100000"/>
              </a:schemeClr>
            </a:gs>
            <a:gs pos="100000">
              <a:schemeClr val="phClr">
                <a:tint val="61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lumMod val="100000"/>
                <a:satMod val="100000"/>
              </a:schemeClr>
            </a:gs>
            <a:gs pos="100000">
              <a:schemeClr val="phClr">
                <a:tint val="90000"/>
                <a:shade val="100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e82f302eb974346" /><Relationship Type="http://schemas.openxmlformats.org/officeDocument/2006/relationships/notesSlide" Target="/ppt/notesSlides/notesSlide1.xml" Id="Rc7f250981fa940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a368aff71ab4351" /><Relationship Type="http://schemas.openxmlformats.org/officeDocument/2006/relationships/notesSlide" Target="/ppt/notesSlides/notesSlide2.xml" Id="R3c1be947d9ad44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97baeb42c0f4876" /><Relationship Type="http://schemas.openxmlformats.org/officeDocument/2006/relationships/notesSlide" Target="/ppt/notesSlides/notesSlide3.xml" Id="Rfb9bd8d2fe8046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68cce813e764af0" /><Relationship Type="http://schemas.openxmlformats.org/officeDocument/2006/relationships/notesSlide" Target="/ppt/notesSlides/notesSlide4.xml" Id="Rd721eac3c2a74d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6a10fb3e35f4815" /><Relationship Type="http://schemas.openxmlformats.org/officeDocument/2006/relationships/notesSlide" Target="/ppt/notesSlides/notesSlide5.xml" Id="R5e18e4fd6dc747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91e72c961754885" /><Relationship Type="http://schemas.openxmlformats.org/officeDocument/2006/relationships/notesSlide" Target="/ppt/notesSlides/notesSlide6.xml" Id="Rd71691bd2e5446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a6ebd6f27af4ca1" /><Relationship Type="http://schemas.openxmlformats.org/officeDocument/2006/relationships/notesSlide" Target="/ppt/notesSlides/notesSlide7.xml" Id="Rec34908c83ad43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B6E54C1-13E7-7B2F-5010-43FFEFAE5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2" y="126016"/>
            <a:ext cx="11729371" cy="900017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9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29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UML-Klassendiagramme: Onlinehandel modellieren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5E0AB0E7-F1E9-C4B2-D1BD-0470B0050D6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32" y="1571625"/>
            <a:ext cx="7810500" cy="3810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8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ZIEL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Ein fachliches Modell schrittweise entwickeln und jede Modellierungsentscheidung begründen.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 · 20 Min   Klassen und Generalisierung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2 · 20 Min   Assoziationen und Multiplizitäten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3 · 20 Min   Bestellposition und Komposition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8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12.08.2026 · Modellierung betrieblicher Informationssysteme</a:t>
            </a:r>
          </a:p>
        </p:txBody>
      </p:sp>
    </p:spTree>
    <p:extLst>
      <p:ext uri="{BB962C8B-B14F-4D97-AF65-F5344CB8AC3E}">
        <p14:creationId xmlns:p14="http://schemas.microsoft.com/office/powerpoint/2010/main" val="4056420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D94F61A-DC69-5FAD-0C91-3F490B905E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2" y="126016"/>
            <a:ext cx="11729371" cy="900017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8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28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Aufgabe 1</a:t>
            </a:r>
            <a:r>
              <a:rPr sz="28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 – Klassen abstrahieren und generalisieren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EA291E12-7526-7C42-48ED-4AB645E4EDD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32" y="1428750"/>
            <a:ext cx="5191125" cy="4762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AUSGANGSLAGE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Der Shop führt unter anderem physische und digitale Produkte. Gemeinsame Merkmale werden in Produkt gebündelt.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Kunde: kundennummer, name, email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Bestellung: bestellnummer, bestelldatum, status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Produkt: produktnummer, bezeichnung, aktuellerPreis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Physisch zusätzlich: gewichtInKg, lagerbestand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Digital zusätzlich: dateiformat, dateigroesseInMB</a:t>
            </a:r>
          </a:p>
        </p:txBody>
      </p:sp>
      <p:sp>
        <p:nvSpPr>
          <p:cNvPr id="4" name="s2-column-rule">
            <a:extLst xmlns:a="http://schemas.openxmlformats.org/drawingml/2006/main">
              <a:ext uri="{FF2B5EF4-FFF2-40B4-BE49-F238E27FC236}">
                <a16:creationId xmlns:a16="http://schemas.microsoft.com/office/drawing/2014/main" id="{E91E00F0-5649-4ABC-A840-D3DBD104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95" cy="462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EE8F2"/>
            </a:solidFill>
            <a:prstDash val="solid"/>
          </a:ln>
        </p:spPr>
      </p:sp>
      <p:sp>
        <p:nvSpPr>
          <p:cNvPr id="5" name="s2-task-heading">
            <a:extLst xmlns:a="http://schemas.openxmlformats.org/drawingml/2006/main">
              <a:ext uri="{FF2B5EF4-FFF2-40B4-BE49-F238E27FC236}">
                <a16:creationId xmlns:a16="http://schemas.microsoft.com/office/drawing/2014/main" id="{9D60E107-7FD4-4C9A-BFC4-14900A8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80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80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ARBEITSAUFTRAG · 13 MIN</a:t>
            </a:r>
          </a:p>
        </p:txBody>
      </p:sp>
      <p:sp>
        <p:nvSpPr>
          <p:cNvPr id="6" name="s2-task-list">
            <a:extLst xmlns:a="http://schemas.openxmlformats.org/drawingml/2006/main">
              <a:ext uri="{FF2B5EF4-FFF2-40B4-BE49-F238E27FC236}">
                <a16:creationId xmlns:a16="http://schemas.microsoft.com/office/drawing/2014/main" id="{B775CC5D-7072-4226-8D1D-E84BAAC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5524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1. Klassen und Attribute ableiten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2. Einfache Datentypen ergänzen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3. PhysischesProdukt und DigitalesProdukt mit Produkt generalisieren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4. Einen Begriff begründet nicht als Klasse modellieren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65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Noch keine fachlichen Assoziationen oder Multiplizitäten ergänzen.</a:t>
            </a:r>
          </a:p>
        </p:txBody>
      </p:sp>
      <p:sp>
        <p:nvSpPr>
          <p:cNvPr id="7" name="s2-hint-rule">
            <a:extLst xmlns:a="http://schemas.openxmlformats.org/drawingml/2006/main">
              <a:ext uri="{FF2B5EF4-FFF2-40B4-BE49-F238E27FC236}">
                <a16:creationId xmlns:a16="http://schemas.microsoft.com/office/drawing/2014/main" id="{FBF09078-DF7B-488B-B8DB-063DF19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5429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E8F2"/>
            </a:solidFill>
            <a:prstDash val="solid"/>
          </a:ln>
        </p:spPr>
      </p:sp>
      <p:sp>
        <p:nvSpPr>
          <p:cNvPr id="8" name="s2-hints">
            <a:extLst xmlns:a="http://schemas.openxmlformats.org/drawingml/2006/main">
              <a:ext uri="{FF2B5EF4-FFF2-40B4-BE49-F238E27FC236}">
                <a16:creationId xmlns:a16="http://schemas.microsoft.com/office/drawing/2014/main" id="{B652CDDA-2C30-4CA0-8DA1-A28FBE88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9112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425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defRPr>
            </a:pPr>
            <a:r>
              <a:rPr sz="1425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rPr>
              <a:t>HINWEIS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425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defRPr>
            </a:pPr>
            <a:r>
              <a:rPr sz="1425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rPr>
              <a:t>Welche Begriffe besitzen eine eigene fachliche Identität? Welche Merkmale gelten für beide Produkttypen?</a:t>
            </a:r>
          </a:p>
        </p:txBody>
      </p:sp>
    </p:spTree>
    <p:extLst>
      <p:ext uri="{BB962C8B-B14F-4D97-AF65-F5344CB8AC3E}">
        <p14:creationId xmlns:p14="http://schemas.microsoft.com/office/powerpoint/2010/main" val="42423769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B6E54C1-13E7-7B2F-5010-43FFEFAE5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2" y="126016"/>
            <a:ext cx="11729371" cy="900017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70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270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Checkpoint 1 – Gemeinsamkeiten gehören in die Oberklasse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5E0AB0E7-F1E9-C4B2-D1BD-0470B0050D6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32" y="1476375"/>
            <a:ext cx="2857500" cy="45243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PRÜFT EUER MODELL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fünf Klassen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gemeinsame Produktattribute nur einmal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Generalisierung zeigt zu Produkt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Produkt bleibt konkret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Nicht-Klasse fachlich begründet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Date und Decimal sind hier fachlich gewählte Datentypen.</a:t>
            </a:r>
          </a:p>
        </p:txBody>
      </p:sp>
      <p:sp>
        <p:nvSpPr>
          <p:cNvPr id="4" name="s3-generalization-child-1">
            <a:extLst xmlns:a="http://schemas.openxmlformats.org/drawingml/2006/main">
              <a:ext uri="{FF2B5EF4-FFF2-40B4-BE49-F238E27FC236}">
                <a16:creationId xmlns:a16="http://schemas.microsoft.com/office/drawing/2014/main" id="{EFBF1941-CB36-4314-9B44-D68F9B79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3352800"/>
            <a:ext cx="9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5" name="s3-generalization-child-2">
            <a:extLst xmlns:a="http://schemas.openxmlformats.org/drawingml/2006/main">
              <a:ext uri="{FF2B5EF4-FFF2-40B4-BE49-F238E27FC236}">
                <a16:creationId xmlns:a16="http://schemas.microsoft.com/office/drawing/2014/main" id="{FED4565E-16F8-4026-9889-ABCCC291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352800"/>
            <a:ext cx="9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6" name="s3-generalization-horizontal">
            <a:extLst xmlns:a="http://schemas.openxmlformats.org/drawingml/2006/main">
              <a:ext uri="{FF2B5EF4-FFF2-40B4-BE49-F238E27FC236}">
                <a16:creationId xmlns:a16="http://schemas.microsoft.com/office/drawing/2014/main" id="{7B6F57C5-1842-4DB1-9EE2-96DA92A2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3352800"/>
            <a:ext cx="3000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7" name="s3-generalization-parent-stem">
            <a:extLst xmlns:a="http://schemas.openxmlformats.org/drawingml/2006/main">
              <a:ext uri="{FF2B5EF4-FFF2-40B4-BE49-F238E27FC236}">
                <a16:creationId xmlns:a16="http://schemas.microsoft.com/office/drawing/2014/main" id="{38A38375-24D3-458C-B062-17CC3AE5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9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8" name="s3-generalization-hollow-triangle">
            <a:extLst xmlns:a="http://schemas.openxmlformats.org/drawingml/2006/main">
              <a:ext uri="{FF2B5EF4-FFF2-40B4-BE49-F238E27FC236}">
                <a16:creationId xmlns:a16="http://schemas.microsoft.com/office/drawing/2014/main" id="{B162F870-D49B-494D-AF14-BC8F0394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47975"/>
            <a:ext cx="247650" cy="2190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9" name="s3-kunde-outer">
            <a:extLst xmlns:a="http://schemas.openxmlformats.org/drawingml/2006/main">
              <a:ext uri="{FF2B5EF4-FFF2-40B4-BE49-F238E27FC236}">
                <a16:creationId xmlns:a16="http://schemas.microsoft.com/office/drawing/2014/main" id="{BE3ECB98-A00E-450C-A351-0186CC2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10" name="s3-kunde-header-fill">
            <a:extLst xmlns:a="http://schemas.openxmlformats.org/drawingml/2006/main">
              <a:ext uri="{FF2B5EF4-FFF2-40B4-BE49-F238E27FC236}">
                <a16:creationId xmlns:a16="http://schemas.microsoft.com/office/drawing/2014/main" id="{87888711-4CFB-4E61-8E85-1C8145AD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1535430"/>
            <a:ext cx="207264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kunde-header-rule">
            <a:extLst xmlns:a="http://schemas.openxmlformats.org/drawingml/2006/main">
              <a:ext uri="{FF2B5EF4-FFF2-40B4-BE49-F238E27FC236}">
                <a16:creationId xmlns:a16="http://schemas.microsoft.com/office/drawing/2014/main" id="{0F8ABEB2-6BAC-43DC-9FE9-154810C3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2095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12" name="s3-kunde-class-name">
            <a:extLst xmlns:a="http://schemas.openxmlformats.org/drawingml/2006/main">
              <a:ext uri="{FF2B5EF4-FFF2-40B4-BE49-F238E27FC236}">
                <a16:creationId xmlns:a16="http://schemas.microsoft.com/office/drawing/2014/main" id="{4785FB94-8F69-43E5-BD3A-3E4BB6D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716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Kunde</a:t>
            </a:r>
          </a:p>
        </p:txBody>
      </p:sp>
      <p:sp>
        <p:nvSpPr>
          <p:cNvPr id="13" name="s3-kunde-attributes">
            <a:extLst xmlns:a="http://schemas.openxmlformats.org/drawingml/2006/main">
              <a:ext uri="{FF2B5EF4-FFF2-40B4-BE49-F238E27FC236}">
                <a16:creationId xmlns:a16="http://schemas.microsoft.com/office/drawing/2014/main" id="{16C0438A-CA33-4256-B7C8-A6C6DF2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33575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kundennummer: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name: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email: String</a:t>
            </a:r>
          </a:p>
        </p:txBody>
      </p:sp>
      <p:sp>
        <p:nvSpPr>
          <p:cNvPr id="14" name="s3-bestellung-outer">
            <a:extLst xmlns:a="http://schemas.openxmlformats.org/drawingml/2006/main">
              <a:ext uri="{FF2B5EF4-FFF2-40B4-BE49-F238E27FC236}">
                <a16:creationId xmlns:a16="http://schemas.microsoft.com/office/drawing/2014/main" id="{BA7639F7-2724-4FEF-8C5E-C4C8FCB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15" name="s3-bestellung-header-fill">
            <a:extLst xmlns:a="http://schemas.openxmlformats.org/drawingml/2006/main">
              <a:ext uri="{FF2B5EF4-FFF2-40B4-BE49-F238E27FC236}">
                <a16:creationId xmlns:a16="http://schemas.microsoft.com/office/drawing/2014/main" id="{ACB91C3F-FC35-41DF-9135-8EBBE01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3726180"/>
            <a:ext cx="207264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bestellung-header-rule">
            <a:extLst xmlns:a="http://schemas.openxmlformats.org/drawingml/2006/main">
              <a:ext uri="{FF2B5EF4-FFF2-40B4-BE49-F238E27FC236}">
                <a16:creationId xmlns:a16="http://schemas.microsoft.com/office/drawing/2014/main" id="{F3A02473-99A3-4B9F-9F57-15EE6850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095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17" name="s3-bestellung-class-name">
            <a:extLst xmlns:a="http://schemas.openxmlformats.org/drawingml/2006/main">
              <a:ext uri="{FF2B5EF4-FFF2-40B4-BE49-F238E27FC236}">
                <a16:creationId xmlns:a16="http://schemas.microsoft.com/office/drawing/2014/main" id="{71BF02E9-E020-4FCE-8145-7592EC43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623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Bestellung</a:t>
            </a:r>
          </a:p>
        </p:txBody>
      </p:sp>
      <p:sp>
        <p:nvSpPr>
          <p:cNvPr id="18" name="s3-bestellung-attributes">
            <a:extLst xmlns:a="http://schemas.openxmlformats.org/drawingml/2006/main">
              <a:ext uri="{FF2B5EF4-FFF2-40B4-BE49-F238E27FC236}">
                <a16:creationId xmlns:a16="http://schemas.microsoft.com/office/drawing/2014/main" id="{2480D838-5AD9-4540-91C2-0962CBE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24325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bestellnummer: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bestelldatum: Date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status: String</a:t>
            </a:r>
          </a:p>
        </p:txBody>
      </p:sp>
      <p:sp>
        <p:nvSpPr>
          <p:cNvPr id="19" name="s3-produkt-outer">
            <a:extLst xmlns:a="http://schemas.openxmlformats.org/drawingml/2006/main">
              <a:ext uri="{FF2B5EF4-FFF2-40B4-BE49-F238E27FC236}">
                <a16:creationId xmlns:a16="http://schemas.microsoft.com/office/drawing/2014/main" id="{FA7C1D24-DF75-4832-BB59-7446DEAC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266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20" name="s3-produkt-header-fill">
            <a:extLst xmlns:a="http://schemas.openxmlformats.org/drawingml/2006/main">
              <a:ext uri="{FF2B5EF4-FFF2-40B4-BE49-F238E27FC236}">
                <a16:creationId xmlns:a16="http://schemas.microsoft.com/office/drawing/2014/main" id="{2A81FBA3-05C1-42CC-BDC7-FF527EF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392555"/>
            <a:ext cx="264414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3-produkt-header-rule">
            <a:extLst xmlns:a="http://schemas.openxmlformats.org/drawingml/2006/main">
              <a:ext uri="{FF2B5EF4-FFF2-40B4-BE49-F238E27FC236}">
                <a16:creationId xmlns:a16="http://schemas.microsoft.com/office/drawing/2014/main" id="{51A4437A-B296-414F-B3B3-2D59A20F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24025"/>
            <a:ext cx="2667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22" name="s3-produkt-class-name">
            <a:extLst xmlns:a="http://schemas.openxmlformats.org/drawingml/2006/main">
              <a:ext uri="{FF2B5EF4-FFF2-40B4-BE49-F238E27FC236}">
                <a16:creationId xmlns:a16="http://schemas.microsoft.com/office/drawing/2014/main" id="{B0729DD6-DD0E-417D-B83F-82370609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287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Produkt</a:t>
            </a:r>
          </a:p>
        </p:txBody>
      </p:sp>
      <p:sp>
        <p:nvSpPr>
          <p:cNvPr id="23" name="s3-produkt-attributes">
            <a:extLst xmlns:a="http://schemas.openxmlformats.org/drawingml/2006/main">
              <a:ext uri="{FF2B5EF4-FFF2-40B4-BE49-F238E27FC236}">
                <a16:creationId xmlns:a16="http://schemas.microsoft.com/office/drawing/2014/main" id="{6AB67284-40FC-4948-AA9F-867DCDF7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90700"/>
            <a:ext cx="24955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produktnummer: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bezeichnung: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aktuellerPreis: Decimal</a:t>
            </a:r>
          </a:p>
        </p:txBody>
      </p:sp>
      <p:sp>
        <p:nvSpPr>
          <p:cNvPr id="24" name="s3-physisch-outer">
            <a:extLst xmlns:a="http://schemas.openxmlformats.org/drawingml/2006/main">
              <a:ext uri="{FF2B5EF4-FFF2-40B4-BE49-F238E27FC236}">
                <a16:creationId xmlns:a16="http://schemas.microsoft.com/office/drawing/2014/main" id="{19A6FBFE-0315-4F85-9CD3-4C7B7C2D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619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25" name="s3-physisch-header-fill">
            <a:extLst xmlns:a="http://schemas.openxmlformats.org/drawingml/2006/main">
              <a:ext uri="{FF2B5EF4-FFF2-40B4-BE49-F238E27FC236}">
                <a16:creationId xmlns:a16="http://schemas.microsoft.com/office/drawing/2014/main" id="{7EAA392C-3725-4CD2-B464-348529BD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430" y="3821430"/>
            <a:ext cx="259651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3-physisch-header-rule">
            <a:extLst xmlns:a="http://schemas.openxmlformats.org/drawingml/2006/main">
              <a:ext uri="{FF2B5EF4-FFF2-40B4-BE49-F238E27FC236}">
                <a16:creationId xmlns:a16="http://schemas.microsoft.com/office/drawing/2014/main" id="{711D413A-9A92-4860-8634-5F446C1E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2619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27" name="s3-physisch-class-name">
            <a:extLst xmlns:a="http://schemas.openxmlformats.org/drawingml/2006/main">
              <a:ext uri="{FF2B5EF4-FFF2-40B4-BE49-F238E27FC236}">
                <a16:creationId xmlns:a16="http://schemas.microsoft.com/office/drawing/2014/main" id="{1231A972-DE64-426B-BF3F-C9C0618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2505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PhysischesProdukt</a:t>
            </a:r>
          </a:p>
        </p:txBody>
      </p:sp>
      <p:sp>
        <p:nvSpPr>
          <p:cNvPr id="28" name="s3-physisch-attributes">
            <a:extLst xmlns:a="http://schemas.openxmlformats.org/drawingml/2006/main">
              <a:ext uri="{FF2B5EF4-FFF2-40B4-BE49-F238E27FC236}">
                <a16:creationId xmlns:a16="http://schemas.microsoft.com/office/drawing/2014/main" id="{48E5A017-BAFF-41B1-804C-78E2D62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19575"/>
            <a:ext cx="2447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gewichtInKg: Decimal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lagerbestand: Integer</a:t>
            </a:r>
          </a:p>
        </p:txBody>
      </p:sp>
      <p:sp>
        <p:nvSpPr>
          <p:cNvPr id="29" name="s3-digital-outer">
            <a:extLst xmlns:a="http://schemas.openxmlformats.org/drawingml/2006/main">
              <a:ext uri="{FF2B5EF4-FFF2-40B4-BE49-F238E27FC236}">
                <a16:creationId xmlns:a16="http://schemas.microsoft.com/office/drawing/2014/main" id="{1FE115ED-D1AE-4989-9FA3-FC056D2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10000"/>
            <a:ext cx="2619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30" name="s3-digital-header-fill">
            <a:extLst xmlns:a="http://schemas.openxmlformats.org/drawingml/2006/main">
              <a:ext uri="{FF2B5EF4-FFF2-40B4-BE49-F238E27FC236}">
                <a16:creationId xmlns:a16="http://schemas.microsoft.com/office/drawing/2014/main" id="{79BB7D8E-AC5E-4E0C-9CC8-DE9D2DC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805" y="3821430"/>
            <a:ext cx="259651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3-digital-header-rule">
            <a:extLst xmlns:a="http://schemas.openxmlformats.org/drawingml/2006/main">
              <a:ext uri="{FF2B5EF4-FFF2-40B4-BE49-F238E27FC236}">
                <a16:creationId xmlns:a16="http://schemas.microsoft.com/office/drawing/2014/main" id="{D7C6E296-F1D4-4020-A8BB-FE9C3F42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52900"/>
            <a:ext cx="2619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32" name="s3-digital-class-name">
            <a:extLst xmlns:a="http://schemas.openxmlformats.org/drawingml/2006/main">
              <a:ext uri="{FF2B5EF4-FFF2-40B4-BE49-F238E27FC236}">
                <a16:creationId xmlns:a16="http://schemas.microsoft.com/office/drawing/2014/main" id="{24E9C25A-6274-404E-B4C3-1B398DA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57625"/>
            <a:ext cx="2505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DigitalesProdukt</a:t>
            </a:r>
          </a:p>
        </p:txBody>
      </p:sp>
      <p:sp>
        <p:nvSpPr>
          <p:cNvPr id="33" name="s3-digital-attributes">
            <a:extLst xmlns:a="http://schemas.openxmlformats.org/drawingml/2006/main">
              <a:ext uri="{FF2B5EF4-FFF2-40B4-BE49-F238E27FC236}">
                <a16:creationId xmlns:a16="http://schemas.microsoft.com/office/drawing/2014/main" id="{1E7835CF-BA35-460B-8384-0C795905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9575"/>
            <a:ext cx="2447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dateiformat: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16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dateigroesseInMB: Decimal</a:t>
            </a:r>
          </a:p>
        </p:txBody>
      </p:sp>
    </p:spTree>
    <p:extLst>
      <p:ext uri="{BB962C8B-B14F-4D97-AF65-F5344CB8AC3E}">
        <p14:creationId xmlns:p14="http://schemas.microsoft.com/office/powerpoint/2010/main" val="40564209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D94F61A-DC69-5FAD-0C91-3F490B905E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2" y="126016"/>
            <a:ext cx="11729371" cy="900017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7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27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Aufgabe 2 – Multiplizitäten in beide Richtungen lesen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EA291E12-7526-7C42-48ED-4AB645E4EDD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32" y="1428750"/>
            <a:ext cx="5191125" cy="4667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GESCHÄFTSREGELN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Modelliert werden ausschließlich gültige Bestellungen; jede enthält mindestens ein Produkt.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Kunde: keine bis beliebig viele Bestellungen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Bestellung: genau ein Kunde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Bestellung: mindestens ein Produkt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Produkt: keine bis beliebig viele Bestellungen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75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Zunächst ohne Bestellposition modellieren.</a:t>
            </a:r>
          </a:p>
        </p:txBody>
      </p:sp>
      <p:sp>
        <p:nvSpPr>
          <p:cNvPr id="4" name="s4-column-rule">
            <a:extLst xmlns:a="http://schemas.openxmlformats.org/drawingml/2006/main">
              <a:ext uri="{FF2B5EF4-FFF2-40B4-BE49-F238E27FC236}">
                <a16:creationId xmlns:a16="http://schemas.microsoft.com/office/drawing/2014/main" id="{3DDECD03-4028-4320-9237-EBE2949F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95" cy="462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EE8F2"/>
            </a:solidFill>
            <a:prstDash val="solid"/>
          </a:ln>
        </p:spPr>
      </p:sp>
      <p:sp>
        <p:nvSpPr>
          <p:cNvPr id="5" name="s4-reading-rule-background">
            <a:extLst xmlns:a="http://schemas.openxmlformats.org/drawingml/2006/main">
              <a:ext uri="{FF2B5EF4-FFF2-40B4-BE49-F238E27FC236}">
                <a16:creationId xmlns:a16="http://schemas.microsoft.com/office/drawing/2014/main" id="{0FFC279A-E38B-4EA8-8B07-5867794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55721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11430">
            <a:solidFill>
              <a:srgbClr val="548ECB"/>
            </a:solidFill>
            <a:prstDash val="solid"/>
          </a:ln>
        </p:spPr>
      </p:sp>
      <p:sp>
        <p:nvSpPr>
          <p:cNvPr id="6" name="s4-reading-rule-heading">
            <a:extLst xmlns:a="http://schemas.openxmlformats.org/drawingml/2006/main">
              <a:ext uri="{FF2B5EF4-FFF2-40B4-BE49-F238E27FC236}">
                <a16:creationId xmlns:a16="http://schemas.microsoft.com/office/drawing/2014/main" id="{BFA7D4F0-6555-4DB4-A0CF-E4D059A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7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LESEREGEL</a:t>
            </a:r>
          </a:p>
        </p:txBody>
      </p:sp>
      <p:sp>
        <p:nvSpPr>
          <p:cNvPr id="7" name="s4-reading-rule">
            <a:extLst xmlns:a="http://schemas.openxmlformats.org/drawingml/2006/main">
              <a:ext uri="{FF2B5EF4-FFF2-40B4-BE49-F238E27FC236}">
                <a16:creationId xmlns:a16="http://schemas.microsoft.com/office/drawing/2014/main" id="{A22E27D1-8572-4080-A996-4F1BC06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38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8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Bei einer binären Assoziation gibt die Multiplizität an einem Ende an, wie viele Instanzen der dortigen Klasse mit einer festgehaltenen Instanz am gegenüberliegenden Ende verbunden sein dürfen oder müssen.</a:t>
            </a:r>
          </a:p>
        </p:txBody>
      </p:sp>
      <p:sp>
        <p:nvSpPr>
          <p:cNvPr id="8" name="s4-task-heading">
            <a:extLst xmlns:a="http://schemas.openxmlformats.org/drawingml/2006/main">
              <a:ext uri="{FF2B5EF4-FFF2-40B4-BE49-F238E27FC236}">
                <a16:creationId xmlns:a16="http://schemas.microsoft.com/office/drawing/2014/main" id="{6CC1D64A-33C9-4E60-81F2-AF2E684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7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ARBEITSAUFTRAG · 10 + 4 MIN</a:t>
            </a:r>
          </a:p>
        </p:txBody>
      </p:sp>
      <p:sp>
        <p:nvSpPr>
          <p:cNvPr id="9" name="s4-task-list">
            <a:extLst xmlns:a="http://schemas.openxmlformats.org/drawingml/2006/main">
              <a:ext uri="{FF2B5EF4-FFF2-40B4-BE49-F238E27FC236}">
                <a16:creationId xmlns:a16="http://schemas.microsoft.com/office/drawing/2014/main" id="{6EC0FD57-CFD9-48BB-8204-58D8928B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5572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6000"/>
              </a:lnSpc>
              <a:buNone/>
              <a:def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1. Kunde–Bestellung und Bestellung–Produkt verbinden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2. An allen vier Enden Multiplizitäten eintragen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3. Jede Assoziation in beiden Richtungen lesen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38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4. Grenzfälle prüfen: neuer Kunde, nie bestelltes Produkt</a:t>
            </a:r>
          </a:p>
        </p:txBody>
      </p:sp>
      <p:sp>
        <p:nvSpPr>
          <p:cNvPr id="10" name="s4-hint">
            <a:extLst xmlns:a="http://schemas.openxmlformats.org/drawingml/2006/main">
              <a:ext uri="{FF2B5EF4-FFF2-40B4-BE49-F238E27FC236}">
                <a16:creationId xmlns:a16="http://schemas.microsoft.com/office/drawing/2014/main" id="{8919C670-6F2A-42E9-841C-801138FD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350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rPr>
              <a:t>Tipp: Ein Objekt festhalten – dann die Zahl am Gegenende lesen.</a:t>
            </a:r>
          </a:p>
        </p:txBody>
      </p:sp>
    </p:spTree>
    <p:extLst>
      <p:ext uri="{BB962C8B-B14F-4D97-AF65-F5344CB8AC3E}">
        <p14:creationId xmlns:p14="http://schemas.microsoft.com/office/powerpoint/2010/main" val="42423769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B6E54C1-13E7-7B2F-5010-43FFEFAE5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2" y="126016"/>
            <a:ext cx="11729371" cy="900017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7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27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Checkpoint 2 – Multiplizitäten stehen am Gegenende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5E0AB0E7-F1E9-C4B2-D1BD-0470B0050D6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32" y="1476375"/>
            <a:ext cx="3143250" cy="4572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6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VIER LESERICHTUNGEN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Ein Kunde kann 0..* Bestellungen aufgeben.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Jede Bestellung gehört genau 1 Kunden.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Eine Bestellung enthält 1..* Produkte.</a:t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Ein Produkt kommt in 0..* Bestellungen vor.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6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Das M:N-Zwischenmodell ist bewusst vorläufig.</a:t>
            </a:r>
          </a:p>
        </p:txBody>
      </p:sp>
      <p:sp>
        <p:nvSpPr>
          <p:cNvPr id="4" name="s5-kunde-bestellung-line">
            <a:extLst xmlns:a="http://schemas.openxmlformats.org/drawingml/2006/main">
              <a:ext uri="{FF2B5EF4-FFF2-40B4-BE49-F238E27FC236}">
                <a16:creationId xmlns:a16="http://schemas.microsoft.com/office/drawing/2014/main" id="{65693C20-E220-49FF-B66B-36C0B88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904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5" name="s5-bestellung-produkt-line">
            <a:extLst xmlns:a="http://schemas.openxmlformats.org/drawingml/2006/main">
              <a:ext uri="{FF2B5EF4-FFF2-40B4-BE49-F238E27FC236}">
                <a16:creationId xmlns:a16="http://schemas.microsoft.com/office/drawing/2014/main" id="{3A398169-4521-4F7C-A577-FBEAE27B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62300"/>
            <a:ext cx="857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6" name="s5-kb-left">
            <a:extLst xmlns:a="http://schemas.openxmlformats.org/drawingml/2006/main">
              <a:ext uri="{FF2B5EF4-FFF2-40B4-BE49-F238E27FC236}">
                <a16:creationId xmlns:a16="http://schemas.microsoft.com/office/drawing/2014/main" id="{4DACEEDB-4F5D-4497-922A-42DBAED7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</a:t>
            </a:r>
          </a:p>
        </p:txBody>
      </p:sp>
      <p:sp>
        <p:nvSpPr>
          <p:cNvPr id="7" name="s5-kb-right">
            <a:extLst xmlns:a="http://schemas.openxmlformats.org/drawingml/2006/main">
              <a:ext uri="{FF2B5EF4-FFF2-40B4-BE49-F238E27FC236}">
                <a16:creationId xmlns:a16="http://schemas.microsoft.com/office/drawing/2014/main" id="{9EF6A2F4-3457-405C-888B-887C6B7A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0..*</a:t>
            </a:r>
          </a:p>
        </p:txBody>
      </p:sp>
      <p:sp>
        <p:nvSpPr>
          <p:cNvPr id="8" name="s5-bp-left">
            <a:extLst xmlns:a="http://schemas.openxmlformats.org/drawingml/2006/main">
              <a:ext uri="{FF2B5EF4-FFF2-40B4-BE49-F238E27FC236}">
                <a16:creationId xmlns:a16="http://schemas.microsoft.com/office/drawing/2014/main" id="{DEBC8A68-9481-4382-BECB-5A123BDB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0..*</a:t>
            </a:r>
          </a:p>
        </p:txBody>
      </p:sp>
      <p:sp>
        <p:nvSpPr>
          <p:cNvPr id="9" name="s5-bp-right">
            <a:extLst xmlns:a="http://schemas.openxmlformats.org/drawingml/2006/main">
              <a:ext uri="{FF2B5EF4-FFF2-40B4-BE49-F238E27FC236}">
                <a16:creationId xmlns:a16="http://schemas.microsoft.com/office/drawing/2014/main" id="{58B53C56-02D6-415E-8CA3-E5ADB2D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1..*</a:t>
            </a:r>
          </a:p>
        </p:txBody>
      </p:sp>
      <p:sp>
        <p:nvSpPr>
          <p:cNvPr id="10" name="s5-kunde-outer">
            <a:extLst xmlns:a="http://schemas.openxmlformats.org/drawingml/2006/main">
              <a:ext uri="{FF2B5EF4-FFF2-40B4-BE49-F238E27FC236}">
                <a16:creationId xmlns:a16="http://schemas.microsoft.com/office/drawing/2014/main" id="{FB6264CA-63DC-4FCC-8825-5E1FFB88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47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11" name="s5-kunde-header-fill">
            <a:extLst xmlns:a="http://schemas.openxmlformats.org/drawingml/2006/main">
              <a:ext uri="{FF2B5EF4-FFF2-40B4-BE49-F238E27FC236}">
                <a16:creationId xmlns:a16="http://schemas.microsoft.com/office/drawing/2014/main" id="{377A0B20-9AFE-4635-93EF-9C97688D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2392680"/>
            <a:ext cx="202501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kunde-header-rule">
            <a:extLst xmlns:a="http://schemas.openxmlformats.org/drawingml/2006/main">
              <a:ext uri="{FF2B5EF4-FFF2-40B4-BE49-F238E27FC236}">
                <a16:creationId xmlns:a16="http://schemas.microsoft.com/office/drawing/2014/main" id="{7473C850-08ED-4145-BF25-8145DA7D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047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13" name="s5-kunde-class-name">
            <a:extLst xmlns:a="http://schemas.openxmlformats.org/drawingml/2006/main">
              <a:ext uri="{FF2B5EF4-FFF2-40B4-BE49-F238E27FC236}">
                <a16:creationId xmlns:a16="http://schemas.microsoft.com/office/drawing/2014/main" id="{6AE606BB-A680-40DC-AD86-755E2B8D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28875"/>
            <a:ext cx="1933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Kunde</a:t>
            </a:r>
          </a:p>
        </p:txBody>
      </p:sp>
      <p:sp>
        <p:nvSpPr>
          <p:cNvPr id="14" name="s5-kunde-attributes">
            <a:extLst xmlns:a="http://schemas.openxmlformats.org/drawingml/2006/main">
              <a:ext uri="{FF2B5EF4-FFF2-40B4-BE49-F238E27FC236}">
                <a16:creationId xmlns:a16="http://schemas.microsoft.com/office/drawing/2014/main" id="{E1963908-3B76-427D-A09C-24F352A6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790825"/>
            <a:ext cx="18764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kundennummer: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name: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email: String</a:t>
            </a:r>
          </a:p>
        </p:txBody>
      </p:sp>
      <p:sp>
        <p:nvSpPr>
          <p:cNvPr id="15" name="s5-bestellung-outer">
            <a:extLst xmlns:a="http://schemas.openxmlformats.org/drawingml/2006/main">
              <a:ext uri="{FF2B5EF4-FFF2-40B4-BE49-F238E27FC236}">
                <a16:creationId xmlns:a16="http://schemas.microsoft.com/office/drawing/2014/main" id="{547EA176-B565-469C-9D67-9C563A69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2238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16" name="s5-bestellung-header-fill">
            <a:extLst xmlns:a="http://schemas.openxmlformats.org/drawingml/2006/main">
              <a:ext uri="{FF2B5EF4-FFF2-40B4-BE49-F238E27FC236}">
                <a16:creationId xmlns:a16="http://schemas.microsoft.com/office/drawing/2014/main" id="{BC547198-F0A8-4C8D-9658-84B12EE1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2392680"/>
            <a:ext cx="221551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5-bestellung-header-rule">
            <a:extLst xmlns:a="http://schemas.openxmlformats.org/drawingml/2006/main">
              <a:ext uri="{FF2B5EF4-FFF2-40B4-BE49-F238E27FC236}">
                <a16:creationId xmlns:a16="http://schemas.microsoft.com/office/drawing/2014/main" id="{B110F01E-AEB5-4FFA-BBEA-E7EF1327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2238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18" name="s5-bestellung-class-name">
            <a:extLst xmlns:a="http://schemas.openxmlformats.org/drawingml/2006/main">
              <a:ext uri="{FF2B5EF4-FFF2-40B4-BE49-F238E27FC236}">
                <a16:creationId xmlns:a16="http://schemas.microsoft.com/office/drawing/2014/main" id="{BFC9C76E-178E-428D-999C-8297517C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2887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Bestellung</a:t>
            </a:r>
          </a:p>
        </p:txBody>
      </p:sp>
      <p:sp>
        <p:nvSpPr>
          <p:cNvPr id="19" name="s5-bestellung-attributes">
            <a:extLst xmlns:a="http://schemas.openxmlformats.org/drawingml/2006/main">
              <a:ext uri="{FF2B5EF4-FFF2-40B4-BE49-F238E27FC236}">
                <a16:creationId xmlns:a16="http://schemas.microsoft.com/office/drawing/2014/main" id="{C4C4117B-9548-4953-B306-029C19E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90825"/>
            <a:ext cx="20669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bestellnummer: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bestelldatum: Date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8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status: String</a:t>
            </a:r>
          </a:p>
        </p:txBody>
      </p:sp>
      <p:sp>
        <p:nvSpPr>
          <p:cNvPr id="20" name="s5-produkt-outer">
            <a:extLst xmlns:a="http://schemas.openxmlformats.org/drawingml/2006/main">
              <a:ext uri="{FF2B5EF4-FFF2-40B4-BE49-F238E27FC236}">
                <a16:creationId xmlns:a16="http://schemas.microsoft.com/office/drawing/2014/main" id="{C5EB8E07-4E7F-4BEB-BF06-482B7BCE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81250"/>
            <a:ext cx="1952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21" name="s5-produkt-header-fill">
            <a:extLst xmlns:a="http://schemas.openxmlformats.org/drawingml/2006/main">
              <a:ext uri="{FF2B5EF4-FFF2-40B4-BE49-F238E27FC236}">
                <a16:creationId xmlns:a16="http://schemas.microsoft.com/office/drawing/2014/main" id="{B82EC13A-77E7-4545-9F24-FB80F49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555" y="2392680"/>
            <a:ext cx="192976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produkt-header-rule">
            <a:extLst xmlns:a="http://schemas.openxmlformats.org/drawingml/2006/main">
              <a:ext uri="{FF2B5EF4-FFF2-40B4-BE49-F238E27FC236}">
                <a16:creationId xmlns:a16="http://schemas.microsoft.com/office/drawing/2014/main" id="{FADDF36D-A60F-4AD4-99A8-E461AA8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24150"/>
            <a:ext cx="1952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23" name="s5-produkt-class-name">
            <a:extLst xmlns:a="http://schemas.openxmlformats.org/drawingml/2006/main">
              <a:ext uri="{FF2B5EF4-FFF2-40B4-BE49-F238E27FC236}">
                <a16:creationId xmlns:a16="http://schemas.microsoft.com/office/drawing/2014/main" id="{9B2963A9-3994-431E-87B7-C60F6499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428875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Produkt</a:t>
            </a:r>
          </a:p>
        </p:txBody>
      </p:sp>
      <p:sp>
        <p:nvSpPr>
          <p:cNvPr id="24" name="s5-produkt-attributes">
            <a:extLst xmlns:a="http://schemas.openxmlformats.org/drawingml/2006/main">
              <a:ext uri="{FF2B5EF4-FFF2-40B4-BE49-F238E27FC236}">
                <a16:creationId xmlns:a16="http://schemas.microsoft.com/office/drawing/2014/main" id="{92A07FD6-FF51-4BB6-A39B-1FC5B867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90825"/>
            <a:ext cx="17811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035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35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produktnummer: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35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35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bezeichnung: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35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35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aktuellerPreis: Decimal</a:t>
            </a:r>
          </a:p>
        </p:txBody>
      </p:sp>
      <p:sp>
        <p:nvSpPr>
          <p:cNvPr id="25" name="s5-mn-note">
            <a:extLst xmlns:a="http://schemas.openxmlformats.org/drawingml/2006/main">
              <a:ext uri="{FF2B5EF4-FFF2-40B4-BE49-F238E27FC236}">
                <a16:creationId xmlns:a16="http://schemas.microsoft.com/office/drawing/2014/main" id="{B5D22D68-4CF5-4B3D-9512-FB87F5C0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05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rPr>
              <a:t>vorläufige Viele-zu-viele-Beziehung</a:t>
            </a:r>
          </a:p>
        </p:txBody>
      </p:sp>
    </p:spTree>
    <p:extLst>
      <p:ext uri="{BB962C8B-B14F-4D97-AF65-F5344CB8AC3E}">
        <p14:creationId xmlns:p14="http://schemas.microsoft.com/office/powerpoint/2010/main" val="40564209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D94F61A-DC69-5FAD-0C91-3F490B905E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2" y="126016"/>
            <a:ext cx="11729371" cy="900017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8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28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Aufgabe 3 – Bestellposition fachlich begründen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EA291E12-7526-7C42-48ED-4AB645E4EDD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32" y="1428750"/>
            <a:ext cx="5524500" cy="4762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ZUSÄTZLICHE GESCHÄFTSREGELN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Gültige Bestellung: mindestens eine Bestellposition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Bestellposition: positionsnummer, menge, einzelpreisZumBestellzeitpunkt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menge ist mindestens 1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Bestellposition ist genau einem Produkt zugeordnet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Produkt: keine bis beliebig viele Bestellpositionen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Position gehört exklusiv zu einer Bestellung und existiert nach deren Löschung nicht weiter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44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• Produkt bleibt unabhängig; Preisänderungen verändern alte Bestellungen nicht</a:t>
            </a:r>
          </a:p>
        </p:txBody>
      </p:sp>
      <p:sp>
        <p:nvSpPr>
          <p:cNvPr id="4" name="s6-column-rule">
            <a:extLst xmlns:a="http://schemas.openxmlformats.org/drawingml/2006/main">
              <a:ext uri="{FF2B5EF4-FFF2-40B4-BE49-F238E27FC236}">
                <a16:creationId xmlns:a16="http://schemas.microsoft.com/office/drawing/2014/main" id="{C30E55D3-A530-4A9E-8D02-47B0563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09700"/>
            <a:ext cx="95" cy="462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EE8F2"/>
            </a:solidFill>
            <a:prstDash val="solid"/>
          </a:ln>
        </p:spPr>
      </p:sp>
      <p:sp>
        <p:nvSpPr>
          <p:cNvPr id="5" name="s6-task-heading">
            <a:extLst xmlns:a="http://schemas.openxmlformats.org/drawingml/2006/main">
              <a:ext uri="{FF2B5EF4-FFF2-40B4-BE49-F238E27FC236}">
                <a16:creationId xmlns:a16="http://schemas.microsoft.com/office/drawing/2014/main" id="{A86617E3-AB03-4F86-A507-90A4A0C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72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ARBEITSAUFTRAG · 10 + 4 MIN</a:t>
            </a:r>
          </a:p>
        </p:txBody>
      </p:sp>
      <p:sp>
        <p:nvSpPr>
          <p:cNvPr id="6" name="s6-task-list">
            <a:extLst xmlns:a="http://schemas.openxmlformats.org/drawingml/2006/main">
              <a:ext uri="{FF2B5EF4-FFF2-40B4-BE49-F238E27FC236}">
                <a16:creationId xmlns:a16="http://schemas.microsoft.com/office/drawing/2014/main" id="{B7EF482A-F306-494C-A0B8-2CB5234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1. Zwischenmodell weiterentwickeln – nicht komplett neu zeichnen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2. Direkte Bestellung–Produkt-Beziehung durch Bestellposition ersetzen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3. Attribute und Multiplizitäten ergänzen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4. Für beide Beziehungen wählen: Assoziation, geteilte Aggregation oder Komposition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500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5. Wahl in drei präzisen Sätzen begründen</a:t>
            </a:r>
          </a:p>
        </p:txBody>
      </p:sp>
      <p:sp>
        <p:nvSpPr>
          <p:cNvPr id="7" name="s6-hint-rule">
            <a:extLst xmlns:a="http://schemas.openxmlformats.org/drawingml/2006/main">
              <a:ext uri="{FF2B5EF4-FFF2-40B4-BE49-F238E27FC236}">
                <a16:creationId xmlns:a16="http://schemas.microsoft.com/office/drawing/2014/main" id="{60CC69D2-430C-42EF-B56D-D341254F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00625"/>
            <a:ext cx="5238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E8F2"/>
            </a:solidFill>
            <a:prstDash val="solid"/>
          </a:ln>
        </p:spPr>
      </p:sp>
      <p:sp>
        <p:nvSpPr>
          <p:cNvPr id="8" name="s6-hints">
            <a:extLst xmlns:a="http://schemas.openxmlformats.org/drawingml/2006/main">
              <a:ext uri="{FF2B5EF4-FFF2-40B4-BE49-F238E27FC236}">
                <a16:creationId xmlns:a16="http://schemas.microsoft.com/office/drawing/2014/main" id="{54CCAD92-BC8E-4A51-819C-9BBCCEDA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3500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313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defRPr>
            </a:pPr>
            <a:r>
              <a:rPr sz="1313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rPr>
              <a:t>HINWEIS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313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defRPr>
            </a:pPr>
            <a:r>
              <a:rPr sz="1313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rPr>
              <a:t>Von welcher Zuordnung hängen Menge und historischer Preis ab? Welche Objekte können nach Löschung der Bestellung weiterbestehen?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313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defRPr>
            </a:pPr>
            <a:r>
              <a:rPr sz="1313" b="0">
                <a:solidFill>
                  <a:srgbClr val="5F6B76"/>
                </a:solidFill>
                <a:latin typeface="Titillium Web"/>
                <a:ea typeface="Titillium Web"/>
                <a:cs typeface="Titillium Web"/>
              </a:rPr>
              <a:t>menge ≥ 1 ist eine Geschäftsregel – keine Multiplizität.</a:t>
            </a:r>
          </a:p>
        </p:txBody>
      </p:sp>
    </p:spTree>
    <p:extLst>
      <p:ext uri="{BB962C8B-B14F-4D97-AF65-F5344CB8AC3E}">
        <p14:creationId xmlns:p14="http://schemas.microsoft.com/office/powerpoint/2010/main" val="42423769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45D497A9-998F-7686-9FE3-A6F20A727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032" y="126016"/>
            <a:ext cx="11729371" cy="900017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7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27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Endmodell – Bestellposition bewahrt den Bestellkontext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ABAE6EDF-88FB-A9E8-0EB8-B93E46721CD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52032" y="5429250"/>
            <a:ext cx="11525250" cy="781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313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13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BEGRÜNDET:</a:t>
            </a:r>
            <a:r>
              <a:rPr sz="1313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 Menge und historischer Einzelpreis? Komposition zur Bestellung? Normale Assoziation zum Produkt?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313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13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DISKUSSION:</a:t>
            </a:r>
            <a:r>
              <a:rPr sz="1313" b="0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 Produktkatalog ◇— Produkt nur als Konvention; normale Assoziation bevorzugt.</a:t>
            </a:r>
          </a:p>
        </p:txBody>
      </p:sp>
      <p:sp>
        <p:nvSpPr>
          <p:cNvPr id="4" name="s7-kunde-bestellung-line">
            <a:extLst xmlns:a="http://schemas.openxmlformats.org/drawingml/2006/main">
              <a:ext uri="{FF2B5EF4-FFF2-40B4-BE49-F238E27FC236}">
                <a16:creationId xmlns:a16="http://schemas.microsoft.com/office/drawing/2014/main" id="{8A2A8CA8-9163-4F4F-B804-A483510B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33625"/>
            <a:ext cx="809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5" name="s7-bestellung-position-line">
            <a:extLst xmlns:a="http://schemas.openxmlformats.org/drawingml/2006/main">
              <a:ext uri="{FF2B5EF4-FFF2-40B4-BE49-F238E27FC236}">
                <a16:creationId xmlns:a16="http://schemas.microsoft.com/office/drawing/2014/main" id="{3727C1B2-6BA0-4DB9-BD92-71B2E7DE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33625"/>
            <a:ext cx="1019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6" name="s7-bestellung-position-filled-diamond">
            <a:extLst xmlns:a="http://schemas.openxmlformats.org/drawingml/2006/main">
              <a:ext uri="{FF2B5EF4-FFF2-40B4-BE49-F238E27FC236}">
                <a16:creationId xmlns:a16="http://schemas.microsoft.com/office/drawing/2014/main" id="{51AE28BE-A1DD-4BAE-A50E-A1214B2A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19050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2C58"/>
          </a:solidFill>
          <a:ln xmlns:a="http://schemas.openxmlformats.org/drawingml/2006/main" w="12383">
            <a:solidFill>
              <a:srgbClr val="002C58"/>
            </a:solidFill>
            <a:prstDash val="solid"/>
          </a:ln>
        </p:spPr>
      </p:sp>
      <p:sp>
        <p:nvSpPr>
          <p:cNvPr id="7" name="s7-position-produkt-line">
            <a:extLst xmlns:a="http://schemas.openxmlformats.org/drawingml/2006/main">
              <a:ext uri="{FF2B5EF4-FFF2-40B4-BE49-F238E27FC236}">
                <a16:creationId xmlns:a16="http://schemas.microsoft.com/office/drawing/2014/main" id="{D2F76C38-E429-4F6B-8852-25962857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"/>
            <a:ext cx="1095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8" name="s7-generalization-child-1">
            <a:extLst xmlns:a="http://schemas.openxmlformats.org/drawingml/2006/main">
              <a:ext uri="{FF2B5EF4-FFF2-40B4-BE49-F238E27FC236}">
                <a16:creationId xmlns:a16="http://schemas.microsoft.com/office/drawing/2014/main" id="{2A90261D-C3B3-49A4-B8D6-899A7930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543300"/>
            <a:ext cx="9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9" name="s7-generalization-child-2">
            <a:extLst xmlns:a="http://schemas.openxmlformats.org/drawingml/2006/main">
              <a:ext uri="{FF2B5EF4-FFF2-40B4-BE49-F238E27FC236}">
                <a16:creationId xmlns:a16="http://schemas.microsoft.com/office/drawing/2014/main" id="{B401FCC9-0954-41A3-AAAD-88FDADD1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543300"/>
            <a:ext cx="9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10" name="s7-generalization-horizontal">
            <a:extLst xmlns:a="http://schemas.openxmlformats.org/drawingml/2006/main">
              <a:ext uri="{FF2B5EF4-FFF2-40B4-BE49-F238E27FC236}">
                <a16:creationId xmlns:a16="http://schemas.microsoft.com/office/drawing/2014/main" id="{FE896B33-C69D-4F10-9C02-2A171DD5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543300"/>
            <a:ext cx="20716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11" name="s7-generalization-parent-stem">
            <a:extLst xmlns:a="http://schemas.openxmlformats.org/drawingml/2006/main">
              <a:ext uri="{FF2B5EF4-FFF2-40B4-BE49-F238E27FC236}">
                <a16:creationId xmlns:a16="http://schemas.microsoft.com/office/drawing/2014/main" id="{36C7CA1C-CD86-442F-8B47-AAA6FD1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09925"/>
            <a:ext cx="9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12" name="s7-generalization-hollow-triangle">
            <a:extLst xmlns:a="http://schemas.openxmlformats.org/drawingml/2006/main">
              <a:ext uri="{FF2B5EF4-FFF2-40B4-BE49-F238E27FC236}">
                <a16:creationId xmlns:a16="http://schemas.microsoft.com/office/drawing/2014/main" id="{7FD71480-C662-44F3-A2D8-6B07033E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990850"/>
            <a:ext cx="247650" cy="2190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2C58"/>
            </a:solidFill>
            <a:prstDash val="solid"/>
          </a:ln>
        </p:spPr>
      </p:sp>
      <p:sp>
        <p:nvSpPr>
          <p:cNvPr id="13" name="s7-kunde-one">
            <a:extLst xmlns:a="http://schemas.openxmlformats.org/drawingml/2006/main">
              <a:ext uri="{FF2B5EF4-FFF2-40B4-BE49-F238E27FC236}">
                <a16:creationId xmlns:a16="http://schemas.microsoft.com/office/drawing/2014/main" id="{B5B7A086-19A8-4962-B5E4-7BA4C4E4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526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</a:t>
            </a:r>
          </a:p>
        </p:txBody>
      </p:sp>
      <p:sp>
        <p:nvSpPr>
          <p:cNvPr id="14" name="s7-bestellung-many">
            <a:extLst xmlns:a="http://schemas.openxmlformats.org/drawingml/2006/main">
              <a:ext uri="{FF2B5EF4-FFF2-40B4-BE49-F238E27FC236}">
                <a16:creationId xmlns:a16="http://schemas.microsoft.com/office/drawing/2014/main" id="{40079512-014C-484F-8A43-075CD671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0..*</a:t>
            </a:r>
          </a:p>
        </p:txBody>
      </p:sp>
      <p:sp>
        <p:nvSpPr>
          <p:cNvPr id="15" name="s7-bestellung-one">
            <a:extLst xmlns:a="http://schemas.openxmlformats.org/drawingml/2006/main">
              <a:ext uri="{FF2B5EF4-FFF2-40B4-BE49-F238E27FC236}">
                <a16:creationId xmlns:a16="http://schemas.microsoft.com/office/drawing/2014/main" id="{B54417D2-0E96-4F3F-86C6-720CDA6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</a:t>
            </a:r>
          </a:p>
        </p:txBody>
      </p:sp>
      <p:sp>
        <p:nvSpPr>
          <p:cNvPr id="16" name="s7-position-many-order">
            <a:extLst xmlns:a="http://schemas.openxmlformats.org/drawingml/2006/main">
              <a:ext uri="{FF2B5EF4-FFF2-40B4-BE49-F238E27FC236}">
                <a16:creationId xmlns:a16="http://schemas.microsoft.com/office/drawing/2014/main" id="{54E7B6BF-DA49-49D2-9231-EEA8366E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1..*</a:t>
            </a:r>
          </a:p>
        </p:txBody>
      </p:sp>
      <p:sp>
        <p:nvSpPr>
          <p:cNvPr id="17" name="s7-position-many-product">
            <a:extLst xmlns:a="http://schemas.openxmlformats.org/drawingml/2006/main">
              <a:ext uri="{FF2B5EF4-FFF2-40B4-BE49-F238E27FC236}">
                <a16:creationId xmlns:a16="http://schemas.microsoft.com/office/drawing/2014/main" id="{1A57B6E2-E5D4-444B-949D-49A8DF6B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526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0..*</a:t>
            </a:r>
          </a:p>
        </p:txBody>
      </p:sp>
      <p:sp>
        <p:nvSpPr>
          <p:cNvPr id="18" name="s7-product-one">
            <a:extLst xmlns:a="http://schemas.openxmlformats.org/drawingml/2006/main">
              <a:ext uri="{FF2B5EF4-FFF2-40B4-BE49-F238E27FC236}">
                <a16:creationId xmlns:a16="http://schemas.microsoft.com/office/drawing/2014/main" id="{B37C7083-3311-4FFF-BFC7-6F3087A8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275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1</a:t>
            </a:r>
          </a:p>
        </p:txBody>
      </p:sp>
      <p:sp>
        <p:nvSpPr>
          <p:cNvPr id="19" name="s7-kunde-outer">
            <a:extLst xmlns:a="http://schemas.openxmlformats.org/drawingml/2006/main">
              <a:ext uri="{FF2B5EF4-FFF2-40B4-BE49-F238E27FC236}">
                <a16:creationId xmlns:a16="http://schemas.microsoft.com/office/drawing/2014/main" id="{DAB8E119-FD12-4EE5-958E-22932CF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71625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20" name="s7-kunde-header-fill">
            <a:extLst xmlns:a="http://schemas.openxmlformats.org/drawingml/2006/main">
              <a:ext uri="{FF2B5EF4-FFF2-40B4-BE49-F238E27FC236}">
                <a16:creationId xmlns:a16="http://schemas.microsoft.com/office/drawing/2014/main" id="{7E700ED6-6029-4F5E-92DA-3AD5B18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1583055"/>
            <a:ext cx="169164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7-kunde-header-rule">
            <a:extLst xmlns:a="http://schemas.openxmlformats.org/drawingml/2006/main">
              <a:ext uri="{FF2B5EF4-FFF2-40B4-BE49-F238E27FC236}">
                <a16:creationId xmlns:a16="http://schemas.microsoft.com/office/drawing/2014/main" id="{507FACC3-2D30-427C-A679-9AFDCF21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14525"/>
            <a:ext cx="1714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22" name="s7-kunde-class-name">
            <a:extLst xmlns:a="http://schemas.openxmlformats.org/drawingml/2006/main">
              <a:ext uri="{FF2B5EF4-FFF2-40B4-BE49-F238E27FC236}">
                <a16:creationId xmlns:a16="http://schemas.microsoft.com/office/drawing/2014/main" id="{F809D0CA-9B84-4802-BAB0-12442EF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Kunde</a:t>
            </a:r>
          </a:p>
        </p:txBody>
      </p:sp>
      <p:sp>
        <p:nvSpPr>
          <p:cNvPr id="23" name="s7-kunde-attributes">
            <a:extLst xmlns:a="http://schemas.openxmlformats.org/drawingml/2006/main">
              <a:ext uri="{FF2B5EF4-FFF2-40B4-BE49-F238E27FC236}">
                <a16:creationId xmlns:a16="http://schemas.microsoft.com/office/drawing/2014/main" id="{96F5A1F0-F5F8-400A-8476-E4069BE7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1200"/>
            <a:ext cx="1543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kundennummer: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name: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email: String</a:t>
            </a:r>
          </a:p>
        </p:txBody>
      </p:sp>
      <p:sp>
        <p:nvSpPr>
          <p:cNvPr id="24" name="s7-bestellung-outer">
            <a:extLst xmlns:a="http://schemas.openxmlformats.org/drawingml/2006/main">
              <a:ext uri="{FF2B5EF4-FFF2-40B4-BE49-F238E27FC236}">
                <a16:creationId xmlns:a16="http://schemas.microsoft.com/office/drawing/2014/main" id="{871C4D20-5AF6-4D8C-81AD-9F03C3AF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1857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25" name="s7-bestellung-header-fill">
            <a:extLst xmlns:a="http://schemas.openxmlformats.org/drawingml/2006/main">
              <a:ext uri="{FF2B5EF4-FFF2-40B4-BE49-F238E27FC236}">
                <a16:creationId xmlns:a16="http://schemas.microsoft.com/office/drawing/2014/main" id="{86039AF1-8788-4C12-A8A6-E195002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930" y="1583055"/>
            <a:ext cx="183451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7-bestellung-header-rule">
            <a:extLst xmlns:a="http://schemas.openxmlformats.org/drawingml/2006/main">
              <a:ext uri="{FF2B5EF4-FFF2-40B4-BE49-F238E27FC236}">
                <a16:creationId xmlns:a16="http://schemas.microsoft.com/office/drawing/2014/main" id="{AB198315-7424-4AF3-A1F3-BB6E372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14525"/>
            <a:ext cx="1857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27" name="s7-bestellung-class-name">
            <a:extLst xmlns:a="http://schemas.openxmlformats.org/drawingml/2006/main">
              <a:ext uri="{FF2B5EF4-FFF2-40B4-BE49-F238E27FC236}">
                <a16:creationId xmlns:a16="http://schemas.microsoft.com/office/drawing/2014/main" id="{88D500E4-F15E-4003-8266-EC3E32A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192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Bestellung</a:t>
            </a:r>
          </a:p>
        </p:txBody>
      </p:sp>
      <p:sp>
        <p:nvSpPr>
          <p:cNvPr id="28" name="s7-bestellung-attributes">
            <a:extLst xmlns:a="http://schemas.openxmlformats.org/drawingml/2006/main">
              <a:ext uri="{FF2B5EF4-FFF2-40B4-BE49-F238E27FC236}">
                <a16:creationId xmlns:a16="http://schemas.microsoft.com/office/drawing/2014/main" id="{BB909D77-1C41-4524-AFC3-F1F8A9C4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81200"/>
            <a:ext cx="1685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bestellnummer: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bestelldatum: Date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1013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status: String</a:t>
            </a:r>
          </a:p>
        </p:txBody>
      </p:sp>
      <p:sp>
        <p:nvSpPr>
          <p:cNvPr id="29" name="s7-position-outer">
            <a:extLst xmlns:a="http://schemas.openxmlformats.org/drawingml/2006/main">
              <a:ext uri="{FF2B5EF4-FFF2-40B4-BE49-F238E27FC236}">
                <a16:creationId xmlns:a16="http://schemas.microsoft.com/office/drawing/2014/main" id="{661C5AF8-CD42-40C1-9379-E6B6A201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30" name="s7-position-header-fill">
            <a:extLst xmlns:a="http://schemas.openxmlformats.org/drawingml/2006/main">
              <a:ext uri="{FF2B5EF4-FFF2-40B4-BE49-F238E27FC236}">
                <a16:creationId xmlns:a16="http://schemas.microsoft.com/office/drawing/2014/main" id="{1D121074-5545-46C4-8EFD-18868012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1487805"/>
            <a:ext cx="269176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7-position-header-rule">
            <a:extLst xmlns:a="http://schemas.openxmlformats.org/drawingml/2006/main">
              <a:ext uri="{FF2B5EF4-FFF2-40B4-BE49-F238E27FC236}">
                <a16:creationId xmlns:a16="http://schemas.microsoft.com/office/drawing/2014/main" id="{25D26113-D569-4D05-B182-11AD7EAE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714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32" name="s7-position-class-name">
            <a:extLst xmlns:a="http://schemas.openxmlformats.org/drawingml/2006/main">
              <a:ext uri="{FF2B5EF4-FFF2-40B4-BE49-F238E27FC236}">
                <a16:creationId xmlns:a16="http://schemas.microsoft.com/office/drawing/2014/main" id="{24D0F35D-ED37-426C-81CF-DC6C3D09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600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Bestellposition</a:t>
            </a:r>
          </a:p>
        </p:txBody>
      </p:sp>
      <p:sp>
        <p:nvSpPr>
          <p:cNvPr id="33" name="s7-position-attributes">
            <a:extLst xmlns:a="http://schemas.openxmlformats.org/drawingml/2006/main">
              <a:ext uri="{FF2B5EF4-FFF2-40B4-BE49-F238E27FC236}">
                <a16:creationId xmlns:a16="http://schemas.microsoft.com/office/drawing/2014/main" id="{D9E99E26-9A38-4346-B8E3-28041E0B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85950"/>
            <a:ext cx="25431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positionsnummer: Integer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menge: Integer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einzelpreisZumBestellzeitpunkt: Decimal</a:t>
            </a:r>
          </a:p>
        </p:txBody>
      </p:sp>
      <p:sp>
        <p:nvSpPr>
          <p:cNvPr id="34" name="s7-produkt-outer">
            <a:extLst xmlns:a="http://schemas.openxmlformats.org/drawingml/2006/main">
              <a:ext uri="{FF2B5EF4-FFF2-40B4-BE49-F238E27FC236}">
                <a16:creationId xmlns:a16="http://schemas.microsoft.com/office/drawing/2014/main" id="{97DA1446-65C6-4EB3-B579-5FF5015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162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35" name="s7-produkt-header-fill">
            <a:extLst xmlns:a="http://schemas.openxmlformats.org/drawingml/2006/main">
              <a:ext uri="{FF2B5EF4-FFF2-40B4-BE49-F238E27FC236}">
                <a16:creationId xmlns:a16="http://schemas.microsoft.com/office/drawing/2014/main" id="{DC9C2ECC-EB01-4FFD-855F-F11CFB5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930" y="1583055"/>
            <a:ext cx="207264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7-produkt-header-rule">
            <a:extLst xmlns:a="http://schemas.openxmlformats.org/drawingml/2006/main">
              <a:ext uri="{FF2B5EF4-FFF2-40B4-BE49-F238E27FC236}">
                <a16:creationId xmlns:a16="http://schemas.microsoft.com/office/drawing/2014/main" id="{5E7A0EF4-226A-45F6-A162-A40BB609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14525"/>
            <a:ext cx="2095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37" name="s7-produkt-class-name">
            <a:extLst xmlns:a="http://schemas.openxmlformats.org/drawingml/2006/main">
              <a:ext uri="{FF2B5EF4-FFF2-40B4-BE49-F238E27FC236}">
                <a16:creationId xmlns:a16="http://schemas.microsoft.com/office/drawing/2014/main" id="{CEB1B261-8EEE-4E11-85F6-B9DF8717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19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Produkt</a:t>
            </a:r>
          </a:p>
        </p:txBody>
      </p:sp>
      <p:sp>
        <p:nvSpPr>
          <p:cNvPr id="38" name="s7-produkt-attributes">
            <a:extLst xmlns:a="http://schemas.openxmlformats.org/drawingml/2006/main">
              <a:ext uri="{FF2B5EF4-FFF2-40B4-BE49-F238E27FC236}">
                <a16:creationId xmlns:a16="http://schemas.microsoft.com/office/drawing/2014/main" id="{90FB3B49-9A17-42B7-BB3D-F8D2257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981200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9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produktnummer: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9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bezeichnung: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9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8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aktuellerPreis: Decimal</a:t>
            </a:r>
          </a:p>
        </p:txBody>
      </p:sp>
      <p:sp>
        <p:nvSpPr>
          <p:cNvPr id="39" name="s7-physisch-outer">
            <a:extLst xmlns:a="http://schemas.openxmlformats.org/drawingml/2006/main">
              <a:ext uri="{FF2B5EF4-FFF2-40B4-BE49-F238E27FC236}">
                <a16:creationId xmlns:a16="http://schemas.microsoft.com/office/drawing/2014/main" id="{78383C0C-F5A4-4B12-BFEE-0504C17B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2047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40" name="s7-physisch-header-fill">
            <a:extLst xmlns:a="http://schemas.openxmlformats.org/drawingml/2006/main">
              <a:ext uri="{FF2B5EF4-FFF2-40B4-BE49-F238E27FC236}">
                <a16:creationId xmlns:a16="http://schemas.microsoft.com/office/drawing/2014/main" id="{41F0D8AC-E39D-4799-874E-CB483FD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555" y="4011930"/>
            <a:ext cx="2025015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7-physisch-header-rule">
            <a:extLst xmlns:a="http://schemas.openxmlformats.org/drawingml/2006/main">
              <a:ext uri="{FF2B5EF4-FFF2-40B4-BE49-F238E27FC236}">
                <a16:creationId xmlns:a16="http://schemas.microsoft.com/office/drawing/2014/main" id="{70DDCE3D-FAB0-4D19-9434-AD100B54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43400"/>
            <a:ext cx="2047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42" name="s7-physisch-class-name">
            <a:extLst xmlns:a="http://schemas.openxmlformats.org/drawingml/2006/main">
              <a:ext uri="{FF2B5EF4-FFF2-40B4-BE49-F238E27FC236}">
                <a16:creationId xmlns:a16="http://schemas.microsoft.com/office/drawing/2014/main" id="{D09F310B-B481-4081-B268-E82409B8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48125"/>
            <a:ext cx="1933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PhysischesProdukt</a:t>
            </a:r>
          </a:p>
        </p:txBody>
      </p:sp>
      <p:sp>
        <p:nvSpPr>
          <p:cNvPr id="43" name="s7-physisch-attributes">
            <a:extLst xmlns:a="http://schemas.openxmlformats.org/drawingml/2006/main">
              <a:ext uri="{FF2B5EF4-FFF2-40B4-BE49-F238E27FC236}">
                <a16:creationId xmlns:a16="http://schemas.microsoft.com/office/drawing/2014/main" id="{306D74AC-E6D7-4D0D-917C-FB23306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10075"/>
            <a:ext cx="1876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gewichtInKg: Decimal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lagerbestand: Integer</a:t>
            </a:r>
          </a:p>
        </p:txBody>
      </p:sp>
      <p:sp>
        <p:nvSpPr>
          <p:cNvPr id="44" name="s7-digital-outer">
            <a:extLst xmlns:a="http://schemas.openxmlformats.org/drawingml/2006/main">
              <a:ext uri="{FF2B5EF4-FFF2-40B4-BE49-F238E27FC236}">
                <a16:creationId xmlns:a16="http://schemas.microsoft.com/office/drawing/2014/main" id="{7B2CB8DF-D309-4A9F-B67E-7BA1735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2C58"/>
            </a:solidFill>
            <a:prstDash val="solid"/>
          </a:ln>
        </p:spPr>
      </p:sp>
      <p:sp>
        <p:nvSpPr>
          <p:cNvPr id="45" name="s7-digital-header-fill">
            <a:extLst xmlns:a="http://schemas.openxmlformats.org/drawingml/2006/main">
              <a:ext uri="{FF2B5EF4-FFF2-40B4-BE49-F238E27FC236}">
                <a16:creationId xmlns:a16="http://schemas.microsoft.com/office/drawing/2014/main" id="{E47BEF3B-56B4-48B9-9E5A-1AA241DE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0" y="4011930"/>
            <a:ext cx="169164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7-digital-header-rule">
            <a:extLst xmlns:a="http://schemas.openxmlformats.org/drawingml/2006/main">
              <a:ext uri="{FF2B5EF4-FFF2-40B4-BE49-F238E27FC236}">
                <a16:creationId xmlns:a16="http://schemas.microsoft.com/office/drawing/2014/main" id="{89327A88-326C-4DE3-9C3F-188F6869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43400"/>
            <a:ext cx="1714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2C58"/>
            </a:solidFill>
            <a:prstDash val="solid"/>
          </a:ln>
        </p:spPr>
      </p:sp>
      <p:sp>
        <p:nvSpPr>
          <p:cNvPr id="47" name="s7-digital-class-name">
            <a:extLst xmlns:a="http://schemas.openxmlformats.org/drawingml/2006/main">
              <a:ext uri="{FF2B5EF4-FFF2-40B4-BE49-F238E27FC236}">
                <a16:creationId xmlns:a16="http://schemas.microsoft.com/office/drawing/2014/main" id="{1A0DE02D-4B62-4F4F-9B26-9D5EE2D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481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  <a:def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defRPr>
            </a:pPr>
            <a:r>
              <a:rPr sz="1350" b="1">
                <a:solidFill>
                  <a:srgbClr val="002C58"/>
                </a:solidFill>
                <a:latin typeface="Titillium Web"/>
                <a:ea typeface="Titillium Web"/>
                <a:cs typeface="Titillium Web"/>
              </a:rPr>
              <a:t>DigitalesProdukt</a:t>
            </a:r>
          </a:p>
        </p:txBody>
      </p:sp>
      <p:sp>
        <p:nvSpPr>
          <p:cNvPr id="48" name="s7-digital-attributes">
            <a:extLst xmlns:a="http://schemas.openxmlformats.org/drawingml/2006/main">
              <a:ext uri="{FF2B5EF4-FFF2-40B4-BE49-F238E27FC236}">
                <a16:creationId xmlns:a16="http://schemas.microsoft.com/office/drawing/2014/main" id="{06F540E6-9299-41D5-9B8B-BC2847CA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410075"/>
            <a:ext cx="154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dateiformat: String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defRPr>
            </a:pPr>
            <a:r>
              <a:rPr sz="990" b="0">
                <a:solidFill>
                  <a:srgbClr val="212121"/>
                </a:solidFill>
                <a:latin typeface="Titillium Web"/>
                <a:ea typeface="Titillium Web"/>
                <a:cs typeface="Titillium Web"/>
              </a:rPr>
              <a:t>dateigroesseInMB: Decimal</a:t>
            </a:r>
          </a:p>
        </p:txBody>
      </p:sp>
    </p:spTree>
    <p:extLst>
      <p:ext uri="{BB962C8B-B14F-4D97-AF65-F5344CB8AC3E}">
        <p14:creationId xmlns:p14="http://schemas.microsoft.com/office/powerpoint/2010/main" val="2648752097"/>
      </p:ext>
    </p:extLst>
  </p:cSld>
</p:sld>
</file>

<file path=ppt/theme/theme1.xml><?xml version="1.0" encoding="utf-8"?>
<a:theme xmlns:a="http://schemas.openxmlformats.org/drawingml/2006/main" name="Integral">
  <a:themeElements>
    <a:clrScheme name="HSBA">
      <a:dk1>
        <a:srgbClr val="002C58"/>
      </a:dk1>
      <a:lt1>
        <a:srgbClr val="FFFFFF"/>
      </a:lt1>
      <a:dk2>
        <a:srgbClr val="212121"/>
      </a:dk2>
      <a:lt2>
        <a:srgbClr val="DEE8F2"/>
      </a:lt2>
      <a:accent1>
        <a:srgbClr val="002C58"/>
      </a:accent1>
      <a:accent2>
        <a:srgbClr val="548ECB"/>
      </a:accent2>
      <a:accent3>
        <a:srgbClr val="F08300"/>
      </a:accent3>
      <a:accent4>
        <a:srgbClr val="AF1B3F"/>
      </a:accent4>
      <a:accent5>
        <a:srgbClr val="09BC8A"/>
      </a:accent5>
      <a:accent6>
        <a:srgbClr val="002C58"/>
      </a:accent6>
      <a:hlink>
        <a:srgbClr val="548ECB"/>
      </a:hlink>
      <a:folHlink>
        <a:srgbClr val="548ECB"/>
      </a:folHlink>
    </a:clrScheme>
    <a:fontScheme name="Titillium Web">
      <a:majorFont>
        <a:latin typeface="Titillium Web"/>
        <a:ea typeface=""/>
        <a:cs typeface=""/>
      </a:majorFont>
      <a:minorFont>
        <a:latin typeface="Titillium Web"/>
        <a:ea typeface=""/>
        <a:cs typeface=""/>
      </a:minorFont>
    </a:fontScheme>
    <a:fmtScheme name="HSBA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lumMod val="100000"/>
                <a:satMod val="100000"/>
              </a:schemeClr>
            </a:gs>
            <a:gs pos="100000">
              <a:schemeClr val="phClr">
                <a:tint val="61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lumMod val="100000"/>
                <a:satMod val="100000"/>
              </a:schemeClr>
            </a:gs>
            <a:gs pos="100000">
              <a:schemeClr val="phClr">
                <a:tint val="90000"/>
                <a:shade val="100000"/>
                <a:lumMod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2026-08-07T13:06:26.4860000Z</dcterms:created>
  <dcterms:modified xsi:type="dcterms:W3CDTF">2026-08-07T13:06:26.4860000Z</dcterms:modified>
</coreProperties>
</file>