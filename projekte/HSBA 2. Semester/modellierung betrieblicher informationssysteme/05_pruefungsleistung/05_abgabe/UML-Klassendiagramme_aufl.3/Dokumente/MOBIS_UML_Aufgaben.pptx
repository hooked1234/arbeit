
<file path=[Content_Types].xml><?xml version="1.0" encoding="utf-8"?>
<Types xmlns="http://schemas.openxmlformats.org/package/2006/content-types">
  <Default Extension="emf" ContentType="image/x-emf"/>
  <Default Extension="fntdata" ContentType="application/x-fontdata"/>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95" r:id="rId5"/>
  </p:sldMasterIdLst>
  <p:notesMasterIdLst>
    <p:notesMasterId r:id="rId11"/>
  </p:notesMasterIdLst>
  <p:handoutMasterIdLst>
    <p:handoutMasterId r:id="rId12"/>
  </p:handoutMasterIdLst>
  <p:sldIdLst>
    <p:sldId id="448" r:id="rId6"/>
    <p:sldId id="445" r:id="rId7"/>
    <p:sldId id="446" r:id="rId8"/>
  </p:sldIdLst>
  <p:sldSz cx="12192000" cy="6858000"/>
  <p:notesSz cx="6797675" cy="9928225"/>
  <p:embeddedFontLst>
    <p:embeddedFont>
      <p:font typeface="Titillium Web" panose="00000500000000000000" pitchFamily="2" charset="0"/>
      <p:regular r:id="rId13"/>
      <p:bold r:id="rId14"/>
      <p:italic r:id="rId15"/>
      <p:boldItalic r:id="rId16"/>
    </p:embeddedFont>
    <p:embeddedFont>
      <p:font typeface="TitilliumText25L" panose="020B0604020202020204" charset="0"/>
      <p:regular r:id="rId17"/>
      <p:bold r:id="rId18"/>
    </p:embeddedFont>
    <p:embeddedFont>
      <p:font typeface="Wingdings 3" panose="05040102010807070707" pitchFamily="18" charset="2"/>
      <p:regular r:id="rId19"/>
    </p:embeddedFont>
  </p:embeddedFontLst>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halt" id="{73D33112-1D5A-4DB3-98C0-9366422F57C2}">
          <p14:sldIdLst>
            <p14:sldId id="448"/>
            <p14:sldId id="445"/>
            <p14:sldId id="446"/>
            <p14:sldId id="450"/>
            <p14:sldId id="45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cus Bräunig" initials="MB" lastIdx="1" clrIdx="0">
    <p:extLst>
      <p:ext uri="{19B8F6BF-5375-455C-9EA6-DF929625EA0E}">
        <p15:presenceInfo xmlns:p15="http://schemas.microsoft.com/office/powerpoint/2012/main" userId="Marcus Bräuni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4061"/>
    <a:srgbClr val="FF9600"/>
    <a:srgbClr val="012656"/>
    <a:srgbClr val="548ECB"/>
    <a:srgbClr val="4472C4"/>
    <a:srgbClr val="405C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09" autoAdjust="0"/>
    <p:restoredTop sz="94743" autoAdjust="0"/>
  </p:normalViewPr>
  <p:slideViewPr>
    <p:cSldViewPr snapToGrid="0">
      <p:cViewPr varScale="1">
        <p:scale>
          <a:sx n="107" d="100"/>
          <a:sy n="107" d="100"/>
        </p:scale>
        <p:origin x="1128" y="10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13" d="100"/>
          <a:sy n="113" d="100"/>
        </p:scale>
        <p:origin x="5220"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tags" Target="tags/tag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dirty="0">
              <a:latin typeface="TitilliumText25L" panose="02000000000000000000" pitchFamily="50" charset="0"/>
            </a:endParaRPr>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9194331-4FA0-4800-A181-4782E50297E6}" type="datetimeFigureOut">
              <a:rPr lang="en-US" smtClean="0">
                <a:latin typeface="TitilliumText25L" panose="02000000000000000000" pitchFamily="50" charset="0"/>
              </a:rPr>
              <a:t>7/26/2026</a:t>
            </a:fld>
            <a:endParaRPr lang="en-US" dirty="0">
              <a:latin typeface="TitilliumText25L" panose="02000000000000000000" pitchFamily="50" charset="0"/>
            </a:endParaRPr>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dirty="0">
              <a:latin typeface="TitilliumText25L" panose="02000000000000000000" pitchFamily="50" charset="0"/>
            </a:endParaRPr>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98FD8BD7-889E-4B52-9FD0-E04AB5DD7A7F}" type="slidenum">
              <a:rPr lang="en-US" smtClean="0">
                <a:latin typeface="TitilliumText25L" panose="02000000000000000000" pitchFamily="50" charset="0"/>
              </a:rPr>
              <a:t>‹Nr.›</a:t>
            </a:fld>
            <a:endParaRPr lang="en-US" dirty="0">
              <a:latin typeface="TitilliumText25L" panose="02000000000000000000" pitchFamily="50" charset="0"/>
            </a:endParaRPr>
          </a:p>
        </p:txBody>
      </p:sp>
    </p:spTree>
    <p:extLst>
      <p:ext uri="{BB962C8B-B14F-4D97-AF65-F5344CB8AC3E}">
        <p14:creationId xmlns:p14="http://schemas.microsoft.com/office/powerpoint/2010/main" val="120308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atin typeface="TitilliumText25L" panose="02000000000000000000" pitchFamily="50" charset="0"/>
              </a:defRPr>
            </a:lvl1pPr>
          </a:lstStyle>
          <a:p>
            <a:endParaRPr lang="en-US" dirty="0"/>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atin typeface="TitilliumText25L" panose="02000000000000000000" pitchFamily="50" charset="0"/>
              </a:defRPr>
            </a:lvl1pPr>
          </a:lstStyle>
          <a:p>
            <a:fld id="{7F1A7734-EBA1-4FEE-BC1D-270600FA870E}" type="datetimeFigureOut">
              <a:rPr lang="en-US" smtClean="0"/>
              <a:pPr/>
              <a:t>7/26/2026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atin typeface="TitilliumText25L" panose="02000000000000000000" pitchFamily="50" charset="0"/>
              </a:defRPr>
            </a:lvl1pPr>
          </a:lstStyle>
          <a:p>
            <a:endParaRPr lang="en-US" dirty="0"/>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atin typeface="TitilliumText25L" panose="02000000000000000000" pitchFamily="50" charset="0"/>
              </a:defRPr>
            </a:lvl1pPr>
          </a:lstStyle>
          <a:p>
            <a:fld id="{FF3E3E09-7F06-4A43-A984-22A0452AED80}" type="slidenum">
              <a:rPr lang="en-US" smtClean="0"/>
              <a:pPr/>
              <a:t>‹Nr.›</a:t>
            </a:fld>
            <a:endParaRPr lang="en-US" dirty="0"/>
          </a:p>
        </p:txBody>
      </p:sp>
    </p:spTree>
    <p:extLst>
      <p:ext uri="{BB962C8B-B14F-4D97-AF65-F5344CB8AC3E}">
        <p14:creationId xmlns:p14="http://schemas.microsoft.com/office/powerpoint/2010/main" val="225776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tilliumText25L" panose="02000000000000000000" pitchFamily="50" charset="0"/>
        <a:ea typeface="+mn-ea"/>
        <a:cs typeface="+mn-cs"/>
      </a:defRPr>
    </a:lvl1pPr>
    <a:lvl2pPr marL="457200" algn="l" defTabSz="914400" rtl="0" eaLnBrk="1" latinLnBrk="0" hangingPunct="1">
      <a:defRPr sz="1200" kern="1200">
        <a:solidFill>
          <a:schemeClr val="tx1"/>
        </a:solidFill>
        <a:latin typeface="TitilliumText25L" panose="02000000000000000000" pitchFamily="50" charset="0"/>
        <a:ea typeface="+mn-ea"/>
        <a:cs typeface="+mn-cs"/>
      </a:defRPr>
    </a:lvl2pPr>
    <a:lvl3pPr marL="914400" algn="l" defTabSz="914400" rtl="0" eaLnBrk="1" latinLnBrk="0" hangingPunct="1">
      <a:defRPr sz="1200" kern="1200">
        <a:solidFill>
          <a:schemeClr val="tx1"/>
        </a:solidFill>
        <a:latin typeface="TitilliumText25L" panose="02000000000000000000" pitchFamily="50" charset="0"/>
        <a:ea typeface="+mn-ea"/>
        <a:cs typeface="+mn-cs"/>
      </a:defRPr>
    </a:lvl3pPr>
    <a:lvl4pPr marL="1371600" algn="l" defTabSz="914400" rtl="0" eaLnBrk="1" latinLnBrk="0" hangingPunct="1">
      <a:defRPr sz="1200" kern="1200">
        <a:solidFill>
          <a:schemeClr val="tx1"/>
        </a:solidFill>
        <a:latin typeface="TitilliumText25L" panose="02000000000000000000" pitchFamily="50" charset="0"/>
        <a:ea typeface="+mn-ea"/>
        <a:cs typeface="+mn-cs"/>
      </a:defRPr>
    </a:lvl4pPr>
    <a:lvl5pPr marL="1828800" algn="l" defTabSz="914400" rtl="0" eaLnBrk="1" latinLnBrk="0" hangingPunct="1">
      <a:defRPr sz="1200" kern="1200">
        <a:solidFill>
          <a:schemeClr val="tx1"/>
        </a:solidFill>
        <a:latin typeface="TitilliumText25L" panose="020000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 Id="rId6"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2.emf"/><Relationship Id="rId6"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Version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3886200"/>
            <a:ext cx="12192000" cy="2971800"/>
          </a:xfrm>
          <a:prstGeom prst="rect">
            <a:avLst/>
          </a:prstGeom>
        </p:spPr>
        <p:txBody>
          <a:bodyPr anchor="ctr">
            <a:noAutofit/>
          </a:bodyPr>
          <a:lstStyle>
            <a:lvl1pPr algn="ctr">
              <a:defRPr sz="9000" spc="200" baseline="0">
                <a:solidFill>
                  <a:schemeClr val="bg1"/>
                </a:solidFill>
                <a:latin typeface="+mj-lt"/>
              </a:defRPr>
            </a:lvl1pPr>
          </a:lstStyle>
          <a:p>
            <a:r>
              <a:rPr lang="de-DE" dirty="0"/>
              <a:t>Titel</a:t>
            </a:r>
            <a:endParaRPr lang="en-US" dirty="0"/>
          </a:p>
        </p:txBody>
      </p:sp>
      <p:pic>
        <p:nvPicPr>
          <p:cNvPr id="4" name="Grafik 3">
            <a:extLst>
              <a:ext uri="{FF2B5EF4-FFF2-40B4-BE49-F238E27FC236}">
                <a16:creationId xmlns:a16="http://schemas.microsoft.com/office/drawing/2014/main" id="{E87AA66C-9778-81A6-F53B-931BBBFD960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27744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sion 2)">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4845837"/>
            <a:ext cx="7772400" cy="1463040"/>
          </a:xfrm>
          <a:prstGeom prst="rect">
            <a:avLst/>
          </a:prstGeom>
        </p:spPr>
        <p:txBody>
          <a:bodyPr lIns="90000" rIns="90000" anchor="ctr">
            <a:noAutofit/>
          </a:bodyPr>
          <a:lstStyle>
            <a:lvl1pPr algn="r">
              <a:defRPr sz="5000" b="1" spc="0" baseline="0">
                <a:solidFill>
                  <a:schemeClr val="tx1"/>
                </a:solidFill>
                <a:latin typeface="+mj-lt"/>
              </a:defRPr>
            </a:lvl1pPr>
          </a:lstStyle>
          <a:p>
            <a:r>
              <a:rPr lang="de-DE" dirty="0"/>
              <a:t>Titel</a:t>
            </a:r>
            <a:endParaRPr lang="en-US" dirty="0"/>
          </a:p>
        </p:txBody>
      </p:sp>
      <p:sp>
        <p:nvSpPr>
          <p:cNvPr id="3" name="Subtitle 2"/>
          <p:cNvSpPr>
            <a:spLocks noGrp="1"/>
          </p:cNvSpPr>
          <p:nvPr>
            <p:ph type="subTitle" idx="1" hasCustomPrompt="1"/>
          </p:nvPr>
        </p:nvSpPr>
        <p:spPr>
          <a:xfrm>
            <a:off x="8610600" y="4845837"/>
            <a:ext cx="3200400" cy="1463040"/>
          </a:xfrm>
          <a:prstGeom prst="rect">
            <a:avLst/>
          </a:prstGeom>
        </p:spPr>
        <p:txBody>
          <a:bodyPr lIns="91440" rIns="91440" anchor="ctr">
            <a:noAutofit/>
          </a:bodyPr>
          <a:lstStyle>
            <a:lvl1pPr marL="0" indent="0" algn="l">
              <a:lnSpc>
                <a:spcPct val="100000"/>
              </a:lnSpc>
              <a:spcBef>
                <a:spcPts val="0"/>
              </a:spcBef>
              <a:buNone/>
              <a:defRPr sz="1800">
                <a:solidFill>
                  <a:schemeClr val="tx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Untertitel</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2B1EAEB1-6678-AAAD-058B-1C127308C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82651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5662"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Bildplatzhalter 2">
            <a:extLst>
              <a:ext uri="{FF2B5EF4-FFF2-40B4-BE49-F238E27FC236}">
                <a16:creationId xmlns:a16="http://schemas.microsoft.com/office/drawing/2014/main" id="{7F105D5F-BE6D-0313-E8FF-F3B78E0A48F5}"/>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04E88ACA-6FE0-2A98-BFFA-8A19899BD8DF}"/>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16689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5686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599993"/>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3" name="Bildplatzhalter 2">
            <a:extLst>
              <a:ext uri="{FF2B5EF4-FFF2-40B4-BE49-F238E27FC236}">
                <a16:creationId xmlns:a16="http://schemas.microsoft.com/office/drawing/2014/main" id="{DE01786B-F052-E286-4C89-7CAD3EEA3DAB}"/>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1C722A60-4FBA-C8E6-D104-5E8E94832F15}"/>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103961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 up to 1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46735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9DC9AA2E-15F9-0D88-4C10-13405D900DAD}"/>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DF040532-C423-6DC7-130B-B3E7B501BAA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85247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up to 10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05515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600"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AF56EA3F-1922-8872-9792-501999237C38}"/>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3EEBF7B5-035D-015D-8C41-E74975E5CFAC}"/>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94469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pic>
        <p:nvPicPr>
          <p:cNvPr id="3" name="Grafik 2">
            <a:extLst>
              <a:ext uri="{FF2B5EF4-FFF2-40B4-BE49-F238E27FC236}">
                <a16:creationId xmlns:a16="http://schemas.microsoft.com/office/drawing/2014/main" id="{6E015888-9A5F-8494-A23E-1A1099C77F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24163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800" smtClean="0">
                <a:solidFill>
                  <a:schemeClr val="accent1"/>
                </a:solidFill>
                <a:latin typeface="Arial" panose="020B0604020202020204" pitchFamily="34" charset="0"/>
                <a:cs typeface="Arial" panose="020B0604020202020204" pitchFamily="34" charset="0"/>
              </a:rPr>
              <a:t>‹Nr.›</a:t>
            </a:fld>
            <a:endParaRPr lang="de-DE" sz="1800" dirty="0">
              <a:solidFill>
                <a:schemeClr val="accent1"/>
              </a:solidFill>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908300"/>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5" name="Grafik 4">
            <a:extLst>
              <a:ext uri="{FF2B5EF4-FFF2-40B4-BE49-F238E27FC236}">
                <a16:creationId xmlns:a16="http://schemas.microsoft.com/office/drawing/2014/main" id="{01053EC7-9585-5077-D1F9-4E591C9F87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5689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Text Placeholder 2"/>
          <p:cNvSpPr>
            <a:spLocks noGrp="1"/>
          </p:cNvSpPr>
          <p:nvPr>
            <p:ph type="body" sz="quarter" idx="12"/>
          </p:nvPr>
        </p:nvSpPr>
        <p:spPr>
          <a:xfrm>
            <a:off x="251999" y="1455420"/>
            <a:ext cx="11729363" cy="479298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2000" y="6312233"/>
            <a:ext cx="351746" cy="304627"/>
          </a:xfrm>
          <a:prstGeom prst="rect">
            <a:avLst/>
          </a:prstGeom>
          <a:noFill/>
        </p:spPr>
        <p:txBody>
          <a:bodyPr wrap="none" lIns="0" tIns="0" rIns="0" bIns="0" rtlCol="0">
            <a:noAutofit/>
          </a:bodyPr>
          <a:lstStyle/>
          <a:p>
            <a:fld id="{2606D6E4-7A48-4190-B649-F3AD422062DD}" type="slidenum">
              <a:rPr lang="de-DE" sz="1600" smtClean="0">
                <a:solidFill>
                  <a:schemeClr val="accent1"/>
                </a:solidFill>
                <a:latin typeface="+mj-lt"/>
              </a:rPr>
              <a:t>‹Nr.›</a:t>
            </a:fld>
            <a:endParaRPr lang="de-DE" sz="400" dirty="0">
              <a:solidFill>
                <a:schemeClr val="accent1"/>
              </a:solidFill>
              <a:latin typeface="+mj-lt"/>
            </a:endParaRPr>
          </a:p>
        </p:txBody>
      </p:sp>
      <p:pic>
        <p:nvPicPr>
          <p:cNvPr id="5" name="Grafik 4">
            <a:extLst>
              <a:ext uri="{FF2B5EF4-FFF2-40B4-BE49-F238E27FC236}">
                <a16:creationId xmlns:a16="http://schemas.microsoft.com/office/drawing/2014/main" id="{A3A2326D-2D59-C192-CB73-E3BC627D47B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ACDB8551-B7E9-4647-CCEA-72AA502EBBA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52703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pic>
        <p:nvPicPr>
          <p:cNvPr id="11" name="Grafik 10">
            <a:extLst>
              <a:ext uri="{FF2B5EF4-FFF2-40B4-BE49-F238E27FC236}">
                <a16:creationId xmlns:a16="http://schemas.microsoft.com/office/drawing/2014/main" id="{F57CC41D-AAD0-75A1-C4DE-E00AAA2BDDE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62847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3705807"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pic>
        <p:nvPicPr>
          <p:cNvPr id="9" name="Grafik 8">
            <a:extLst>
              <a:ext uri="{FF2B5EF4-FFF2-40B4-BE49-F238E27FC236}">
                <a16:creationId xmlns:a16="http://schemas.microsoft.com/office/drawing/2014/main" id="{91E65AC4-F37D-4273-2617-0B1624F7EC0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78191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516478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6" name="Grafik 5">
            <a:extLst>
              <a:ext uri="{FF2B5EF4-FFF2-40B4-BE49-F238E27FC236}">
                <a16:creationId xmlns:a16="http://schemas.microsoft.com/office/drawing/2014/main" id="{B48653E5-466A-8D8D-4E91-191C4E9C704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5434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amp; Foto brei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371631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4" name="Bildplatzhalter 2">
            <a:extLst>
              <a:ext uri="{FF2B5EF4-FFF2-40B4-BE49-F238E27FC236}">
                <a16:creationId xmlns:a16="http://schemas.microsoft.com/office/drawing/2014/main" id="{3E851C3A-281E-653F-02B8-1D5C0CE37CC4}"/>
              </a:ext>
            </a:extLst>
          </p:cNvPr>
          <p:cNvSpPr>
            <a:spLocks noGrp="1"/>
          </p:cNvSpPr>
          <p:nvPr>
            <p:ph type="pic" sz="quarter" idx="12"/>
          </p:nvPr>
        </p:nvSpPr>
        <p:spPr>
          <a:xfrm>
            <a:off x="4270160" y="0"/>
            <a:ext cx="7921840" cy="6858000"/>
          </a:xfrm>
          <a:prstGeom prst="rect">
            <a:avLst/>
          </a:prstGeom>
        </p:spPr>
        <p:txBody>
          <a:bodyPr/>
          <a:lstStyle>
            <a:lvl1pPr marL="0" indent="0">
              <a:buNone/>
              <a:defRPr/>
            </a:lvl1pPr>
          </a:lstStyle>
          <a:p>
            <a:r>
              <a:rPr lang="de-DE"/>
              <a:t>Bild durch Klicken auf Symbol hinzufügen</a:t>
            </a:r>
            <a:endParaRPr lang="de-DE" dirty="0"/>
          </a:p>
        </p:txBody>
      </p:sp>
      <p:sp>
        <p:nvSpPr>
          <p:cNvPr id="6" name="Textplatzhalter 4">
            <a:extLst>
              <a:ext uri="{FF2B5EF4-FFF2-40B4-BE49-F238E27FC236}">
                <a16:creationId xmlns:a16="http://schemas.microsoft.com/office/drawing/2014/main" id="{5CC78C2A-3EFE-45C0-9AED-56F54CD8ABD8}"/>
              </a:ext>
            </a:extLst>
          </p:cNvPr>
          <p:cNvSpPr>
            <a:spLocks noGrp="1"/>
          </p:cNvSpPr>
          <p:nvPr>
            <p:ph type="body" sz="quarter" idx="14"/>
          </p:nvPr>
        </p:nvSpPr>
        <p:spPr>
          <a:xfrm>
            <a:off x="252000" y="1455937"/>
            <a:ext cx="3716319"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59640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ayout dunkel Headline &amp; Content schrä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A05E0CD-80E7-3597-5232-74A9A88BE148}"/>
              </a:ext>
            </a:extLst>
          </p:cNvPr>
          <p:cNvSpPr/>
          <p:nvPr userDrawn="1"/>
        </p:nvSpPr>
        <p:spPr>
          <a:xfrm>
            <a:off x="-1" y="0"/>
            <a:ext cx="12191999" cy="6857999"/>
          </a:xfrm>
          <a:prstGeom prst="rect">
            <a:avLst/>
          </a:prstGeom>
          <a:gradFill>
            <a:gsLst>
              <a:gs pos="23000">
                <a:srgbClr val="012656"/>
              </a:gs>
              <a:gs pos="80000">
                <a:srgbClr val="012656"/>
              </a:gs>
              <a:gs pos="50000">
                <a:srgbClr val="4472C4"/>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6369539" y="-15631"/>
            <a:ext cx="5822460" cy="6889261"/>
          </a:xfrm>
          <a:custGeom>
            <a:avLst/>
            <a:gdLst>
              <a:gd name="connsiteX0" fmla="*/ 0 w 4974491"/>
              <a:gd name="connsiteY0" fmla="*/ 0 h 6858000"/>
              <a:gd name="connsiteX1" fmla="*/ 4974491 w 4974491"/>
              <a:gd name="connsiteY1" fmla="*/ 0 h 6858000"/>
              <a:gd name="connsiteX2" fmla="*/ 4974491 w 4974491"/>
              <a:gd name="connsiteY2" fmla="*/ 6858000 h 6858000"/>
              <a:gd name="connsiteX3" fmla="*/ 0 w 4974491"/>
              <a:gd name="connsiteY3" fmla="*/ 6858000 h 6858000"/>
              <a:gd name="connsiteX4" fmla="*/ 0 w 4974491"/>
              <a:gd name="connsiteY4" fmla="*/ 0 h 6858000"/>
              <a:gd name="connsiteX0" fmla="*/ 1348154 w 4974491"/>
              <a:gd name="connsiteY0" fmla="*/ 0 h 6869723"/>
              <a:gd name="connsiteX1" fmla="*/ 4974491 w 4974491"/>
              <a:gd name="connsiteY1" fmla="*/ 11723 h 6869723"/>
              <a:gd name="connsiteX2" fmla="*/ 4974491 w 4974491"/>
              <a:gd name="connsiteY2" fmla="*/ 6869723 h 6869723"/>
              <a:gd name="connsiteX3" fmla="*/ 0 w 4974491"/>
              <a:gd name="connsiteY3" fmla="*/ 6869723 h 6869723"/>
              <a:gd name="connsiteX4" fmla="*/ 1348154 w 4974491"/>
              <a:gd name="connsiteY4" fmla="*/ 0 h 6869723"/>
              <a:gd name="connsiteX0" fmla="*/ 2176585 w 5802922"/>
              <a:gd name="connsiteY0" fmla="*/ 0 h 6881446"/>
              <a:gd name="connsiteX1" fmla="*/ 5802922 w 5802922"/>
              <a:gd name="connsiteY1" fmla="*/ 11723 h 6881446"/>
              <a:gd name="connsiteX2" fmla="*/ 5802922 w 5802922"/>
              <a:gd name="connsiteY2" fmla="*/ 6869723 h 6881446"/>
              <a:gd name="connsiteX3" fmla="*/ 0 w 5802922"/>
              <a:gd name="connsiteY3" fmla="*/ 6881446 h 6881446"/>
              <a:gd name="connsiteX4" fmla="*/ 2176585 w 5802922"/>
              <a:gd name="connsiteY4" fmla="*/ 0 h 6881446"/>
              <a:gd name="connsiteX0" fmla="*/ 2196123 w 5822460"/>
              <a:gd name="connsiteY0" fmla="*/ 0 h 6885354"/>
              <a:gd name="connsiteX1" fmla="*/ 5822460 w 5822460"/>
              <a:gd name="connsiteY1" fmla="*/ 11723 h 6885354"/>
              <a:gd name="connsiteX2" fmla="*/ 5822460 w 5822460"/>
              <a:gd name="connsiteY2" fmla="*/ 6869723 h 6885354"/>
              <a:gd name="connsiteX3" fmla="*/ 0 w 5822460"/>
              <a:gd name="connsiteY3" fmla="*/ 6885354 h 6885354"/>
              <a:gd name="connsiteX4" fmla="*/ 2196123 w 5822460"/>
              <a:gd name="connsiteY4" fmla="*/ 0 h 6885354"/>
              <a:gd name="connsiteX0" fmla="*/ 2590800 w 5822460"/>
              <a:gd name="connsiteY0" fmla="*/ 0 h 6889261"/>
              <a:gd name="connsiteX1" fmla="*/ 5822460 w 5822460"/>
              <a:gd name="connsiteY1" fmla="*/ 15630 h 6889261"/>
              <a:gd name="connsiteX2" fmla="*/ 5822460 w 5822460"/>
              <a:gd name="connsiteY2" fmla="*/ 6873630 h 6889261"/>
              <a:gd name="connsiteX3" fmla="*/ 0 w 5822460"/>
              <a:gd name="connsiteY3" fmla="*/ 6889261 h 6889261"/>
              <a:gd name="connsiteX4" fmla="*/ 2590800 w 5822460"/>
              <a:gd name="connsiteY4" fmla="*/ 0 h 6889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460" h="6889261">
                <a:moveTo>
                  <a:pt x="2590800" y="0"/>
                </a:moveTo>
                <a:lnTo>
                  <a:pt x="5822460" y="15630"/>
                </a:lnTo>
                <a:lnTo>
                  <a:pt x="5822460" y="6873630"/>
                </a:lnTo>
                <a:lnTo>
                  <a:pt x="0" y="6889261"/>
                </a:lnTo>
                <a:lnTo>
                  <a:pt x="2590800" y="0"/>
                </a:lnTo>
                <a:close/>
              </a:path>
            </a:pathLst>
          </a:cu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1606062"/>
            <a:ext cx="6205415" cy="4372707"/>
          </a:xfrm>
          <a:prstGeom prst="rect">
            <a:avLst/>
          </a:prstGeom>
        </p:spPr>
        <p:txBody>
          <a:bodyPr lIns="90000" rIns="90000" anchor="t">
            <a:normAutofit/>
          </a:bodyPr>
          <a:lstStyle>
            <a:lvl1pPr algn="l">
              <a:defRPr sz="8000" b="1" spc="0" baseline="0">
                <a:solidFill>
                  <a:schemeClr val="bg1"/>
                </a:solidFill>
                <a:latin typeface="+mj-lt"/>
              </a:defRPr>
            </a:lvl1pPr>
          </a:lstStyle>
          <a:p>
            <a:r>
              <a:rPr lang="de-DE" dirty="0"/>
              <a:t>Headline</a:t>
            </a:r>
            <a:endParaRPr lang="en-US" dirty="0"/>
          </a:p>
        </p:txBody>
      </p:sp>
      <p:sp>
        <p:nvSpPr>
          <p:cNvPr id="7" name="Rechteck 6">
            <a:extLst>
              <a:ext uri="{FF2B5EF4-FFF2-40B4-BE49-F238E27FC236}">
                <a16:creationId xmlns:a16="http://schemas.microsoft.com/office/drawing/2014/main" id="{6EBBD200-1A8B-B613-0372-64B506A69692}"/>
              </a:ext>
            </a:extLst>
          </p:cNvPr>
          <p:cNvSpPr/>
          <p:nvPr userDrawn="1"/>
        </p:nvSpPr>
        <p:spPr>
          <a:xfrm rot="6637795">
            <a:off x="3930266" y="3273476"/>
            <a:ext cx="7469663" cy="294214"/>
          </a:xfrm>
          <a:prstGeom prst="rect">
            <a:avLst/>
          </a:prstGeom>
          <a:solidFill>
            <a:srgbClr val="548EC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platzhalter 11">
            <a:extLst>
              <a:ext uri="{FF2B5EF4-FFF2-40B4-BE49-F238E27FC236}">
                <a16:creationId xmlns:a16="http://schemas.microsoft.com/office/drawing/2014/main" id="{2FBF3823-473F-87CF-A278-E2B06AFD4A3C}"/>
              </a:ext>
            </a:extLst>
          </p:cNvPr>
          <p:cNvSpPr>
            <a:spLocks noGrp="1"/>
          </p:cNvSpPr>
          <p:nvPr>
            <p:ph type="body" sz="quarter" idx="12" hasCustomPrompt="1"/>
          </p:nvPr>
        </p:nvSpPr>
        <p:spPr>
          <a:xfrm>
            <a:off x="527538" y="879231"/>
            <a:ext cx="7315200" cy="617078"/>
          </a:xfrm>
        </p:spPr>
        <p:txBody>
          <a:bodyPr/>
          <a:lstStyle>
            <a:lvl1pPr marL="0" indent="0">
              <a:buNone/>
              <a:defRPr b="1">
                <a:solidFill>
                  <a:schemeClr val="bg1"/>
                </a:solidFill>
              </a:defRPr>
            </a:lvl1pPr>
          </a:lstStyle>
          <a:p>
            <a:pPr lvl="0"/>
            <a:r>
              <a:rPr lang="de-DE" dirty="0"/>
              <a:t>Subheadline</a:t>
            </a:r>
          </a:p>
        </p:txBody>
      </p:sp>
      <p:pic>
        <p:nvPicPr>
          <p:cNvPr id="3" name="Grafik 2">
            <a:extLst>
              <a:ext uri="{FF2B5EF4-FFF2-40B4-BE49-F238E27FC236}">
                <a16:creationId xmlns:a16="http://schemas.microsoft.com/office/drawing/2014/main" id="{5D6E1C60-39BF-C3AB-7FB3-9AA99ECF2F9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pic>
        <p:nvPicPr>
          <p:cNvPr id="8" name="Grafik 7">
            <a:extLst>
              <a:ext uri="{FF2B5EF4-FFF2-40B4-BE49-F238E27FC236}">
                <a16:creationId xmlns:a16="http://schemas.microsoft.com/office/drawing/2014/main" id="{9FA28CF5-2D12-C169-DD71-3C69D4ED1438}"/>
              </a:ext>
            </a:extLst>
          </p:cNvPr>
          <p:cNvPicPr>
            <a:picLocks noChangeAspect="1"/>
          </p:cNvPicPr>
          <p:nvPr userDrawn="1"/>
        </p:nvPicPr>
        <p:blipFill>
          <a:blip>
            <a:alphaModFix amt="8000"/>
            <a:extLst>
              <a:ext uri="{96DAC541-7B7A-43D3-8B79-37D633B846F1}">
                <asvg:svgBlip xmlns:asvg="http://schemas.microsoft.com/office/drawing/2016/SVG/main" r:embed="rId6"/>
              </a:ext>
            </a:extLst>
          </a:blip>
          <a:stretch>
            <a:fillRect/>
          </a:stretch>
        </p:blipFill>
        <p:spPr>
          <a:xfrm>
            <a:off x="316903" y="226420"/>
            <a:ext cx="6405158" cy="6405158"/>
          </a:xfrm>
          <a:prstGeom prst="rect">
            <a:avLst/>
          </a:prstGeom>
        </p:spPr>
      </p:pic>
    </p:spTree>
    <p:extLst>
      <p:ext uri="{BB962C8B-B14F-4D97-AF65-F5344CB8AC3E}">
        <p14:creationId xmlns:p14="http://schemas.microsoft.com/office/powerpoint/2010/main" val="3271567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vent Speaker">
    <p:bg>
      <p:bgPr>
        <a:gradFill>
          <a:gsLst>
            <a:gs pos="23000">
              <a:srgbClr val="012656"/>
            </a:gs>
            <a:gs pos="80000">
              <a:srgbClr val="012656"/>
            </a:gs>
            <a:gs pos="50000">
              <a:srgbClr val="4472C4"/>
            </a:gs>
          </a:gsLst>
          <a:lin ang="13800000" scaled="0"/>
        </a:gra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B3423F-8607-97C9-F2DB-43288E3BE6FD}"/>
              </a:ext>
            </a:extLst>
          </p:cNvPr>
          <p:cNvPicPr>
            <a:picLocks noChangeAspect="1"/>
          </p:cNvPicPr>
          <p:nvPr userDrawn="1"/>
        </p:nvPicPr>
        <p:blipFill>
          <a:blip>
            <a:alphaModFix amt="8000"/>
            <a:extLst>
              <a:ext uri="{96DAC541-7B7A-43D3-8B79-37D633B846F1}">
                <asvg:svgBlip xmlns:asvg="http://schemas.microsoft.com/office/drawing/2016/SVG/main" r:embed="rId2"/>
              </a:ext>
            </a:extLst>
          </a:blip>
          <a:stretch>
            <a:fillRect/>
          </a:stretch>
        </p:blipFill>
        <p:spPr>
          <a:xfrm>
            <a:off x="3345180" y="678180"/>
            <a:ext cx="5501640" cy="5501640"/>
          </a:xfrm>
          <a:prstGeom prst="rect">
            <a:avLst/>
          </a:prstGeom>
        </p:spPr>
      </p:pic>
    </p:spTree>
    <p:extLst>
      <p:ext uri="{BB962C8B-B14F-4D97-AF65-F5344CB8AC3E}">
        <p14:creationId xmlns:p14="http://schemas.microsoft.com/office/powerpoint/2010/main" val="2381523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line + Bild">
    <p:spTree>
      <p:nvGrpSpPr>
        <p:cNvPr id="1" name=""/>
        <p:cNvGrpSpPr/>
        <p:nvPr/>
      </p:nvGrpSpPr>
      <p:grpSpPr>
        <a:xfrm>
          <a:off x="0" y="0"/>
          <a:ext cx="0" cy="0"/>
          <a:chOff x="0" y="0"/>
          <a:chExt cx="0" cy="0"/>
        </a:xfrm>
      </p:grpSpPr>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6858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sp>
        <p:nvSpPr>
          <p:cNvPr id="24" name="Textplatzhalter 4">
            <a:extLst>
              <a:ext uri="{FF2B5EF4-FFF2-40B4-BE49-F238E27FC236}">
                <a16:creationId xmlns:a16="http://schemas.microsoft.com/office/drawing/2014/main" id="{FE466495-C3BB-EF56-B174-4557CA5C2A7B}"/>
              </a:ext>
            </a:extLst>
          </p:cNvPr>
          <p:cNvSpPr>
            <a:spLocks noGrp="1"/>
          </p:cNvSpPr>
          <p:nvPr>
            <p:ph type="body" sz="quarter" idx="14"/>
          </p:nvPr>
        </p:nvSpPr>
        <p:spPr>
          <a:xfrm>
            <a:off x="252000" y="1455937"/>
            <a:ext cx="5577300"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5" name="Title 1">
            <a:extLst>
              <a:ext uri="{FF2B5EF4-FFF2-40B4-BE49-F238E27FC236}">
                <a16:creationId xmlns:a16="http://schemas.microsoft.com/office/drawing/2014/main" id="{B6D96523-888D-D241-2BD6-F9A21050FDDE}"/>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pic>
        <p:nvPicPr>
          <p:cNvPr id="2" name="Grafik 1">
            <a:extLst>
              <a:ext uri="{FF2B5EF4-FFF2-40B4-BE49-F238E27FC236}">
                <a16:creationId xmlns:a16="http://schemas.microsoft.com/office/drawing/2014/main" id="{1C40A896-FAD4-5BAD-DAC2-3AE48CD86DB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4023232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67152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80000"/>
              </a:lnSpc>
              <a:spcBef>
                <a:spcPct val="0"/>
              </a:spcBef>
              <a:spcAft>
                <a:spcPct val="0"/>
              </a:spcAft>
            </a:pPr>
            <a:endParaRPr lang="de-DE" sz="5000" b="1" i="0" baseline="0" dirty="0">
              <a:latin typeface="TitilliumText25L" panose="020B0604020202020204" charset="0"/>
              <a:ea typeface="+mj-ea"/>
              <a:cs typeface="+mj-cs"/>
              <a:sym typeface="TitilliumText25L" panose="020B0604020202020204" charset="0"/>
            </a:endParaRPr>
          </a:p>
        </p:txBody>
      </p:sp>
      <p:sp>
        <p:nvSpPr>
          <p:cNvPr id="10" name="Rectangle 9"/>
          <p:cNvSpPr/>
          <p:nvPr userDrawn="1"/>
        </p:nvSpPr>
        <p:spPr>
          <a:xfrm>
            <a:off x="8229600" y="4699000"/>
            <a:ext cx="381000" cy="1609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ctrTitle" hasCustomPrompt="1"/>
          </p:nvPr>
        </p:nvSpPr>
        <p:spPr>
          <a:xfrm>
            <a:off x="457200" y="4845837"/>
            <a:ext cx="11163300" cy="669592"/>
          </a:xfrm>
          <a:prstGeom prst="rect">
            <a:avLst/>
          </a:prstGeom>
        </p:spPr>
        <p:txBody>
          <a:bodyPr lIns="90000" rIns="90000" anchor="t">
            <a:noAutofit/>
          </a:bodyPr>
          <a:lstStyle>
            <a:lvl1pPr algn="l">
              <a:defRPr sz="5000" b="1" spc="0" baseline="0">
                <a:solidFill>
                  <a:schemeClr val="accent1"/>
                </a:solidFill>
                <a:latin typeface="+mj-lt"/>
              </a:defRPr>
            </a:lvl1pPr>
          </a:lstStyle>
          <a:p>
            <a:r>
              <a:rPr lang="de-DE" dirty="0"/>
              <a:t>Thank you!</a:t>
            </a:r>
            <a:endParaRPr lang="en-US" dirty="0"/>
          </a:p>
        </p:txBody>
      </p:sp>
      <p:sp>
        <p:nvSpPr>
          <p:cNvPr id="3" name="Subtitle 2"/>
          <p:cNvSpPr>
            <a:spLocks noGrp="1"/>
          </p:cNvSpPr>
          <p:nvPr>
            <p:ph type="subTitle" idx="1" hasCustomPrompt="1"/>
          </p:nvPr>
        </p:nvSpPr>
        <p:spPr>
          <a:xfrm>
            <a:off x="457200" y="5515429"/>
            <a:ext cx="11163300" cy="793448"/>
          </a:xfrm>
          <a:prstGeom prst="rect">
            <a:avLst/>
          </a:prstGeom>
        </p:spPr>
        <p:txBody>
          <a:bodyPr lIns="91440" rIns="91440" anchor="t">
            <a:noAutofit/>
          </a:bodyPr>
          <a:lstStyle>
            <a:lvl1pPr marL="0" indent="0" algn="l">
              <a:lnSpc>
                <a:spcPct val="100000"/>
              </a:lnSpc>
              <a:spcBef>
                <a:spcPts val="0"/>
              </a:spcBef>
              <a:buNone/>
              <a:defRPr sz="2200">
                <a:solidFill>
                  <a:schemeClr val="accent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Kontakt</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E77AA912-6D48-7FCE-AE9C-CB61D1FB1348}"/>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521371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200" smtClean="0">
                <a:solidFill>
                  <a:schemeClr val="accent1"/>
                </a:solidFill>
                <a:latin typeface="+mj-lt"/>
              </a:rPr>
              <a:t>‹Nr.›</a:t>
            </a:fld>
            <a:r>
              <a:rPr lang="de-DE" sz="1200" dirty="0">
                <a:solidFill>
                  <a:schemeClr val="accent1"/>
                </a:solidFill>
                <a:latin typeface="+mj-lt"/>
              </a:rPr>
              <a:t> |</a:t>
            </a:r>
          </a:p>
        </p:txBody>
      </p:sp>
      <p:sp>
        <p:nvSpPr>
          <p:cNvPr id="3" name="Textplatzhalter 12">
            <a:extLst>
              <a:ext uri="{FF2B5EF4-FFF2-40B4-BE49-F238E27FC236}">
                <a16:creationId xmlns:a16="http://schemas.microsoft.com/office/drawing/2014/main" id="{E3961D08-A446-C485-B82F-2105F260B1D7}"/>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100">
                <a:solidFill>
                  <a:schemeClr val="accent1"/>
                </a:solidFill>
              </a:defRPr>
            </a:lvl1pPr>
          </a:lstStyle>
          <a:p>
            <a:pPr lvl="0"/>
            <a:r>
              <a:rPr lang="de-DE" dirty="0"/>
              <a:t>Quellennachweis</a:t>
            </a:r>
          </a:p>
        </p:txBody>
      </p:sp>
      <p:pic>
        <p:nvPicPr>
          <p:cNvPr id="5" name="Grafik 4">
            <a:extLst>
              <a:ext uri="{FF2B5EF4-FFF2-40B4-BE49-F238E27FC236}">
                <a16:creationId xmlns:a16="http://schemas.microsoft.com/office/drawing/2014/main" id="{A41C7A10-9A6B-8B44-DFB1-EAC1EFA45CA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57529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877819"/>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12">
            <a:extLst>
              <a:ext uri="{FF2B5EF4-FFF2-40B4-BE49-F238E27FC236}">
                <a16:creationId xmlns:a16="http://schemas.microsoft.com/office/drawing/2014/main" id="{C7D0EEA3-AC2D-0209-5E93-29844B2734D6}"/>
              </a:ext>
            </a:extLst>
          </p:cNvPr>
          <p:cNvSpPr>
            <a:spLocks noGrp="1"/>
          </p:cNvSpPr>
          <p:nvPr>
            <p:ph type="body" sz="quarter" idx="11" hasCustomPrompt="1"/>
          </p:nvPr>
        </p:nvSpPr>
        <p:spPr>
          <a:xfrm>
            <a:off x="603068" y="6540673"/>
            <a:ext cx="1040021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8" name="Grafik 7">
            <a:extLst>
              <a:ext uri="{FF2B5EF4-FFF2-40B4-BE49-F238E27FC236}">
                <a16:creationId xmlns:a16="http://schemas.microsoft.com/office/drawing/2014/main" id="{39ACFE7D-DA1A-FC3B-CFEC-519F97772CA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7568192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Text Placeholder 2"/>
          <p:cNvSpPr>
            <a:spLocks noGrp="1"/>
          </p:cNvSpPr>
          <p:nvPr>
            <p:ph type="body" sz="quarter" idx="12"/>
          </p:nvPr>
        </p:nvSpPr>
        <p:spPr>
          <a:xfrm>
            <a:off x="252000"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6" name="Text Placeholder 2"/>
          <p:cNvSpPr>
            <a:spLocks noGrp="1"/>
          </p:cNvSpPr>
          <p:nvPr>
            <p:ph type="body" sz="quarter" idx="13"/>
          </p:nvPr>
        </p:nvSpPr>
        <p:spPr>
          <a:xfrm>
            <a:off x="6221362"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12">
            <a:extLst>
              <a:ext uri="{FF2B5EF4-FFF2-40B4-BE49-F238E27FC236}">
                <a16:creationId xmlns:a16="http://schemas.microsoft.com/office/drawing/2014/main" id="{1925990B-4AC2-1838-F2D8-DAF58D098E1D}"/>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E46AB0DF-E49B-E1B6-DD3C-8923EA30DDE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516944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327195"/>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327195"/>
          </a:xfrm>
          <a:prstGeom prst="rect">
            <a:avLst/>
          </a:prstGeom>
        </p:spPr>
        <p:txBody>
          <a:bodyPr/>
          <a:lstStyle>
            <a:lvl1pPr marL="0" indent="0">
              <a:buNone/>
              <a:defRPr/>
            </a:lvl1pPr>
          </a:lstStyle>
          <a:p>
            <a:r>
              <a:rPr lang="de-DE" dirty="0"/>
              <a:t>Bild durch Klicken auf Symbol hinzufügen</a:t>
            </a:r>
          </a:p>
        </p:txBody>
      </p:sp>
      <p:sp>
        <p:nvSpPr>
          <p:cNvPr id="7" name="Textplatzhalter 12">
            <a:extLst>
              <a:ext uri="{FF2B5EF4-FFF2-40B4-BE49-F238E27FC236}">
                <a16:creationId xmlns:a16="http://schemas.microsoft.com/office/drawing/2014/main" id="{BB9ACA6B-739A-55B1-62C3-79260FCBCC1C}"/>
              </a:ext>
            </a:extLst>
          </p:cNvPr>
          <p:cNvSpPr>
            <a:spLocks noGrp="1"/>
          </p:cNvSpPr>
          <p:nvPr>
            <p:ph type="body" sz="quarter" idx="11" hasCustomPrompt="1"/>
          </p:nvPr>
        </p:nvSpPr>
        <p:spPr>
          <a:xfrm>
            <a:off x="603068" y="6540673"/>
            <a:ext cx="103925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9" name="Grafik 8">
            <a:extLst>
              <a:ext uri="{FF2B5EF4-FFF2-40B4-BE49-F238E27FC236}">
                <a16:creationId xmlns:a16="http://schemas.microsoft.com/office/drawing/2014/main" id="{73C2D2FF-4846-FE23-D712-B3C575A9FA6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22291446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1825319"/>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1825319"/>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1" name="Textplatzhalter 12">
            <a:extLst>
              <a:ext uri="{FF2B5EF4-FFF2-40B4-BE49-F238E27FC236}">
                <a16:creationId xmlns:a16="http://schemas.microsoft.com/office/drawing/2014/main" id="{0C863F3A-CCCD-A0B3-0D4F-E0ECFEC6160C}"/>
              </a:ext>
            </a:extLst>
          </p:cNvPr>
          <p:cNvSpPr>
            <a:spLocks noGrp="1"/>
          </p:cNvSpPr>
          <p:nvPr>
            <p:ph type="body" sz="quarter" idx="11" hasCustomPrompt="1"/>
          </p:nvPr>
        </p:nvSpPr>
        <p:spPr>
          <a:xfrm>
            <a:off x="603068" y="6540673"/>
            <a:ext cx="103697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2" name="Grafik 11">
            <a:extLst>
              <a:ext uri="{FF2B5EF4-FFF2-40B4-BE49-F238E27FC236}">
                <a16:creationId xmlns:a16="http://schemas.microsoft.com/office/drawing/2014/main" id="{21894EA8-B2B9-81F8-108F-FA5D286E3B3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4403392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860350"/>
            <a:ext cx="3705807"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487215"/>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487215"/>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487215"/>
          </a:xfrm>
          <a:prstGeom prst="rect">
            <a:avLst/>
          </a:prstGeom>
        </p:spPr>
        <p:txBody>
          <a:bodyPr/>
          <a:lstStyle>
            <a:lvl1pPr marL="0" indent="0">
              <a:buNone/>
              <a:defRPr/>
            </a:lvl1pPr>
          </a:lstStyle>
          <a:p>
            <a:r>
              <a:rPr lang="de-DE"/>
              <a:t>Bild durch Klicken auf Symbol hinzufügen</a:t>
            </a:r>
            <a:endParaRPr lang="de-DE" dirty="0"/>
          </a:p>
        </p:txBody>
      </p:sp>
      <p:sp>
        <p:nvSpPr>
          <p:cNvPr id="9" name="Textplatzhalter 12">
            <a:extLst>
              <a:ext uri="{FF2B5EF4-FFF2-40B4-BE49-F238E27FC236}">
                <a16:creationId xmlns:a16="http://schemas.microsoft.com/office/drawing/2014/main" id="{5C9DDC2C-D858-6B6C-F92C-655A4F055A3D}"/>
              </a:ext>
            </a:extLst>
          </p:cNvPr>
          <p:cNvSpPr>
            <a:spLocks noGrp="1"/>
          </p:cNvSpPr>
          <p:nvPr>
            <p:ph type="body" sz="quarter" idx="11" hasCustomPrompt="1"/>
          </p:nvPr>
        </p:nvSpPr>
        <p:spPr>
          <a:xfrm>
            <a:off x="603068" y="6540673"/>
            <a:ext cx="103544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0" name="Grafik 9">
            <a:extLst>
              <a:ext uri="{FF2B5EF4-FFF2-40B4-BE49-F238E27FC236}">
                <a16:creationId xmlns:a16="http://schemas.microsoft.com/office/drawing/2014/main" id="{00D50ED0-013A-2B62-7348-5D49014791B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974723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496440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extplatzhalter 12">
            <a:extLst>
              <a:ext uri="{FF2B5EF4-FFF2-40B4-BE49-F238E27FC236}">
                <a16:creationId xmlns:a16="http://schemas.microsoft.com/office/drawing/2014/main" id="{9E4B1675-524F-F2C3-9AA1-2DC7AF19029E}"/>
              </a:ext>
            </a:extLst>
          </p:cNvPr>
          <p:cNvSpPr>
            <a:spLocks noGrp="1"/>
          </p:cNvSpPr>
          <p:nvPr>
            <p:ph type="body" sz="quarter" idx="11" hasCustomPrompt="1"/>
          </p:nvPr>
        </p:nvSpPr>
        <p:spPr>
          <a:xfrm>
            <a:off x="603068" y="6540673"/>
            <a:ext cx="6405476"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DF6E7464-A734-54BF-1B78-343073E71036}"/>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6364633"/>
            <a:ext cx="340594" cy="355039"/>
          </a:xfrm>
          <a:prstGeom prst="rect">
            <a:avLst/>
          </a:prstGeom>
        </p:spPr>
      </p:pic>
    </p:spTree>
    <p:extLst>
      <p:ext uri="{BB962C8B-B14F-4D97-AF65-F5344CB8AC3E}">
        <p14:creationId xmlns:p14="http://schemas.microsoft.com/office/powerpoint/2010/main" val="32535246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tags" Target="../tags/tag2.xml"/><Relationship Id="rId21" Type="http://schemas.openxmlformats.org/officeDocument/2006/relationships/tags" Target="../tags/tag3.xml"/><Relationship Id="rId22" Type="http://schemas.openxmlformats.org/officeDocument/2006/relationships/oleObject" Target="../embeddings/oleObject1.bin"/><Relationship Id="rId23" Type="http://schemas.openxmlformats.org/officeDocument/2006/relationships/image" Target="../media/image2.emf"/><Relationship Id="rId24"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theme" Target="../theme/theme2.xml"/><Relationship Id="rId9" Type="http://schemas.openxmlformats.org/officeDocument/2006/relationships/tags" Target="../tags/tag20.xml"/><Relationship Id="rId10" Type="http://schemas.openxmlformats.org/officeDocument/2006/relationships/tags" Target="../tags/tag21.xml"/><Relationship Id="rId11" Type="http://schemas.openxmlformats.org/officeDocument/2006/relationships/oleObject" Target="../embeddings/oleObject1.bin"/><Relationship Id="rId12" Type="http://schemas.openxmlformats.org/officeDocument/2006/relationships/image" Target="../media/image2.emf"/><Relationship Id="rId13"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0"/>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59" imgH="360" progId="TCLayout.ActiveDocument.1">
                  <p:embed/>
                </p:oleObj>
              </mc:Choice>
              <mc:Fallback>
                <p:oleObj name="think-cell Slide" r:id="rId22" imgW="359" imgH="360" progId="TCLayout.ActiveDocument.1">
                  <p:embed/>
                  <p:pic>
                    <p:nvPicPr>
                      <p:cNvPr id="3" name="Object 2" hidden="1"/>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517500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5" name="Grafik 4">
            <a:extLst>
              <a:ext uri="{FF2B5EF4-FFF2-40B4-BE49-F238E27FC236}">
                <a16:creationId xmlns:a16="http://schemas.microsoft.com/office/drawing/2014/main" id="{56C176EB-3427-276E-8002-ABD8AEE93783}"/>
              </a:ext>
            </a:extLst>
          </p:cNvPr>
          <p:cNvPicPr>
            <a:picLocks noChangeAspect="1"/>
          </p:cNvPicPr>
          <p:nvPr userDrawn="1"/>
        </p:nvPicPr>
        <p:blipFill>
          <a:blip>
            <a:extLst>
              <a:ext uri="{96DAC541-7B7A-43D3-8B79-37D633B846F1}">
                <asvg:svgBlip xmlns:asvg="http://schemas.microsoft.com/office/drawing/2016/SVG/main" r:embed="rId24"/>
              </a:ext>
            </a:extLst>
          </a:blip>
          <a:srcRect/>
          <a:stretch/>
        </p:blipFill>
        <p:spPr>
          <a:xfrm>
            <a:off x="11095268" y="151916"/>
            <a:ext cx="886095" cy="30354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49" r:id="rId2"/>
    <p:sldLayoutId id="2147483670" r:id="rId3"/>
    <p:sldLayoutId id="2147483674" r:id="rId4"/>
    <p:sldLayoutId id="2147483678" r:id="rId5"/>
    <p:sldLayoutId id="2147483680" r:id="rId6"/>
    <p:sldLayoutId id="2147483673" r:id="rId7"/>
    <p:sldLayoutId id="2147483690" r:id="rId8"/>
    <p:sldLayoutId id="2147483650" r:id="rId9"/>
    <p:sldLayoutId id="2147483685" r:id="rId10"/>
    <p:sldLayoutId id="2147483689" r:id="rId11"/>
    <p:sldLayoutId id="2147483686" r:id="rId12"/>
    <p:sldLayoutId id="2147483669" r:id="rId13"/>
    <p:sldLayoutId id="2147483687" r:id="rId14"/>
    <p:sldLayoutId id="2147483694" r:id="rId15"/>
    <p:sldLayoutId id="2147483693" r:id="rId16"/>
    <p:sldLayoutId id="2147483688" r:id="rId17"/>
    <p:sldLayoutId id="2147483679" r:id="rId18"/>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9"/>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59" imgH="360" progId="TCLayout.ActiveDocument.1">
                  <p:embed/>
                </p:oleObj>
              </mc:Choice>
              <mc:Fallback>
                <p:oleObj name="think-cell Slide" r:id="rId11" imgW="359" imgH="360" progId="TCLayout.ActiveDocument.1">
                  <p:embed/>
                  <p:pic>
                    <p:nvPicPr>
                      <p:cNvPr id="3" name="Object 2" hidden="1"/>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486258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7" name="Grafik 6">
            <a:extLst>
              <a:ext uri="{FF2B5EF4-FFF2-40B4-BE49-F238E27FC236}">
                <a16:creationId xmlns:a16="http://schemas.microsoft.com/office/drawing/2014/main" id="{7A436AA1-9051-0502-74DB-F1BECB1D377C}"/>
              </a:ext>
            </a:extLst>
          </p:cNvPr>
          <p:cNvPicPr>
            <a:picLocks noChangeAspect="1"/>
          </p:cNvPicPr>
          <p:nvPr userDrawn="1"/>
        </p:nvPicPr>
        <p:blipFill>
          <a:blip>
            <a:extLst>
              <a:ext uri="{96DAC541-7B7A-43D3-8B79-37D633B846F1}">
                <asvg:svgBlip xmlns:asvg="http://schemas.microsoft.com/office/drawing/2016/SVG/main" r:embed="rId13"/>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7314203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6E54C1-13E7-7B2F-5010-43FFEFAE5CD4}"/>
              </a:ext>
            </a:extLst>
          </p:cNvPr>
          <p:cNvSpPr>
            <a:spLocks noGrp="1"/>
          </p:cNvSpPr>
          <p:nvPr>
            <p:ph type="title"/>
          </p:nvPr>
        </p:nvSpPr>
        <p:spPr/>
        <p:txBody>
          <a:bodyPr/>
          <a:lstStyle/>
          <a:p>
            <a:r>
              <a:t>Aufgabe 1 - Bestellsystem eines Onlineshops</a:t>
            </a:r>
          </a:p>
        </p:txBody>
      </p:sp>
      <p:sp>
        <p:nvSpPr>
          <p:cNvPr id="3" name="Textplatzhalter 2">
            <a:extLst>
              <a:ext uri="{FF2B5EF4-FFF2-40B4-BE49-F238E27FC236}">
                <a16:creationId xmlns:a16="http://schemas.microsoft.com/office/drawing/2014/main" id="{5E0AB0E7-F1E9-C4B2-D1BD-0470B0050D64}"/>
              </a:ext>
            </a:extLst>
          </p:cNvPr>
          <p:cNvSpPr>
            <a:spLocks noGrp="1"/>
          </p:cNvSpPr>
          <p:nvPr>
            <p:ph type="body" sz="quarter" idx="12"/>
          </p:nvPr>
        </p:nvSpPr>
        <p:spPr>
          <a:xfrm>
            <a:off x="251999" y="1455420"/>
            <a:ext cx="11736000" cy="4792980"/>
          </a:xfrm>
        </p:spPr>
        <p:txBody>
          <a:bodyPr wrap="square"/>
          <a:lstStyle/>
          <a:p>
            <a:pPr marL="0" indent="0">
              <a:lnSpc>
                <a:spcPct val="100000"/>
              </a:lnSpc>
              <a:spcAft>
                <a:spcPts val="0"/>
              </a:spcAft>
              <a:buNone/>
            </a:pPr>
            <a:r>
              <a:rPr sz="1800"/>
              <a:t>Ein Onlineshop verwaltet seine Kunden, deren Bestellungen und sein Warenangebot. Zu jedem Kunden gehören eine Kundennummer, ein Name und eine E-Mail-Adresse, die er selbst ändern kann. Ein neu registrierter Kunde hat noch keine Bestellung aufgegeben, mit der Zeit können beliebig viele hinzukommen. Jede Bestellung gehört genau einem Kunden, trägt ein Bestelldatum und erhält beim Anlegen zunächst den Status offen; eine offene Bestellung kann storniert werden. Eine gültige Bestellung enthält mindestens eine Position, und mit der Bestellung verschwinden auch ihre Positionen, denn jede Position gehört ausschließlich zu dieser einen Bestellung. Eine Position nennt die bestellte Menge, mindestens jedoch ein Stück, hält den zum Bestellzeitpunkt gültigen Preis fest und kann daraus ihren Positionsbetrag berechnen; ändert der Shop später den Preis, bleiben bereits aufgegebene Bestellungen davon unberührt. Jede Position verweist auf genau ein Produkt, dasselbe Produkt kann in beliebig vielen Positionen vorkommen und bleibt erhalten, wenn eine Bestellung gelöscht wird. Ein Produkt hat eine Produktnummer, eine Bezeichnung und einen aktuellen Preis, den der Shop ändern kann. Produkte werden außerdem in Sortimenten zusammengefasst: Ein Sortiment trägt einen Namen, kann Produkte aufnehmen und wieder entfernen, dasselbe Produkt kann in mehreren oder in gar keinem Sortiment geführt werden, und beim Auflösen eines Sortiments bleiben die enthaltenen Produkte bestehen.</a:t>
            </a:r>
          </a:p>
        </p:txBody>
      </p:sp>
    </p:spTree>
    <p:extLst>
      <p:ext uri="{BB962C8B-B14F-4D97-AF65-F5344CB8AC3E}">
        <p14:creationId xmlns:p14="http://schemas.microsoft.com/office/powerpoint/2010/main" val="4056420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63A55C-9E0B-AA55-FCF6-6274573CA83C}"/>
              </a:ext>
            </a:extLst>
          </p:cNvPr>
          <p:cNvSpPr>
            <a:spLocks noGrp="1"/>
          </p:cNvSpPr>
          <p:nvPr>
            <p:ph type="title"/>
          </p:nvPr>
        </p:nvSpPr>
        <p:spPr/>
        <p:txBody>
          <a:bodyPr/>
          <a:lstStyle/>
          <a:p>
            <a:r>
              <a:t>Aufgabe 2 - Hotelverwaltung</a:t>
            </a:r>
          </a:p>
        </p:txBody>
      </p:sp>
      <p:sp>
        <p:nvSpPr>
          <p:cNvPr id="3" name="Textplatzhalter 2">
            <a:extLst>
              <a:ext uri="{FF2B5EF4-FFF2-40B4-BE49-F238E27FC236}">
                <a16:creationId xmlns:a16="http://schemas.microsoft.com/office/drawing/2014/main" id="{4E0F2FFE-BE74-F60C-2258-8568AA60AE64}"/>
              </a:ext>
            </a:extLst>
          </p:cNvPr>
          <p:cNvSpPr>
            <a:spLocks noGrp="1"/>
          </p:cNvSpPr>
          <p:nvPr>
            <p:ph type="body" sz="quarter" idx="12"/>
          </p:nvPr>
        </p:nvSpPr>
        <p:spPr>
          <a:xfrm>
            <a:off x="251999" y="1455420"/>
            <a:ext cx="11736000" cy="4792980"/>
          </a:xfrm>
        </p:spPr>
        <p:txBody>
          <a:bodyPr wrap="square"/>
          <a:lstStyle/>
          <a:p>
            <a:pPr marL="0" indent="0">
              <a:lnSpc>
                <a:spcPct val="100000"/>
              </a:lnSpc>
              <a:spcAft>
                <a:spcPts val="0"/>
              </a:spcAft>
              <a:buNone/>
            </a:pPr>
            <a:r>
              <a:rPr sz="1800"/>
              <a:t>Ein Hotel verwaltet die Reservierungen seiner Gäste. Zu jedem Gast gehören eine Gastnummer, ein Name und eine E-Mail-Adresse; ein Gast kann eine Reservierung anlegen und hat zu Beginn noch keine. Eine Reservierung nennt Anreise- und Abreisedatum und befindet sich stets in genau einem von fünf Zuständen: angelegt, bestätigt, eingecheckt, abgeschlossen oder storniert; andere Werte sind nicht zulässig, und sie kann bestätigt und storniert werden. Ihr Gesamtpreis wird nicht gespeichert, sondern jederzeit aus ihren Positionen berechnet. Auf alle Reservierungen wird derselbe Mehrwertsteuersatz angewendet; er gilt für das ganze Haus und wird nur einmal geführt. Jede Reservierung besteht aus mindestens einer Position, und wird sie gelöscht, verschwinden ihre Positionen mit ihr. Eine Position nennt eine Anzahl und den vereinbarten Einzelpreis, aus denen sich ihr Positionspreis ermitteln lässt. Von einer Position aus muss die gebuchte Leistung erreichbar sein, die Leistung selbst weiß nicht, in welchen Positionen sie gebucht wurde. Buchbar sind Zimmer und Zusatzleistungen wie Frühstück oder Massage. Beide tragen eine Leistungsnummer, eine Bezeichnung und einen Grundpreis, und von beiden muss man erfragen können, ob sie in einem Zeitraum verfügbar sind und was sie in diesem Zeitraum kosten — Zimmer und Zusatzleistungen beantworten das jeweils auf ihre eigene Weise. Etwas, das nur allgemein eine buchbare Leistung wäre, lässt sich nicht buchen. Ein Zimmer hat eine Zimmernummer und eine Etage und kann vom 10. bis 12. Oktober vergeben und vom 15. bis 18. Oktober frei sein. Betrifft eine Position ein Zimmer, bezeichnet sie immer genau dieses eine; Zusatzleistungen dürfen dagegen mehrfach auf einer Position stehen. Zimmer werden weiter in Standardzimmer mit einer Bettenzahl und Suiten mit einer Wohnfläche unterschieden.</a:t>
            </a:r>
          </a:p>
        </p:txBody>
      </p:sp>
    </p:spTree>
    <p:extLst>
      <p:ext uri="{BB962C8B-B14F-4D97-AF65-F5344CB8AC3E}">
        <p14:creationId xmlns:p14="http://schemas.microsoft.com/office/powerpoint/2010/main" val="2013137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47167-5F95-B278-68B5-5C122B38059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D94F61A-DC69-5FAD-0C91-3F490B905E7D}"/>
              </a:ext>
            </a:extLst>
          </p:cNvPr>
          <p:cNvSpPr>
            <a:spLocks noGrp="1"/>
          </p:cNvSpPr>
          <p:nvPr>
            <p:ph type="title"/>
          </p:nvPr>
        </p:nvSpPr>
        <p:spPr/>
        <p:txBody>
          <a:bodyPr/>
          <a:lstStyle/>
          <a:p>
            <a:r>
              <a:t>Aufgabe 3 - Veranstaltungsmanagement</a:t>
            </a:r>
          </a:p>
        </p:txBody>
      </p:sp>
      <p:sp>
        <p:nvSpPr>
          <p:cNvPr id="3" name="Textplatzhalter 2">
            <a:extLst>
              <a:ext uri="{FF2B5EF4-FFF2-40B4-BE49-F238E27FC236}">
                <a16:creationId xmlns:a16="http://schemas.microsoft.com/office/drawing/2014/main" id="{EA291E12-7526-7C42-48ED-4AB645E4EDD6}"/>
              </a:ext>
            </a:extLst>
          </p:cNvPr>
          <p:cNvSpPr>
            <a:spLocks noGrp="1"/>
          </p:cNvSpPr>
          <p:nvPr>
            <p:ph type="body" sz="quarter" idx="12"/>
          </p:nvPr>
        </p:nvSpPr>
        <p:spPr>
          <a:xfrm>
            <a:off x="251999" y="1455420"/>
            <a:ext cx="11736000" cy="4792980"/>
          </a:xfrm>
        </p:spPr>
        <p:txBody>
          <a:bodyPr wrap="square"/>
          <a:lstStyle/>
          <a:p>
            <a:pPr marL="0" indent="0">
              <a:lnSpc>
                <a:spcPct val="100000"/>
              </a:lnSpc>
              <a:spcAft>
                <a:spcPts val="0"/>
              </a:spcAft>
              <a:buNone/>
            </a:pPr>
            <a:r>
              <a:rPr sz="1800"/>
              <a:t>Ein Veranstalter organisiert Weiterbildungsveranstaltungen. Er führt ein Team von Mitarbeitern, die er aufnehmen und wieder abgeben kann; wechselt ein Mitarbeiter zu einem anderen Veranstalter, bleibt er als Person im Personalstamm bestehen. Jeder Mitarbeiter berichtet an höchstens einen anderen Mitarbeiter als Vorgesetzten, ein Vorgesetzter kann mehrere Mitarbeiter unter sich haben, und die Geschäftsführung berichtet an niemanden. Mitarbeiter betreuen Veranstaltungen, und eine Veranstaltung kann von mehreren betreut werden; zu jedem einzelnen Einsatz werden die Rolle und der Einsatzzeitraum festgehalten, die weder zur Person noch zur Veranstaltung allein gehören. Jede Veranstaltung trägt einen Titel, einen Zeitraum und einen Ticketpreis. Sie ist entweder eine Präsenz- oder eine Onlineveranstaltung; etwas Drittes gibt es nicht, keine ist beides zugleich, und eine Veranstaltung ohne eine dieser beiden Formen kann nicht angelegt werden. Eine Präsenzveranstaltung findet an genau einem Veranstaltungsort statt. Ein Ort trägt einen Namen, eine Adresse und eine Kapazität, wird unabhängig verwaltet, kann zu verschiedenen Zeiten für verschiedene Veranstaltungen genutzt werden und bleibt bestehen, wenn eine Veranstaltung abgesagt wird. Eine Onlineveranstaltung hat keinen Ort, sondern eine Plattform und eine Zugangsadresse. Teilnehmer buchen Veranstaltungen. Jede Buchung gehört genau einem Teilnehmer, bezieht sich auf genau eine Veranstaltung, nennt die Zahl der gebuchten Plätze und ist angelegt, bestätigt oder storniert; andere Zustände gibt es nicht. Der Betrag einer Buchung wird nicht gespeichert, sondern aus der Platzzahl und dem Ticketpreis der Veranstaltung errechnet. Für eine Präsenzveranstaltung dürfen insgesamt nicht mehr Plätze gebucht werden, als der Ort fasst.</a:t>
            </a:r>
          </a:p>
        </p:txBody>
      </p:sp>
    </p:spTree>
    <p:extLst>
      <p:ext uri="{BB962C8B-B14F-4D97-AF65-F5344CB8AC3E}">
        <p14:creationId xmlns:p14="http://schemas.microsoft.com/office/powerpoint/2010/main" val="42423769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vJr_Tu69ToKPPD9J0huL5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7F284FB0-A6D7-41EF-A3D0-E53309018530}"/>
    </a:ext>
  </a:extLst>
</a:theme>
</file>

<file path=ppt/theme/theme2.xml><?xml version="1.0" encoding="utf-8"?>
<a:theme xmlns:a="http://schemas.openxmlformats.org/drawingml/2006/main" name="Integral Lehre (mit Quellenachweis)">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92C0EEF3-0EC4-48CF-8E4E-134DA39DFD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4D4A0A58BB96343933857DE26A0C561" ma:contentTypeVersion="3" ma:contentTypeDescription="Ein neues Dokument erstellen." ma:contentTypeScope="" ma:versionID="1b8593134bf9cdc0eb77565b2cf96b29">
  <xsd:schema xmlns:xsd="http://www.w3.org/2001/XMLSchema" xmlns:xs="http://www.w3.org/2001/XMLSchema" xmlns:p="http://schemas.microsoft.com/office/2006/metadata/properties" xmlns:ns2="16183c5d-4bb5-4dd9-861a-fea4b0b788ce" targetNamespace="http://schemas.microsoft.com/office/2006/metadata/properties" ma:root="true" ma:fieldsID="dc889b0469077f19db5a2669d78630b4" ns2:_="">
    <xsd:import namespace="16183c5d-4bb5-4dd9-861a-fea4b0b788c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183c5d-4bb5-4dd9-861a-fea4b0b788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F3E3A0-E1B9-4FB0-88A7-301B1C756D4C}"/>
</file>

<file path=customXml/itemProps2.xml><?xml version="1.0" encoding="utf-8"?>
<ds:datastoreItem xmlns:ds="http://schemas.openxmlformats.org/officeDocument/2006/customXml" ds:itemID="{37AC0D6E-39C2-4D65-9684-651AA42911CB}">
  <ds:schemaRefs>
    <ds:schemaRef ds:uri="http://schemas.microsoft.com/sharepoint/v3/contenttype/forms"/>
  </ds:schemaRefs>
</ds:datastoreItem>
</file>

<file path=customXml/itemProps3.xml><?xml version="1.0" encoding="utf-8"?>
<ds:datastoreItem xmlns:ds="http://schemas.openxmlformats.org/officeDocument/2006/customXml" ds:itemID="{5B4EE790-06CB-47E0-AC92-F4CECFDEE4F7}">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infopath/2007/PartnerControls"/>
    <ds:schemaRef ds:uri="46b1d6da-b66f-4d0a-857b-f03e41d5a80d"/>
    <ds:schemaRef ds:uri="6f9b0b37-1df7-4f3a-9e96-73e075d24493"/>
    <ds:schemaRef ds:uri="http://schemas.microsoft.com/office/2006/metadata/properties"/>
    <ds:schemaRef ds:uri="http://www.w3.org/XML/1998/namespace"/>
    <ds:schemaRef ds:uri="43d6076c-ee84-46c7-82a9-82fe684b47c4"/>
    <ds:schemaRef ds:uri="0d8f828d-5cf2-4278-b77f-3444bd0ec885"/>
  </ds:schemaRefs>
</ds:datastoreItem>
</file>

<file path=docProps/app.xml><?xml version="1.0" encoding="utf-8"?>
<Properties xmlns="http://schemas.openxmlformats.org/officeDocument/2006/extended-properties" xmlns:vt="http://schemas.openxmlformats.org/officeDocument/2006/docPropsVTypes">
  <Template>HSBA Folienmastervorlage (5)</Template>
  <TotalTime>0</TotalTime>
  <Words>375</Words>
  <Application>Microsoft Office PowerPoint</Application>
  <PresentationFormat>Breitbild</PresentationFormat>
  <Paragraphs>16</Paragraphs>
  <Slides>5</Slides>
  <Notes>0</Notes>
  <HiddenSlides>0</HiddenSlides>
  <MMClips>0</MMClips>
  <ScaleCrop>false</ScaleCrop>
  <HeadingPairs>
    <vt:vector size="8" baseType="variant">
      <vt:variant>
        <vt:lpstr>Verwendete Schriftarten</vt:lpstr>
      </vt:variant>
      <vt:variant>
        <vt:i4>5</vt:i4>
      </vt:variant>
      <vt:variant>
        <vt:lpstr>Design</vt:lpstr>
      </vt:variant>
      <vt:variant>
        <vt:i4>2</vt:i4>
      </vt:variant>
      <vt:variant>
        <vt:lpstr>Eingebettete OLE-Server</vt:lpstr>
      </vt:variant>
      <vt:variant>
        <vt:i4>1</vt:i4>
      </vt:variant>
      <vt:variant>
        <vt:lpstr>Folientitel</vt:lpstr>
      </vt:variant>
      <vt:variant>
        <vt:i4>5</vt:i4>
      </vt:variant>
    </vt:vector>
  </HeadingPairs>
  <TitlesOfParts>
    <vt:vector size="13" baseType="lpstr">
      <vt:lpstr>Wingdings 3</vt:lpstr>
      <vt:lpstr>Titillium Web</vt:lpstr>
      <vt:lpstr>TitilliumText25L</vt:lpstr>
      <vt:lpstr>Arial</vt:lpstr>
      <vt:lpstr>Wingdings</vt:lpstr>
      <vt:lpstr>Integral</vt:lpstr>
      <vt:lpstr>Integral Lehre (mit Quellenachweis)</vt:lpstr>
      <vt:lpstr>think-cell Slide</vt:lpstr>
      <vt:lpstr>Aufgabe 1: Bibliotheksausleihe</vt:lpstr>
      <vt:lpstr>Aufgabe 2 – Hotelreservierung</vt:lpstr>
      <vt:lpstr>Aufgabe 3 – Studienbewerbung</vt:lpstr>
      <vt:lpstr>Aufgabe 4 - Arzttermin</vt:lpstr>
      <vt:lpstr>Aufgabe 5 - Reklamation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UML-Klassendiagramme - Uebungsaufgaben</dc:title>
  <dc:creator/>
  <cp:lastModifiedBy/>
  <cp:revision>49</cp:revision>
  <cp:lastPrinted>2018-12-21T13:35:12Z</cp:lastPrinted>
  <dcterms:created xsi:type="dcterms:W3CDTF">2026-07-16T07:13:15Z</dcterms:created>
  <dcterms:modified xsi:type="dcterms:W3CDTF">2026-07-26T19:08:13Z</dcterms:modified>
  <dc:subject>MOBIS, Pruefungsleistung 12.08.2026</dc:subject>
  <dc:description>Aufgabenfolien nach dem Format von Aufgabe 5 - Reklamation. Vorlage, Master und Theme stammen aus dem Kursmaterial.</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0x01010054D4A0A58BB96343933857DE26A0C561</vt:lpwstr>
  </property>
  <property fmtid="{D5CDD505-2E9C-101B-9397-08002B2CF9AE}" pid="3" name="Order">
    <vt:r8>133019900</vt:r8>
  </property>
  <property fmtid="{D5CDD505-2E9C-101B-9397-08002B2CF9AE}" pid="4" name="_dlc_DocIdItemGuid">
    <vt:lpwstr>d8fa4255-351a-40f9-a9c3-60096afe2e9d</vt:lpwstr>
  </property>
  <property fmtid="{D5CDD505-2E9C-101B-9397-08002B2CF9AE}" pid="5" name="MediaServiceImageTags">
    <vt:lpwstr/>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Der Folienmaster definiert wichtige Gestaltungselemente wie das Layout, Farben, Schriftarten, Logos und Platzhalter für Texte und Bilder. Dadurch wird vermieden, dass einzelne Folien unterschiedlich aussehen, und es spart gleichzeitig Zeit, da die Formatierung automatisch angewendet wird.</vt:lpwstr>
  </property>
  <property fmtid="{D5CDD505-2E9C-101B-9397-08002B2CF9AE}" pid="13" name="TriggerFlowInfo">
    <vt:lpwstr/>
  </property>
</Properties>
</file>