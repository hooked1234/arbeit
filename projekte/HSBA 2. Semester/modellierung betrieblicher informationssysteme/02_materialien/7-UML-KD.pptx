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 id="2147483695" r:id="rId5"/>
  </p:sldMasterIdLst>
  <p:notesMasterIdLst>
    <p:notesMasterId r:id="rId31"/>
  </p:notesMasterIdLst>
  <p:handoutMasterIdLst>
    <p:handoutMasterId r:id="rId32"/>
  </p:handoutMasterIdLst>
  <p:sldIdLst>
    <p:sldId id="336" r:id="rId6"/>
    <p:sldId id="463" r:id="rId7"/>
    <p:sldId id="259" r:id="rId8"/>
    <p:sldId id="348" r:id="rId9"/>
    <p:sldId id="419" r:id="rId10"/>
    <p:sldId id="481" r:id="rId11"/>
    <p:sldId id="451" r:id="rId12"/>
    <p:sldId id="482" r:id="rId13"/>
    <p:sldId id="483" r:id="rId14"/>
    <p:sldId id="484" r:id="rId15"/>
    <p:sldId id="488" r:id="rId16"/>
    <p:sldId id="492" r:id="rId17"/>
    <p:sldId id="487" r:id="rId18"/>
    <p:sldId id="489" r:id="rId19"/>
    <p:sldId id="493" r:id="rId20"/>
    <p:sldId id="486" r:id="rId21"/>
    <p:sldId id="490" r:id="rId22"/>
    <p:sldId id="494" r:id="rId23"/>
    <p:sldId id="485" r:id="rId24"/>
    <p:sldId id="491" r:id="rId25"/>
    <p:sldId id="495" r:id="rId26"/>
    <p:sldId id="496" r:id="rId27"/>
    <p:sldId id="497" r:id="rId28"/>
    <p:sldId id="349" r:id="rId29"/>
    <p:sldId id="350" r:id="rId30"/>
  </p:sldIdLst>
  <p:sldSz cx="12192000" cy="6858000"/>
  <p:notesSz cx="6797675" cy="9928225"/>
  <p:embeddedFontLst>
    <p:embeddedFont>
      <p:font typeface="Titillium Web" panose="00000500000000000000" pitchFamily="2" charset="0"/>
      <p:regular r:id="rId33"/>
      <p:bold r:id="rId34"/>
      <p:italic r:id="rId35"/>
      <p:boldItalic r:id="rId36"/>
    </p:embeddedFont>
    <p:embeddedFont>
      <p:font typeface="TitilliumText25L" panose="020B0604020202020204" charset="0"/>
      <p:regular r:id="rId37"/>
      <p:bold r:id="rId38"/>
    </p:embeddedFont>
    <p:embeddedFont>
      <p:font typeface="Wingdings 3" panose="05040102010807070707" pitchFamily="18" charset="2"/>
      <p:regular r:id="rId39"/>
    </p:embeddedFont>
  </p:embeddedFontLst>
  <p:custDataLst>
    <p:tags r:id="rId40"/>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61E90986-D7A6-428E-BA00-AEBAB1C1BE0C}">
          <p14:sldIdLst>
            <p14:sldId id="336"/>
            <p14:sldId id="463"/>
          </p14:sldIdLst>
        </p14:section>
        <p14:section name="Inhalt" id="{73D33112-1D5A-4DB3-98C0-9366422F57C2}">
          <p14:sldIdLst>
            <p14:sldId id="259"/>
            <p14:sldId id="348"/>
            <p14:sldId id="419"/>
            <p14:sldId id="481"/>
            <p14:sldId id="451"/>
            <p14:sldId id="482"/>
            <p14:sldId id="483"/>
            <p14:sldId id="484"/>
            <p14:sldId id="488"/>
            <p14:sldId id="492"/>
            <p14:sldId id="487"/>
            <p14:sldId id="489"/>
            <p14:sldId id="493"/>
            <p14:sldId id="486"/>
            <p14:sldId id="490"/>
            <p14:sldId id="494"/>
            <p14:sldId id="485"/>
            <p14:sldId id="491"/>
            <p14:sldId id="495"/>
            <p14:sldId id="496"/>
            <p14:sldId id="497"/>
            <p14:sldId id="349"/>
            <p14:sldId id="35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cus Bräunig" initials="MB" lastIdx="1" clrIdx="0">
    <p:extLst>
      <p:ext uri="{19B8F6BF-5375-455C-9EA6-DF929625EA0E}">
        <p15:presenceInfo xmlns:p15="http://schemas.microsoft.com/office/powerpoint/2012/main" userId="Marcus Bräuni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600"/>
    <a:srgbClr val="012656"/>
    <a:srgbClr val="254061"/>
    <a:srgbClr val="548ECB"/>
    <a:srgbClr val="4472C4"/>
    <a:srgbClr val="405C7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3947" autoAdjust="0"/>
    <p:restoredTop sz="94743" autoAdjust="0"/>
  </p:normalViewPr>
  <p:slideViewPr>
    <p:cSldViewPr snapToGrid="0">
      <p:cViewPr>
        <p:scale>
          <a:sx n="75" d="100"/>
          <a:sy n="75" d="100"/>
        </p:scale>
        <p:origin x="1074" y="780"/>
      </p:cViewPr>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113" d="100"/>
          <a:sy n="113" d="100"/>
        </p:scale>
        <p:origin x="5220"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font" Target="fonts/font7.fntdata"/><Relationship Id="rId21" Type="http://schemas.openxmlformats.org/officeDocument/2006/relationships/slide" Target="slides/slide16.xml"/><Relationship Id="rId34" Type="http://schemas.openxmlformats.org/officeDocument/2006/relationships/font" Target="fonts/font2.fntdata"/><Relationship Id="rId42" Type="http://schemas.openxmlformats.org/officeDocument/2006/relationships/presProps" Target="pres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handoutMaster" Target="handoutMasters/handoutMaster1.xml"/><Relationship Id="rId37" Type="http://schemas.openxmlformats.org/officeDocument/2006/relationships/font" Target="fonts/font5.fntdata"/><Relationship Id="rId40" Type="http://schemas.openxmlformats.org/officeDocument/2006/relationships/tags" Target="tags/tag1.xml"/><Relationship Id="rId45"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font" Target="fonts/font4.fntdata"/><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notesMaster" Target="notesMasters/notesMaster1.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font" Target="fonts/font3.fntdata"/><Relationship Id="rId43" Type="http://schemas.openxmlformats.org/officeDocument/2006/relationships/viewProps" Target="viewProp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font" Target="fonts/font1.fntdata"/><Relationship Id="rId38" Type="http://schemas.openxmlformats.org/officeDocument/2006/relationships/font" Target="fonts/font6.fntdata"/><Relationship Id="rId20" Type="http://schemas.openxmlformats.org/officeDocument/2006/relationships/slide" Target="slides/slide15.xml"/><Relationship Id="rId41"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endParaRPr lang="en-US" dirty="0">
              <a:latin typeface="TitilliumText25L" panose="02000000000000000000" pitchFamily="50" charset="0"/>
            </a:endParaRPr>
          </a:p>
        </p:txBody>
      </p:sp>
      <p:sp>
        <p:nvSpPr>
          <p:cNvPr id="3" name="Date Placeholder 2"/>
          <p:cNvSpPr>
            <a:spLocks noGrp="1"/>
          </p:cNvSpPr>
          <p:nvPr>
            <p:ph type="dt" sz="quarter" idx="1"/>
          </p:nvPr>
        </p:nvSpPr>
        <p:spPr>
          <a:xfrm>
            <a:off x="3849688" y="0"/>
            <a:ext cx="2946400" cy="498475"/>
          </a:xfrm>
          <a:prstGeom prst="rect">
            <a:avLst/>
          </a:prstGeom>
        </p:spPr>
        <p:txBody>
          <a:bodyPr vert="horz" lIns="91440" tIns="45720" rIns="91440" bIns="45720" rtlCol="0"/>
          <a:lstStyle>
            <a:lvl1pPr algn="r">
              <a:defRPr sz="1200"/>
            </a:lvl1pPr>
          </a:lstStyle>
          <a:p>
            <a:fld id="{19194331-4FA0-4800-A181-4782E50297E6}" type="datetimeFigureOut">
              <a:rPr lang="en-US" smtClean="0">
                <a:latin typeface="TitilliumText25L" panose="02000000000000000000" pitchFamily="50" charset="0"/>
              </a:rPr>
              <a:t>7/31/2026</a:t>
            </a:fld>
            <a:endParaRPr lang="en-US" dirty="0">
              <a:latin typeface="TitilliumText25L" panose="02000000000000000000" pitchFamily="50" charset="0"/>
            </a:endParaRPr>
          </a:p>
        </p:txBody>
      </p:sp>
      <p:sp>
        <p:nvSpPr>
          <p:cNvPr id="4" name="Footer Placeholder 3"/>
          <p:cNvSpPr>
            <a:spLocks noGrp="1"/>
          </p:cNvSpPr>
          <p:nvPr>
            <p:ph type="ftr" sz="quarter" idx="2"/>
          </p:nvPr>
        </p:nvSpPr>
        <p:spPr>
          <a:xfrm>
            <a:off x="0" y="9429750"/>
            <a:ext cx="2946400" cy="498475"/>
          </a:xfrm>
          <a:prstGeom prst="rect">
            <a:avLst/>
          </a:prstGeom>
        </p:spPr>
        <p:txBody>
          <a:bodyPr vert="horz" lIns="91440" tIns="45720" rIns="91440" bIns="45720" rtlCol="0" anchor="b"/>
          <a:lstStyle>
            <a:lvl1pPr algn="l">
              <a:defRPr sz="1200"/>
            </a:lvl1pPr>
          </a:lstStyle>
          <a:p>
            <a:endParaRPr lang="en-US" dirty="0">
              <a:latin typeface="TitilliumText25L" panose="02000000000000000000" pitchFamily="50" charset="0"/>
            </a:endParaRPr>
          </a:p>
        </p:txBody>
      </p:sp>
      <p:sp>
        <p:nvSpPr>
          <p:cNvPr id="5" name="Slide Number Placeholder 4"/>
          <p:cNvSpPr>
            <a:spLocks noGrp="1"/>
          </p:cNvSpPr>
          <p:nvPr>
            <p:ph type="sldNum" sz="quarter" idx="3"/>
          </p:nvPr>
        </p:nvSpPr>
        <p:spPr>
          <a:xfrm>
            <a:off x="3849688" y="9429750"/>
            <a:ext cx="2946400" cy="498475"/>
          </a:xfrm>
          <a:prstGeom prst="rect">
            <a:avLst/>
          </a:prstGeom>
        </p:spPr>
        <p:txBody>
          <a:bodyPr vert="horz" lIns="91440" tIns="45720" rIns="91440" bIns="45720" rtlCol="0" anchor="b"/>
          <a:lstStyle>
            <a:lvl1pPr algn="r">
              <a:defRPr sz="1200"/>
            </a:lvl1pPr>
          </a:lstStyle>
          <a:p>
            <a:fld id="{98FD8BD7-889E-4B52-9FD0-E04AB5DD7A7F}" type="slidenum">
              <a:rPr lang="en-US" smtClean="0">
                <a:latin typeface="TitilliumText25L" panose="02000000000000000000" pitchFamily="50" charset="0"/>
              </a:rPr>
              <a:t>‹Nr.›</a:t>
            </a:fld>
            <a:endParaRPr lang="en-US" dirty="0">
              <a:latin typeface="TitilliumText25L" panose="02000000000000000000" pitchFamily="50" charset="0"/>
            </a:endParaRPr>
          </a:p>
        </p:txBody>
      </p:sp>
    </p:spTree>
    <p:extLst>
      <p:ext uri="{BB962C8B-B14F-4D97-AF65-F5344CB8AC3E}">
        <p14:creationId xmlns:p14="http://schemas.microsoft.com/office/powerpoint/2010/main" val="12030805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atin typeface="TitilliumText25L" panose="02000000000000000000" pitchFamily="50" charset="0"/>
              </a:defRPr>
            </a:lvl1pPr>
          </a:lstStyle>
          <a:p>
            <a:endParaRPr lang="en-US" dirty="0"/>
          </a:p>
        </p:txBody>
      </p:sp>
      <p:sp>
        <p:nvSpPr>
          <p:cNvPr id="3" name="Date Placeholder 2"/>
          <p:cNvSpPr>
            <a:spLocks noGrp="1"/>
          </p:cNvSpPr>
          <p:nvPr>
            <p:ph type="dt" idx="1"/>
          </p:nvPr>
        </p:nvSpPr>
        <p:spPr>
          <a:xfrm>
            <a:off x="3849688" y="0"/>
            <a:ext cx="2946400" cy="498475"/>
          </a:xfrm>
          <a:prstGeom prst="rect">
            <a:avLst/>
          </a:prstGeom>
        </p:spPr>
        <p:txBody>
          <a:bodyPr vert="horz" lIns="91440" tIns="45720" rIns="91440" bIns="45720" rtlCol="0"/>
          <a:lstStyle>
            <a:lvl1pPr algn="r">
              <a:defRPr sz="1200">
                <a:latin typeface="TitilliumText25L" panose="02000000000000000000" pitchFamily="50" charset="0"/>
              </a:defRPr>
            </a:lvl1pPr>
          </a:lstStyle>
          <a:p>
            <a:fld id="{7F1A7734-EBA1-4FEE-BC1D-270600FA870E}" type="datetimeFigureOut">
              <a:rPr lang="en-US" smtClean="0"/>
              <a:pPr/>
              <a:t>7/31/2026</a:t>
            </a:fld>
            <a:endParaRPr lang="en-US" dirty="0"/>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79450" y="4778375"/>
            <a:ext cx="5438775" cy="3908425"/>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429750"/>
            <a:ext cx="2946400" cy="498475"/>
          </a:xfrm>
          <a:prstGeom prst="rect">
            <a:avLst/>
          </a:prstGeom>
        </p:spPr>
        <p:txBody>
          <a:bodyPr vert="horz" lIns="91440" tIns="45720" rIns="91440" bIns="45720" rtlCol="0" anchor="b"/>
          <a:lstStyle>
            <a:lvl1pPr algn="l">
              <a:defRPr sz="1200">
                <a:latin typeface="TitilliumText25L" panose="02000000000000000000" pitchFamily="50" charset="0"/>
              </a:defRPr>
            </a:lvl1pPr>
          </a:lstStyle>
          <a:p>
            <a:endParaRPr lang="en-US" dirty="0"/>
          </a:p>
        </p:txBody>
      </p:sp>
      <p:sp>
        <p:nvSpPr>
          <p:cNvPr id="7" name="Slide Number Placeholder 6"/>
          <p:cNvSpPr>
            <a:spLocks noGrp="1"/>
          </p:cNvSpPr>
          <p:nvPr>
            <p:ph type="sldNum" sz="quarter" idx="5"/>
          </p:nvPr>
        </p:nvSpPr>
        <p:spPr>
          <a:xfrm>
            <a:off x="3849688" y="9429750"/>
            <a:ext cx="2946400" cy="498475"/>
          </a:xfrm>
          <a:prstGeom prst="rect">
            <a:avLst/>
          </a:prstGeom>
        </p:spPr>
        <p:txBody>
          <a:bodyPr vert="horz" lIns="91440" tIns="45720" rIns="91440" bIns="45720" rtlCol="0" anchor="b"/>
          <a:lstStyle>
            <a:lvl1pPr algn="r">
              <a:defRPr sz="1200">
                <a:latin typeface="TitilliumText25L" panose="02000000000000000000" pitchFamily="50" charset="0"/>
              </a:defRPr>
            </a:lvl1pPr>
          </a:lstStyle>
          <a:p>
            <a:fld id="{FF3E3E09-7F06-4A43-A984-22A0452AED80}" type="slidenum">
              <a:rPr lang="en-US" smtClean="0"/>
              <a:pPr/>
              <a:t>‹Nr.›</a:t>
            </a:fld>
            <a:endParaRPr lang="en-US" dirty="0"/>
          </a:p>
        </p:txBody>
      </p:sp>
    </p:spTree>
    <p:extLst>
      <p:ext uri="{BB962C8B-B14F-4D97-AF65-F5344CB8AC3E}">
        <p14:creationId xmlns:p14="http://schemas.microsoft.com/office/powerpoint/2010/main" val="22577680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TitilliumText25L" panose="02000000000000000000" pitchFamily="50" charset="0"/>
        <a:ea typeface="+mn-ea"/>
        <a:cs typeface="+mn-cs"/>
      </a:defRPr>
    </a:lvl1pPr>
    <a:lvl2pPr marL="457200" algn="l" defTabSz="914400" rtl="0" eaLnBrk="1" latinLnBrk="0" hangingPunct="1">
      <a:defRPr sz="1200" kern="1200">
        <a:solidFill>
          <a:schemeClr val="tx1"/>
        </a:solidFill>
        <a:latin typeface="TitilliumText25L" panose="02000000000000000000" pitchFamily="50" charset="0"/>
        <a:ea typeface="+mn-ea"/>
        <a:cs typeface="+mn-cs"/>
      </a:defRPr>
    </a:lvl2pPr>
    <a:lvl3pPr marL="914400" algn="l" defTabSz="914400" rtl="0" eaLnBrk="1" latinLnBrk="0" hangingPunct="1">
      <a:defRPr sz="1200" kern="1200">
        <a:solidFill>
          <a:schemeClr val="tx1"/>
        </a:solidFill>
        <a:latin typeface="TitilliumText25L" panose="02000000000000000000" pitchFamily="50" charset="0"/>
        <a:ea typeface="+mn-ea"/>
        <a:cs typeface="+mn-cs"/>
      </a:defRPr>
    </a:lvl3pPr>
    <a:lvl4pPr marL="1371600" algn="l" defTabSz="914400" rtl="0" eaLnBrk="1" latinLnBrk="0" hangingPunct="1">
      <a:defRPr sz="1200" kern="1200">
        <a:solidFill>
          <a:schemeClr val="tx1"/>
        </a:solidFill>
        <a:latin typeface="TitilliumText25L" panose="02000000000000000000" pitchFamily="50" charset="0"/>
        <a:ea typeface="+mn-ea"/>
        <a:cs typeface="+mn-cs"/>
      </a:defRPr>
    </a:lvl4pPr>
    <a:lvl5pPr marL="1828800" algn="l" defTabSz="914400" rtl="0" eaLnBrk="1" latinLnBrk="0" hangingPunct="1">
      <a:defRPr sz="1200" kern="1200">
        <a:solidFill>
          <a:schemeClr val="tx1"/>
        </a:solidFill>
        <a:latin typeface="TitilliumText25L" panose="02000000000000000000" pitchFamily="50"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xfrm>
            <a:off x="5641707" y="6474725"/>
            <a:ext cx="4316008" cy="3408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770" tIns="45884" rIns="91770" bIns="45884"/>
          <a:lstStyle>
            <a:lvl1pPr>
              <a:defRPr sz="1600">
                <a:solidFill>
                  <a:schemeClr val="tx1"/>
                </a:solidFill>
                <a:latin typeface="Arial" charset="0"/>
                <a:cs typeface="Arial" charset="0"/>
              </a:defRPr>
            </a:lvl1pPr>
            <a:lvl2pPr marL="745627" indent="-286779">
              <a:defRPr sz="1600">
                <a:solidFill>
                  <a:schemeClr val="tx1"/>
                </a:solidFill>
                <a:latin typeface="Arial" charset="0"/>
                <a:cs typeface="Arial" charset="0"/>
              </a:defRPr>
            </a:lvl2pPr>
            <a:lvl3pPr marL="1147118" indent="-229423">
              <a:defRPr sz="1600">
                <a:solidFill>
                  <a:schemeClr val="tx1"/>
                </a:solidFill>
                <a:latin typeface="Arial" charset="0"/>
                <a:cs typeface="Arial" charset="0"/>
              </a:defRPr>
            </a:lvl3pPr>
            <a:lvl4pPr marL="1605966" indent="-229423">
              <a:defRPr sz="1600">
                <a:solidFill>
                  <a:schemeClr val="tx1"/>
                </a:solidFill>
                <a:latin typeface="Arial" charset="0"/>
                <a:cs typeface="Arial" charset="0"/>
              </a:defRPr>
            </a:lvl4pPr>
            <a:lvl5pPr marL="2064813" indent="-229423">
              <a:defRPr sz="1600">
                <a:solidFill>
                  <a:schemeClr val="tx1"/>
                </a:solidFill>
                <a:latin typeface="Arial" charset="0"/>
                <a:cs typeface="Arial" charset="0"/>
              </a:defRPr>
            </a:lvl5pPr>
            <a:lvl6pPr marL="2523660" indent="-229423" algn="ctr" eaLnBrk="0" fontAlgn="base" hangingPunct="0">
              <a:spcBef>
                <a:spcPct val="0"/>
              </a:spcBef>
              <a:spcAft>
                <a:spcPct val="0"/>
              </a:spcAft>
              <a:defRPr sz="1600">
                <a:solidFill>
                  <a:schemeClr val="tx1"/>
                </a:solidFill>
                <a:latin typeface="Arial" charset="0"/>
                <a:cs typeface="Arial" charset="0"/>
              </a:defRPr>
            </a:lvl6pPr>
            <a:lvl7pPr marL="2982508" indent="-229423" algn="ctr" eaLnBrk="0" fontAlgn="base" hangingPunct="0">
              <a:spcBef>
                <a:spcPct val="0"/>
              </a:spcBef>
              <a:spcAft>
                <a:spcPct val="0"/>
              </a:spcAft>
              <a:defRPr sz="1600">
                <a:solidFill>
                  <a:schemeClr val="tx1"/>
                </a:solidFill>
                <a:latin typeface="Arial" charset="0"/>
                <a:cs typeface="Arial" charset="0"/>
              </a:defRPr>
            </a:lvl7pPr>
            <a:lvl8pPr marL="3441355" indent="-229423" algn="ctr" eaLnBrk="0" fontAlgn="base" hangingPunct="0">
              <a:spcBef>
                <a:spcPct val="0"/>
              </a:spcBef>
              <a:spcAft>
                <a:spcPct val="0"/>
              </a:spcAft>
              <a:defRPr sz="1600">
                <a:solidFill>
                  <a:schemeClr val="tx1"/>
                </a:solidFill>
                <a:latin typeface="Arial" charset="0"/>
                <a:cs typeface="Arial" charset="0"/>
              </a:defRPr>
            </a:lvl8pPr>
            <a:lvl9pPr marL="3900203" indent="-229423" algn="ctr" eaLnBrk="0" fontAlgn="base" hangingPunct="0">
              <a:spcBef>
                <a:spcPct val="0"/>
              </a:spcBef>
              <a:spcAft>
                <a:spcPct val="0"/>
              </a:spcAft>
              <a:defRPr sz="1600">
                <a:solidFill>
                  <a:schemeClr val="tx1"/>
                </a:solidFill>
                <a:latin typeface="Arial" charset="0"/>
                <a:cs typeface="Arial" charset="0"/>
              </a:defRPr>
            </a:lvl9pPr>
          </a:lstStyle>
          <a:p>
            <a:fld id="{34B2CE11-54ED-499D-8C36-BA321BB06A8F}" type="slidenum">
              <a:rPr lang="de-DE" sz="1200"/>
              <a:pPr/>
              <a:t>5</a:t>
            </a:fld>
            <a:endParaRPr lang="de-DE" sz="120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xfrm>
            <a:off x="1328003" y="3237954"/>
            <a:ext cx="7304014" cy="306753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770" tIns="45884" rIns="91770" bIns="45884"/>
          <a:lstStyle/>
          <a:p>
            <a:pPr eaLnBrk="1" hangingPunct="1"/>
            <a:endParaRPr lang="en-US"/>
          </a:p>
        </p:txBody>
      </p:sp>
    </p:spTree>
    <p:extLst>
      <p:ext uri="{BB962C8B-B14F-4D97-AF65-F5344CB8AC3E}">
        <p14:creationId xmlns:p14="http://schemas.microsoft.com/office/powerpoint/2010/main" val="99650879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5.xml"/><Relationship Id="rId5" Type="http://schemas.openxmlformats.org/officeDocument/2006/relationships/image" Target="../media/image4.svg"/><Relationship Id="rId4"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6.xml"/><Relationship Id="rId5" Type="http://schemas.openxmlformats.org/officeDocument/2006/relationships/image" Target="../media/image4.svg"/><Relationship Id="rId4"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7.xml"/><Relationship Id="rId5" Type="http://schemas.openxmlformats.org/officeDocument/2006/relationships/image" Target="../media/image4.svg"/><Relationship Id="rId4"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8.xml"/><Relationship Id="rId5" Type="http://schemas.openxmlformats.org/officeDocument/2006/relationships/image" Target="../media/image4.svg"/><Relationship Id="rId4" Type="http://schemas.openxmlformats.org/officeDocument/2006/relationships/image" Target="../media/image2.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9.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0.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1.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2.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3.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4.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5.xml"/><Relationship Id="rId5" Type="http://schemas.openxmlformats.org/officeDocument/2006/relationships/image" Target="../media/image4.svg"/><Relationship Id="rId4" Type="http://schemas.openxmlformats.org/officeDocument/2006/relationships/image" Target="../media/image2.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2.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7.xml"/><Relationship Id="rId6" Type="http://schemas.openxmlformats.org/officeDocument/2006/relationships/image" Target="../media/image5.svg"/><Relationship Id="rId5" Type="http://schemas.openxmlformats.org/officeDocument/2006/relationships/image" Target="../media/image3.svg"/><Relationship Id="rId4" Type="http://schemas.openxmlformats.org/officeDocument/2006/relationships/image" Target="../media/image2.emf"/></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image" Target="../media/image3.svg"/><Relationship Id="rId5" Type="http://schemas.openxmlformats.org/officeDocument/2006/relationships/image" Target="../media/image2.emf"/><Relationship Id="rId4" Type="http://schemas.openxmlformats.org/officeDocument/2006/relationships/oleObject" Target="../embeddings/oleObject3.bin"/></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2.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3.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4.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5.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6.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7.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8.xml"/><Relationship Id="rId5" Type="http://schemas.openxmlformats.org/officeDocument/2006/relationships/image" Target="../media/image4.svg"/><Relationship Id="rId4"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Version 1)">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3886200"/>
            <a:ext cx="12192000" cy="2971800"/>
          </a:xfrm>
          <a:prstGeom prst="rect">
            <a:avLst/>
          </a:prstGeom>
        </p:spPr>
        <p:txBody>
          <a:bodyPr anchor="ctr">
            <a:noAutofit/>
          </a:bodyPr>
          <a:lstStyle>
            <a:lvl1pPr algn="ctr">
              <a:defRPr sz="9000" spc="200" baseline="0">
                <a:solidFill>
                  <a:schemeClr val="bg1"/>
                </a:solidFill>
                <a:latin typeface="+mj-lt"/>
              </a:defRPr>
            </a:lvl1pPr>
          </a:lstStyle>
          <a:p>
            <a:r>
              <a:rPr lang="de-DE" dirty="0"/>
              <a:t>Titel</a:t>
            </a:r>
            <a:endParaRPr lang="en-US" dirty="0"/>
          </a:p>
        </p:txBody>
      </p:sp>
      <p:pic>
        <p:nvPicPr>
          <p:cNvPr id="4" name="Grafik 3">
            <a:extLst>
              <a:ext uri="{FF2B5EF4-FFF2-40B4-BE49-F238E27FC236}">
                <a16:creationId xmlns:a16="http://schemas.microsoft.com/office/drawing/2014/main" id="{E87AA66C-9778-81A6-F53B-931BBBFD960E}"/>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22774459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Version 2)">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23418860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ctrTitle" hasCustomPrompt="1"/>
          </p:nvPr>
        </p:nvSpPr>
        <p:spPr>
          <a:xfrm>
            <a:off x="457200" y="4845837"/>
            <a:ext cx="7772400" cy="1463040"/>
          </a:xfrm>
          <a:prstGeom prst="rect">
            <a:avLst/>
          </a:prstGeom>
        </p:spPr>
        <p:txBody>
          <a:bodyPr lIns="90000" rIns="90000" anchor="ctr">
            <a:noAutofit/>
          </a:bodyPr>
          <a:lstStyle>
            <a:lvl1pPr algn="r">
              <a:defRPr sz="5000" b="1" spc="0" baseline="0">
                <a:solidFill>
                  <a:schemeClr val="tx1"/>
                </a:solidFill>
                <a:latin typeface="+mj-lt"/>
              </a:defRPr>
            </a:lvl1pPr>
          </a:lstStyle>
          <a:p>
            <a:r>
              <a:rPr lang="de-DE" dirty="0"/>
              <a:t>Titel</a:t>
            </a:r>
            <a:endParaRPr lang="en-US" dirty="0"/>
          </a:p>
        </p:txBody>
      </p:sp>
      <p:sp>
        <p:nvSpPr>
          <p:cNvPr id="3" name="Subtitle 2"/>
          <p:cNvSpPr>
            <a:spLocks noGrp="1"/>
          </p:cNvSpPr>
          <p:nvPr>
            <p:ph type="subTitle" idx="1" hasCustomPrompt="1"/>
          </p:nvPr>
        </p:nvSpPr>
        <p:spPr>
          <a:xfrm>
            <a:off x="8610600" y="4845837"/>
            <a:ext cx="3200400" cy="1463040"/>
          </a:xfrm>
          <a:prstGeom prst="rect">
            <a:avLst/>
          </a:prstGeom>
        </p:spPr>
        <p:txBody>
          <a:bodyPr lIns="91440" rIns="91440" anchor="ctr">
            <a:noAutofit/>
          </a:bodyPr>
          <a:lstStyle>
            <a:lvl1pPr marL="0" indent="0" algn="l">
              <a:lnSpc>
                <a:spcPct val="100000"/>
              </a:lnSpc>
              <a:spcBef>
                <a:spcPts val="0"/>
              </a:spcBef>
              <a:buNone/>
              <a:defRPr sz="1800">
                <a:solidFill>
                  <a:schemeClr val="tx1"/>
                </a:solidFill>
                <a:latin typeface="+mj-lt"/>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de-DE" dirty="0"/>
              <a:t>Untertitel</a:t>
            </a:r>
            <a:endParaRPr lang="en-US" dirty="0"/>
          </a:p>
        </p:txBody>
      </p:sp>
      <p:sp>
        <p:nvSpPr>
          <p:cNvPr id="20" name="Bildplatzhalter 17">
            <a:extLst>
              <a:ext uri="{FF2B5EF4-FFF2-40B4-BE49-F238E27FC236}">
                <a16:creationId xmlns:a16="http://schemas.microsoft.com/office/drawing/2014/main" id="{7A424419-DAFB-406C-9547-457BF25E2F3F}"/>
              </a:ext>
            </a:extLst>
          </p:cNvPr>
          <p:cNvSpPr>
            <a:spLocks noGrp="1"/>
          </p:cNvSpPr>
          <p:nvPr>
            <p:ph type="pic" sz="quarter" idx="11"/>
          </p:nvPr>
        </p:nvSpPr>
        <p:spPr>
          <a:xfrm>
            <a:off x="0" y="0"/>
            <a:ext cx="12192000" cy="4572000"/>
          </a:xfrm>
          <a:prstGeom prst="rect">
            <a:avLst/>
          </a:prstGeom>
          <a:solidFill>
            <a:schemeClr val="bg2"/>
          </a:solidFill>
        </p:spPr>
        <p:txBody>
          <a:bodyPr/>
          <a:lstStyle>
            <a:lvl1pPr marL="0" indent="0">
              <a:buNone/>
              <a:defRPr>
                <a:solidFill>
                  <a:schemeClr val="accent1"/>
                </a:solidFill>
                <a:latin typeface="+mj-lt"/>
              </a:defRPr>
            </a:lvl1pPr>
          </a:lstStyle>
          <a:p>
            <a:r>
              <a:rPr lang="de-DE"/>
              <a:t>Bild durch Klicken auf Symbol hinzufügen</a:t>
            </a:r>
            <a:endParaRPr lang="de-DE" dirty="0"/>
          </a:p>
        </p:txBody>
      </p:sp>
      <p:pic>
        <p:nvPicPr>
          <p:cNvPr id="6" name="Grafik 5">
            <a:extLst>
              <a:ext uri="{FF2B5EF4-FFF2-40B4-BE49-F238E27FC236}">
                <a16:creationId xmlns:a16="http://schemas.microsoft.com/office/drawing/2014/main" id="{2B1EAEB1-6678-AAAD-058B-1C127308CA69}"/>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4826511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0" y="125973"/>
            <a:ext cx="6535662"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9" name="Text Placeholder 3">
            <a:extLst>
              <a:ext uri="{FF2B5EF4-FFF2-40B4-BE49-F238E27FC236}">
                <a16:creationId xmlns:a16="http://schemas.microsoft.com/office/drawing/2014/main" id="{A987D97B-1355-4EC1-8648-D86C3C1E5E8B}"/>
              </a:ext>
            </a:extLst>
          </p:cNvPr>
          <p:cNvSpPr>
            <a:spLocks noGrp="1"/>
          </p:cNvSpPr>
          <p:nvPr>
            <p:ph type="body" sz="half" idx="2"/>
          </p:nvPr>
        </p:nvSpPr>
        <p:spPr>
          <a:xfrm>
            <a:off x="251999" y="1546213"/>
            <a:ext cx="6535663"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0" name="Text Placeholder 3">
            <a:extLst>
              <a:ext uri="{FF2B5EF4-FFF2-40B4-BE49-F238E27FC236}">
                <a16:creationId xmlns:a16="http://schemas.microsoft.com/office/drawing/2014/main" id="{77F0527B-65B0-4934-BA79-F6B3186E9A71}"/>
              </a:ext>
            </a:extLst>
          </p:cNvPr>
          <p:cNvSpPr>
            <a:spLocks noGrp="1"/>
          </p:cNvSpPr>
          <p:nvPr>
            <p:ph type="body" sz="half" idx="13"/>
          </p:nvPr>
        </p:nvSpPr>
        <p:spPr>
          <a:xfrm>
            <a:off x="251999" y="2304643"/>
            <a:ext cx="6535663"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1" name="Text Placeholder 3">
            <a:extLst>
              <a:ext uri="{FF2B5EF4-FFF2-40B4-BE49-F238E27FC236}">
                <a16:creationId xmlns:a16="http://schemas.microsoft.com/office/drawing/2014/main" id="{7820C3CF-B9C6-4256-A1A3-DD8D2F47B797}"/>
              </a:ext>
            </a:extLst>
          </p:cNvPr>
          <p:cNvSpPr>
            <a:spLocks noGrp="1"/>
          </p:cNvSpPr>
          <p:nvPr>
            <p:ph type="body" sz="half" idx="14"/>
          </p:nvPr>
        </p:nvSpPr>
        <p:spPr>
          <a:xfrm>
            <a:off x="251999" y="3063073"/>
            <a:ext cx="6535663"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2" name="Text Placeholder 3">
            <a:extLst>
              <a:ext uri="{FF2B5EF4-FFF2-40B4-BE49-F238E27FC236}">
                <a16:creationId xmlns:a16="http://schemas.microsoft.com/office/drawing/2014/main" id="{082721D2-093E-4AB6-A1EC-DA356C0D9E77}"/>
              </a:ext>
            </a:extLst>
          </p:cNvPr>
          <p:cNvSpPr>
            <a:spLocks noGrp="1"/>
          </p:cNvSpPr>
          <p:nvPr>
            <p:ph type="body" sz="half" idx="15"/>
          </p:nvPr>
        </p:nvSpPr>
        <p:spPr>
          <a:xfrm>
            <a:off x="251999" y="3821503"/>
            <a:ext cx="6535663"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3" name="Text Placeholder 3">
            <a:extLst>
              <a:ext uri="{FF2B5EF4-FFF2-40B4-BE49-F238E27FC236}">
                <a16:creationId xmlns:a16="http://schemas.microsoft.com/office/drawing/2014/main" id="{34736582-7DD1-4206-9200-FD8C7ED4836E}"/>
              </a:ext>
            </a:extLst>
          </p:cNvPr>
          <p:cNvSpPr>
            <a:spLocks noGrp="1"/>
          </p:cNvSpPr>
          <p:nvPr>
            <p:ph type="body" sz="half" idx="16"/>
          </p:nvPr>
        </p:nvSpPr>
        <p:spPr>
          <a:xfrm>
            <a:off x="251999" y="4579933"/>
            <a:ext cx="6535663"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4" name="Text Placeholder 3">
            <a:extLst>
              <a:ext uri="{FF2B5EF4-FFF2-40B4-BE49-F238E27FC236}">
                <a16:creationId xmlns:a16="http://schemas.microsoft.com/office/drawing/2014/main" id="{9A43FD93-7957-42E6-AC72-67B155874232}"/>
              </a:ext>
            </a:extLst>
          </p:cNvPr>
          <p:cNvSpPr>
            <a:spLocks noGrp="1"/>
          </p:cNvSpPr>
          <p:nvPr>
            <p:ph type="body" sz="half" idx="17"/>
          </p:nvPr>
        </p:nvSpPr>
        <p:spPr>
          <a:xfrm>
            <a:off x="251999" y="5338365"/>
            <a:ext cx="6535663"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23"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5" name="Bildplatzhalter 2">
            <a:extLst>
              <a:ext uri="{FF2B5EF4-FFF2-40B4-BE49-F238E27FC236}">
                <a16:creationId xmlns:a16="http://schemas.microsoft.com/office/drawing/2014/main" id="{7F105D5F-BE6D-0313-E8FF-F3B78E0A48F5}"/>
              </a:ext>
            </a:extLst>
          </p:cNvPr>
          <p:cNvSpPr>
            <a:spLocks noGrp="1"/>
          </p:cNvSpPr>
          <p:nvPr>
            <p:ph type="pic" sz="quarter" idx="12"/>
          </p:nvPr>
        </p:nvSpPr>
        <p:spPr>
          <a:xfrm>
            <a:off x="7158762" y="0"/>
            <a:ext cx="4203521" cy="6858000"/>
          </a:xfrm>
          <a:prstGeom prst="rect">
            <a:avLst/>
          </a:prstGeom>
        </p:spPr>
        <p:txBody>
          <a:bodyPr/>
          <a:lstStyle>
            <a:lvl1pPr marL="0" indent="0">
              <a:buNone/>
              <a:defRPr/>
            </a:lvl1pPr>
          </a:lstStyle>
          <a:p>
            <a:r>
              <a:rPr lang="de-DE"/>
              <a:t>Bild durch Klicken auf Symbol hinzufügen</a:t>
            </a:r>
            <a:endParaRPr lang="de-DE" dirty="0"/>
          </a:p>
        </p:txBody>
      </p:sp>
      <p:pic>
        <p:nvPicPr>
          <p:cNvPr id="6" name="Grafik 5">
            <a:extLst>
              <a:ext uri="{FF2B5EF4-FFF2-40B4-BE49-F238E27FC236}">
                <a16:creationId xmlns:a16="http://schemas.microsoft.com/office/drawing/2014/main" id="{04E88ACA-6FE0-2A98-BFFA-8A19899BD8DF}"/>
              </a:ext>
            </a:extLst>
          </p:cNvPr>
          <p:cNvPicPr>
            <a:picLocks noChangeAspect="1"/>
          </p:cNvPicPr>
          <p:nvPr userDrawn="1"/>
        </p:nvPicPr>
        <p:blipFill>
          <a:blip>
            <a:extLst>
              <a:ext uri="{96DAC541-7B7A-43D3-8B79-37D633B846F1}">
                <asvg:svgBlip xmlns:asvg="http://schemas.microsoft.com/office/drawing/2016/SVG/main" r:embed="rId5"/>
              </a:ext>
            </a:extLst>
          </a:blip>
          <a:srcRect t="-2177" b="-2062"/>
          <a:stretch>
            <a:fillRect/>
          </a:stretch>
        </p:blipFill>
        <p:spPr>
          <a:xfrm>
            <a:off x="11640769" y="125973"/>
            <a:ext cx="340594" cy="355039"/>
          </a:xfrm>
          <a:prstGeom prst="rect">
            <a:avLst/>
          </a:prstGeom>
        </p:spPr>
      </p:pic>
    </p:spTree>
    <p:extLst>
      <p:ext uri="{BB962C8B-B14F-4D97-AF65-F5344CB8AC3E}">
        <p14:creationId xmlns:p14="http://schemas.microsoft.com/office/powerpoint/2010/main" val="3166895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Agenda (highlighte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2568684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0" y="125973"/>
            <a:ext cx="6537599"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9" name="Text Placeholder 3">
            <a:extLst>
              <a:ext uri="{FF2B5EF4-FFF2-40B4-BE49-F238E27FC236}">
                <a16:creationId xmlns:a16="http://schemas.microsoft.com/office/drawing/2014/main" id="{A987D97B-1355-4EC1-8648-D86C3C1E5E8B}"/>
              </a:ext>
            </a:extLst>
          </p:cNvPr>
          <p:cNvSpPr>
            <a:spLocks noGrp="1"/>
          </p:cNvSpPr>
          <p:nvPr>
            <p:ph type="body" sz="half" idx="2"/>
          </p:nvPr>
        </p:nvSpPr>
        <p:spPr>
          <a:xfrm>
            <a:off x="251999" y="1546213"/>
            <a:ext cx="6537600" cy="599993"/>
          </a:xfrm>
          <a:prstGeom prst="rect">
            <a:avLst/>
          </a:prstGeom>
          <a:solidFill>
            <a:schemeClr val="accent3"/>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0" name="Text Placeholder 3">
            <a:extLst>
              <a:ext uri="{FF2B5EF4-FFF2-40B4-BE49-F238E27FC236}">
                <a16:creationId xmlns:a16="http://schemas.microsoft.com/office/drawing/2014/main" id="{77F0527B-65B0-4934-BA79-F6B3186E9A71}"/>
              </a:ext>
            </a:extLst>
          </p:cNvPr>
          <p:cNvSpPr>
            <a:spLocks noGrp="1"/>
          </p:cNvSpPr>
          <p:nvPr>
            <p:ph type="body" sz="half" idx="13"/>
          </p:nvPr>
        </p:nvSpPr>
        <p:spPr>
          <a:xfrm>
            <a:off x="251999" y="2304643"/>
            <a:ext cx="6537600"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1" name="Text Placeholder 3">
            <a:extLst>
              <a:ext uri="{FF2B5EF4-FFF2-40B4-BE49-F238E27FC236}">
                <a16:creationId xmlns:a16="http://schemas.microsoft.com/office/drawing/2014/main" id="{7820C3CF-B9C6-4256-A1A3-DD8D2F47B797}"/>
              </a:ext>
            </a:extLst>
          </p:cNvPr>
          <p:cNvSpPr>
            <a:spLocks noGrp="1"/>
          </p:cNvSpPr>
          <p:nvPr>
            <p:ph type="body" sz="half" idx="14"/>
          </p:nvPr>
        </p:nvSpPr>
        <p:spPr>
          <a:xfrm>
            <a:off x="251999" y="3063073"/>
            <a:ext cx="6537600"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2" name="Text Placeholder 3">
            <a:extLst>
              <a:ext uri="{FF2B5EF4-FFF2-40B4-BE49-F238E27FC236}">
                <a16:creationId xmlns:a16="http://schemas.microsoft.com/office/drawing/2014/main" id="{082721D2-093E-4AB6-A1EC-DA356C0D9E77}"/>
              </a:ext>
            </a:extLst>
          </p:cNvPr>
          <p:cNvSpPr>
            <a:spLocks noGrp="1"/>
          </p:cNvSpPr>
          <p:nvPr>
            <p:ph type="body" sz="half" idx="15"/>
          </p:nvPr>
        </p:nvSpPr>
        <p:spPr>
          <a:xfrm>
            <a:off x="251999" y="3821503"/>
            <a:ext cx="6537600"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3" name="Text Placeholder 3">
            <a:extLst>
              <a:ext uri="{FF2B5EF4-FFF2-40B4-BE49-F238E27FC236}">
                <a16:creationId xmlns:a16="http://schemas.microsoft.com/office/drawing/2014/main" id="{34736582-7DD1-4206-9200-FD8C7ED4836E}"/>
              </a:ext>
            </a:extLst>
          </p:cNvPr>
          <p:cNvSpPr>
            <a:spLocks noGrp="1"/>
          </p:cNvSpPr>
          <p:nvPr>
            <p:ph type="body" sz="half" idx="16"/>
          </p:nvPr>
        </p:nvSpPr>
        <p:spPr>
          <a:xfrm>
            <a:off x="251999" y="4579933"/>
            <a:ext cx="6537600"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4" name="Text Placeholder 3">
            <a:extLst>
              <a:ext uri="{FF2B5EF4-FFF2-40B4-BE49-F238E27FC236}">
                <a16:creationId xmlns:a16="http://schemas.microsoft.com/office/drawing/2014/main" id="{9A43FD93-7957-42E6-AC72-67B155874232}"/>
              </a:ext>
            </a:extLst>
          </p:cNvPr>
          <p:cNvSpPr>
            <a:spLocks noGrp="1"/>
          </p:cNvSpPr>
          <p:nvPr>
            <p:ph type="body" sz="half" idx="17"/>
          </p:nvPr>
        </p:nvSpPr>
        <p:spPr>
          <a:xfrm>
            <a:off x="251999" y="5338365"/>
            <a:ext cx="6537600"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23"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3" name="Bildplatzhalter 2">
            <a:extLst>
              <a:ext uri="{FF2B5EF4-FFF2-40B4-BE49-F238E27FC236}">
                <a16:creationId xmlns:a16="http://schemas.microsoft.com/office/drawing/2014/main" id="{DE01786B-F052-E286-4C89-7CAD3EEA3DAB}"/>
              </a:ext>
            </a:extLst>
          </p:cNvPr>
          <p:cNvSpPr>
            <a:spLocks noGrp="1"/>
          </p:cNvSpPr>
          <p:nvPr>
            <p:ph type="pic" sz="quarter" idx="12"/>
          </p:nvPr>
        </p:nvSpPr>
        <p:spPr>
          <a:xfrm>
            <a:off x="7158762" y="0"/>
            <a:ext cx="4203521" cy="6858000"/>
          </a:xfrm>
          <a:prstGeom prst="rect">
            <a:avLst/>
          </a:prstGeom>
        </p:spPr>
        <p:txBody>
          <a:bodyPr/>
          <a:lstStyle>
            <a:lvl1pPr marL="0" indent="0">
              <a:buNone/>
              <a:defRPr/>
            </a:lvl1pPr>
          </a:lstStyle>
          <a:p>
            <a:r>
              <a:rPr lang="de-DE"/>
              <a:t>Bild durch Klicken auf Symbol hinzufügen</a:t>
            </a:r>
            <a:endParaRPr lang="de-DE" dirty="0"/>
          </a:p>
        </p:txBody>
      </p:sp>
      <p:pic>
        <p:nvPicPr>
          <p:cNvPr id="4" name="Grafik 3">
            <a:extLst>
              <a:ext uri="{FF2B5EF4-FFF2-40B4-BE49-F238E27FC236}">
                <a16:creationId xmlns:a16="http://schemas.microsoft.com/office/drawing/2014/main" id="{1C722A60-4FBA-C8E6-D104-5E8E94832F15}"/>
              </a:ext>
            </a:extLst>
          </p:cNvPr>
          <p:cNvPicPr>
            <a:picLocks noChangeAspect="1"/>
          </p:cNvPicPr>
          <p:nvPr userDrawn="1"/>
        </p:nvPicPr>
        <p:blipFill>
          <a:blip>
            <a:extLst>
              <a:ext uri="{96DAC541-7B7A-43D3-8B79-37D633B846F1}">
                <asvg:svgBlip xmlns:asvg="http://schemas.microsoft.com/office/drawing/2016/SVG/main" r:embed="rId5"/>
              </a:ext>
            </a:extLst>
          </a:blip>
          <a:srcRect t="-2177" b="-2062"/>
          <a:stretch>
            <a:fillRect/>
          </a:stretch>
        </p:blipFill>
        <p:spPr>
          <a:xfrm>
            <a:off x="11640769" y="125973"/>
            <a:ext cx="340594" cy="355039"/>
          </a:xfrm>
          <a:prstGeom prst="rect">
            <a:avLst/>
          </a:prstGeom>
        </p:spPr>
      </p:pic>
    </p:spTree>
    <p:extLst>
      <p:ext uri="{BB962C8B-B14F-4D97-AF65-F5344CB8AC3E}">
        <p14:creationId xmlns:p14="http://schemas.microsoft.com/office/powerpoint/2010/main" val="1039612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Agenda - up to 10">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0467359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0" y="125973"/>
            <a:ext cx="6537599"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9" name="Text Placeholder 3">
            <a:extLst>
              <a:ext uri="{FF2B5EF4-FFF2-40B4-BE49-F238E27FC236}">
                <a16:creationId xmlns:a16="http://schemas.microsoft.com/office/drawing/2014/main" id="{A987D97B-1355-4EC1-8648-D86C3C1E5E8B}"/>
              </a:ext>
            </a:extLst>
          </p:cNvPr>
          <p:cNvSpPr>
            <a:spLocks noGrp="1"/>
          </p:cNvSpPr>
          <p:nvPr>
            <p:ph type="body" sz="half" idx="2"/>
          </p:nvPr>
        </p:nvSpPr>
        <p:spPr>
          <a:xfrm>
            <a:off x="251999" y="1546213"/>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0" name="Text Placeholder 3">
            <a:extLst>
              <a:ext uri="{FF2B5EF4-FFF2-40B4-BE49-F238E27FC236}">
                <a16:creationId xmlns:a16="http://schemas.microsoft.com/office/drawing/2014/main" id="{77F0527B-65B0-4934-BA79-F6B3186E9A71}"/>
              </a:ext>
            </a:extLst>
          </p:cNvPr>
          <p:cNvSpPr>
            <a:spLocks noGrp="1"/>
          </p:cNvSpPr>
          <p:nvPr>
            <p:ph type="body" sz="half" idx="13"/>
          </p:nvPr>
        </p:nvSpPr>
        <p:spPr>
          <a:xfrm>
            <a:off x="251999" y="1986229"/>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1" name="Text Placeholder 3">
            <a:extLst>
              <a:ext uri="{FF2B5EF4-FFF2-40B4-BE49-F238E27FC236}">
                <a16:creationId xmlns:a16="http://schemas.microsoft.com/office/drawing/2014/main" id="{7820C3CF-B9C6-4256-A1A3-DD8D2F47B797}"/>
              </a:ext>
            </a:extLst>
          </p:cNvPr>
          <p:cNvSpPr>
            <a:spLocks noGrp="1"/>
          </p:cNvSpPr>
          <p:nvPr>
            <p:ph type="body" sz="half" idx="14"/>
          </p:nvPr>
        </p:nvSpPr>
        <p:spPr>
          <a:xfrm>
            <a:off x="251999" y="2426245"/>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2" name="Text Placeholder 3">
            <a:extLst>
              <a:ext uri="{FF2B5EF4-FFF2-40B4-BE49-F238E27FC236}">
                <a16:creationId xmlns:a16="http://schemas.microsoft.com/office/drawing/2014/main" id="{082721D2-093E-4AB6-A1EC-DA356C0D9E77}"/>
              </a:ext>
            </a:extLst>
          </p:cNvPr>
          <p:cNvSpPr>
            <a:spLocks noGrp="1"/>
          </p:cNvSpPr>
          <p:nvPr>
            <p:ph type="body" sz="half" idx="15"/>
          </p:nvPr>
        </p:nvSpPr>
        <p:spPr>
          <a:xfrm>
            <a:off x="251999" y="2866261"/>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3" name="Text Placeholder 3">
            <a:extLst>
              <a:ext uri="{FF2B5EF4-FFF2-40B4-BE49-F238E27FC236}">
                <a16:creationId xmlns:a16="http://schemas.microsoft.com/office/drawing/2014/main" id="{34736582-7DD1-4206-9200-FD8C7ED4836E}"/>
              </a:ext>
            </a:extLst>
          </p:cNvPr>
          <p:cNvSpPr>
            <a:spLocks noGrp="1"/>
          </p:cNvSpPr>
          <p:nvPr>
            <p:ph type="body" sz="half" idx="16"/>
          </p:nvPr>
        </p:nvSpPr>
        <p:spPr>
          <a:xfrm>
            <a:off x="251999" y="3306277"/>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4" name="Text Placeholder 3">
            <a:extLst>
              <a:ext uri="{FF2B5EF4-FFF2-40B4-BE49-F238E27FC236}">
                <a16:creationId xmlns:a16="http://schemas.microsoft.com/office/drawing/2014/main" id="{9A43FD93-7957-42E6-AC72-67B155874232}"/>
              </a:ext>
            </a:extLst>
          </p:cNvPr>
          <p:cNvSpPr>
            <a:spLocks noGrp="1"/>
          </p:cNvSpPr>
          <p:nvPr>
            <p:ph type="body" sz="half" idx="17"/>
          </p:nvPr>
        </p:nvSpPr>
        <p:spPr>
          <a:xfrm>
            <a:off x="251999" y="5506358"/>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23"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17" name="Text Placeholder 3">
            <a:extLst>
              <a:ext uri="{FF2B5EF4-FFF2-40B4-BE49-F238E27FC236}">
                <a16:creationId xmlns:a16="http://schemas.microsoft.com/office/drawing/2014/main" id="{082721D2-093E-4AB6-A1EC-DA356C0D9E77}"/>
              </a:ext>
            </a:extLst>
          </p:cNvPr>
          <p:cNvSpPr>
            <a:spLocks noGrp="1"/>
          </p:cNvSpPr>
          <p:nvPr>
            <p:ph type="body" sz="half" idx="18"/>
          </p:nvPr>
        </p:nvSpPr>
        <p:spPr>
          <a:xfrm>
            <a:off x="251999" y="3746293"/>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8" name="Text Placeholder 3">
            <a:extLst>
              <a:ext uri="{FF2B5EF4-FFF2-40B4-BE49-F238E27FC236}">
                <a16:creationId xmlns:a16="http://schemas.microsoft.com/office/drawing/2014/main" id="{34736582-7DD1-4206-9200-FD8C7ED4836E}"/>
              </a:ext>
            </a:extLst>
          </p:cNvPr>
          <p:cNvSpPr>
            <a:spLocks noGrp="1"/>
          </p:cNvSpPr>
          <p:nvPr>
            <p:ph type="body" sz="half" idx="19"/>
          </p:nvPr>
        </p:nvSpPr>
        <p:spPr>
          <a:xfrm>
            <a:off x="251999" y="4186309"/>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9" name="Text Placeholder 3">
            <a:extLst>
              <a:ext uri="{FF2B5EF4-FFF2-40B4-BE49-F238E27FC236}">
                <a16:creationId xmlns:a16="http://schemas.microsoft.com/office/drawing/2014/main" id="{34736582-7DD1-4206-9200-FD8C7ED4836E}"/>
              </a:ext>
            </a:extLst>
          </p:cNvPr>
          <p:cNvSpPr>
            <a:spLocks noGrp="1"/>
          </p:cNvSpPr>
          <p:nvPr>
            <p:ph type="body" sz="half" idx="20"/>
          </p:nvPr>
        </p:nvSpPr>
        <p:spPr>
          <a:xfrm>
            <a:off x="251999" y="4626325"/>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24" name="Text Placeholder 3">
            <a:extLst>
              <a:ext uri="{FF2B5EF4-FFF2-40B4-BE49-F238E27FC236}">
                <a16:creationId xmlns:a16="http://schemas.microsoft.com/office/drawing/2014/main" id="{34736582-7DD1-4206-9200-FD8C7ED4836E}"/>
              </a:ext>
            </a:extLst>
          </p:cNvPr>
          <p:cNvSpPr>
            <a:spLocks noGrp="1"/>
          </p:cNvSpPr>
          <p:nvPr>
            <p:ph type="body" sz="half" idx="21"/>
          </p:nvPr>
        </p:nvSpPr>
        <p:spPr>
          <a:xfrm>
            <a:off x="251999" y="5066341"/>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3" name="Bildplatzhalter 2">
            <a:extLst>
              <a:ext uri="{FF2B5EF4-FFF2-40B4-BE49-F238E27FC236}">
                <a16:creationId xmlns:a16="http://schemas.microsoft.com/office/drawing/2014/main" id="{9DC9AA2E-15F9-0D88-4C10-13405D900DAD}"/>
              </a:ext>
            </a:extLst>
          </p:cNvPr>
          <p:cNvSpPr>
            <a:spLocks noGrp="1"/>
          </p:cNvSpPr>
          <p:nvPr>
            <p:ph type="pic" sz="quarter" idx="12"/>
          </p:nvPr>
        </p:nvSpPr>
        <p:spPr>
          <a:xfrm>
            <a:off x="7158762" y="0"/>
            <a:ext cx="4203521" cy="6858000"/>
          </a:xfrm>
          <a:prstGeom prst="rect">
            <a:avLst/>
          </a:prstGeom>
        </p:spPr>
        <p:txBody>
          <a:bodyPr/>
          <a:lstStyle>
            <a:lvl1pPr marL="0" indent="0">
              <a:buNone/>
              <a:defRPr/>
            </a:lvl1pPr>
          </a:lstStyle>
          <a:p>
            <a:r>
              <a:rPr lang="de-DE"/>
              <a:t>Bild durch Klicken auf Symbol hinzufügen</a:t>
            </a:r>
            <a:endParaRPr lang="de-DE" dirty="0"/>
          </a:p>
        </p:txBody>
      </p:sp>
      <p:pic>
        <p:nvPicPr>
          <p:cNvPr id="4" name="Grafik 3">
            <a:extLst>
              <a:ext uri="{FF2B5EF4-FFF2-40B4-BE49-F238E27FC236}">
                <a16:creationId xmlns:a16="http://schemas.microsoft.com/office/drawing/2014/main" id="{DF040532-C423-6DC7-130B-B3E7B501BAA9}"/>
              </a:ext>
            </a:extLst>
          </p:cNvPr>
          <p:cNvPicPr>
            <a:picLocks noChangeAspect="1"/>
          </p:cNvPicPr>
          <p:nvPr userDrawn="1"/>
        </p:nvPicPr>
        <p:blipFill>
          <a:blip>
            <a:extLst>
              <a:ext uri="{96DAC541-7B7A-43D3-8B79-37D633B846F1}">
                <asvg:svgBlip xmlns:asvg="http://schemas.microsoft.com/office/drawing/2016/SVG/main" r:embed="rId5"/>
              </a:ext>
            </a:extLst>
          </a:blip>
          <a:srcRect t="-2177" b="-2062"/>
          <a:stretch>
            <a:fillRect/>
          </a:stretch>
        </p:blipFill>
        <p:spPr>
          <a:xfrm>
            <a:off x="11640769" y="125973"/>
            <a:ext cx="340594" cy="355039"/>
          </a:xfrm>
          <a:prstGeom prst="rect">
            <a:avLst/>
          </a:prstGeom>
        </p:spPr>
      </p:pic>
    </p:spTree>
    <p:extLst>
      <p:ext uri="{BB962C8B-B14F-4D97-AF65-F5344CB8AC3E}">
        <p14:creationId xmlns:p14="http://schemas.microsoft.com/office/powerpoint/2010/main" val="28524725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Agenda - up to 10 (highlighte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8055153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0" y="125973"/>
            <a:ext cx="6537600"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9" name="Text Placeholder 3">
            <a:extLst>
              <a:ext uri="{FF2B5EF4-FFF2-40B4-BE49-F238E27FC236}">
                <a16:creationId xmlns:a16="http://schemas.microsoft.com/office/drawing/2014/main" id="{A987D97B-1355-4EC1-8648-D86C3C1E5E8B}"/>
              </a:ext>
            </a:extLst>
          </p:cNvPr>
          <p:cNvSpPr>
            <a:spLocks noGrp="1"/>
          </p:cNvSpPr>
          <p:nvPr>
            <p:ph type="body" sz="half" idx="2"/>
          </p:nvPr>
        </p:nvSpPr>
        <p:spPr>
          <a:xfrm>
            <a:off x="251999" y="1546213"/>
            <a:ext cx="6537600" cy="360000"/>
          </a:xfrm>
          <a:prstGeom prst="rect">
            <a:avLst/>
          </a:prstGeom>
          <a:solidFill>
            <a:schemeClr val="accent3"/>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0" name="Text Placeholder 3">
            <a:extLst>
              <a:ext uri="{FF2B5EF4-FFF2-40B4-BE49-F238E27FC236}">
                <a16:creationId xmlns:a16="http://schemas.microsoft.com/office/drawing/2014/main" id="{77F0527B-65B0-4934-BA79-F6B3186E9A71}"/>
              </a:ext>
            </a:extLst>
          </p:cNvPr>
          <p:cNvSpPr>
            <a:spLocks noGrp="1"/>
          </p:cNvSpPr>
          <p:nvPr>
            <p:ph type="body" sz="half" idx="13"/>
          </p:nvPr>
        </p:nvSpPr>
        <p:spPr>
          <a:xfrm>
            <a:off x="251999" y="1986229"/>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1" name="Text Placeholder 3">
            <a:extLst>
              <a:ext uri="{FF2B5EF4-FFF2-40B4-BE49-F238E27FC236}">
                <a16:creationId xmlns:a16="http://schemas.microsoft.com/office/drawing/2014/main" id="{7820C3CF-B9C6-4256-A1A3-DD8D2F47B797}"/>
              </a:ext>
            </a:extLst>
          </p:cNvPr>
          <p:cNvSpPr>
            <a:spLocks noGrp="1"/>
          </p:cNvSpPr>
          <p:nvPr>
            <p:ph type="body" sz="half" idx="14"/>
          </p:nvPr>
        </p:nvSpPr>
        <p:spPr>
          <a:xfrm>
            <a:off x="251999" y="2426245"/>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2" name="Text Placeholder 3">
            <a:extLst>
              <a:ext uri="{FF2B5EF4-FFF2-40B4-BE49-F238E27FC236}">
                <a16:creationId xmlns:a16="http://schemas.microsoft.com/office/drawing/2014/main" id="{082721D2-093E-4AB6-A1EC-DA356C0D9E77}"/>
              </a:ext>
            </a:extLst>
          </p:cNvPr>
          <p:cNvSpPr>
            <a:spLocks noGrp="1"/>
          </p:cNvSpPr>
          <p:nvPr>
            <p:ph type="body" sz="half" idx="15"/>
          </p:nvPr>
        </p:nvSpPr>
        <p:spPr>
          <a:xfrm>
            <a:off x="251999" y="2866261"/>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3" name="Text Placeholder 3">
            <a:extLst>
              <a:ext uri="{FF2B5EF4-FFF2-40B4-BE49-F238E27FC236}">
                <a16:creationId xmlns:a16="http://schemas.microsoft.com/office/drawing/2014/main" id="{34736582-7DD1-4206-9200-FD8C7ED4836E}"/>
              </a:ext>
            </a:extLst>
          </p:cNvPr>
          <p:cNvSpPr>
            <a:spLocks noGrp="1"/>
          </p:cNvSpPr>
          <p:nvPr>
            <p:ph type="body" sz="half" idx="16"/>
          </p:nvPr>
        </p:nvSpPr>
        <p:spPr>
          <a:xfrm>
            <a:off x="251999" y="3306277"/>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4" name="Text Placeholder 3">
            <a:extLst>
              <a:ext uri="{FF2B5EF4-FFF2-40B4-BE49-F238E27FC236}">
                <a16:creationId xmlns:a16="http://schemas.microsoft.com/office/drawing/2014/main" id="{9A43FD93-7957-42E6-AC72-67B155874232}"/>
              </a:ext>
            </a:extLst>
          </p:cNvPr>
          <p:cNvSpPr>
            <a:spLocks noGrp="1"/>
          </p:cNvSpPr>
          <p:nvPr>
            <p:ph type="body" sz="half" idx="17"/>
          </p:nvPr>
        </p:nvSpPr>
        <p:spPr>
          <a:xfrm>
            <a:off x="251999" y="5506358"/>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23"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17" name="Text Placeholder 3">
            <a:extLst>
              <a:ext uri="{FF2B5EF4-FFF2-40B4-BE49-F238E27FC236}">
                <a16:creationId xmlns:a16="http://schemas.microsoft.com/office/drawing/2014/main" id="{082721D2-093E-4AB6-A1EC-DA356C0D9E77}"/>
              </a:ext>
            </a:extLst>
          </p:cNvPr>
          <p:cNvSpPr>
            <a:spLocks noGrp="1"/>
          </p:cNvSpPr>
          <p:nvPr>
            <p:ph type="body" sz="half" idx="18"/>
          </p:nvPr>
        </p:nvSpPr>
        <p:spPr>
          <a:xfrm>
            <a:off x="251999" y="3746293"/>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8" name="Text Placeholder 3">
            <a:extLst>
              <a:ext uri="{FF2B5EF4-FFF2-40B4-BE49-F238E27FC236}">
                <a16:creationId xmlns:a16="http://schemas.microsoft.com/office/drawing/2014/main" id="{34736582-7DD1-4206-9200-FD8C7ED4836E}"/>
              </a:ext>
            </a:extLst>
          </p:cNvPr>
          <p:cNvSpPr>
            <a:spLocks noGrp="1"/>
          </p:cNvSpPr>
          <p:nvPr>
            <p:ph type="body" sz="half" idx="19"/>
          </p:nvPr>
        </p:nvSpPr>
        <p:spPr>
          <a:xfrm>
            <a:off x="251999" y="4186309"/>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9" name="Text Placeholder 3">
            <a:extLst>
              <a:ext uri="{FF2B5EF4-FFF2-40B4-BE49-F238E27FC236}">
                <a16:creationId xmlns:a16="http://schemas.microsoft.com/office/drawing/2014/main" id="{34736582-7DD1-4206-9200-FD8C7ED4836E}"/>
              </a:ext>
            </a:extLst>
          </p:cNvPr>
          <p:cNvSpPr>
            <a:spLocks noGrp="1"/>
          </p:cNvSpPr>
          <p:nvPr>
            <p:ph type="body" sz="half" idx="20"/>
          </p:nvPr>
        </p:nvSpPr>
        <p:spPr>
          <a:xfrm>
            <a:off x="251999" y="4626325"/>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24" name="Text Placeholder 3">
            <a:extLst>
              <a:ext uri="{FF2B5EF4-FFF2-40B4-BE49-F238E27FC236}">
                <a16:creationId xmlns:a16="http://schemas.microsoft.com/office/drawing/2014/main" id="{34736582-7DD1-4206-9200-FD8C7ED4836E}"/>
              </a:ext>
            </a:extLst>
          </p:cNvPr>
          <p:cNvSpPr>
            <a:spLocks noGrp="1"/>
          </p:cNvSpPr>
          <p:nvPr>
            <p:ph type="body" sz="half" idx="21"/>
          </p:nvPr>
        </p:nvSpPr>
        <p:spPr>
          <a:xfrm>
            <a:off x="251999" y="5066341"/>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3" name="Bildplatzhalter 2">
            <a:extLst>
              <a:ext uri="{FF2B5EF4-FFF2-40B4-BE49-F238E27FC236}">
                <a16:creationId xmlns:a16="http://schemas.microsoft.com/office/drawing/2014/main" id="{AF56EA3F-1922-8872-9792-501999237C38}"/>
              </a:ext>
            </a:extLst>
          </p:cNvPr>
          <p:cNvSpPr>
            <a:spLocks noGrp="1"/>
          </p:cNvSpPr>
          <p:nvPr>
            <p:ph type="pic" sz="quarter" idx="12"/>
          </p:nvPr>
        </p:nvSpPr>
        <p:spPr>
          <a:xfrm>
            <a:off x="7158762" y="0"/>
            <a:ext cx="4203521" cy="6858000"/>
          </a:xfrm>
          <a:prstGeom prst="rect">
            <a:avLst/>
          </a:prstGeom>
        </p:spPr>
        <p:txBody>
          <a:bodyPr/>
          <a:lstStyle>
            <a:lvl1pPr marL="0" indent="0">
              <a:buNone/>
              <a:defRPr/>
            </a:lvl1pPr>
          </a:lstStyle>
          <a:p>
            <a:r>
              <a:rPr lang="de-DE"/>
              <a:t>Bild durch Klicken auf Symbol hinzufügen</a:t>
            </a:r>
            <a:endParaRPr lang="de-DE" dirty="0"/>
          </a:p>
        </p:txBody>
      </p:sp>
      <p:pic>
        <p:nvPicPr>
          <p:cNvPr id="4" name="Grafik 3">
            <a:extLst>
              <a:ext uri="{FF2B5EF4-FFF2-40B4-BE49-F238E27FC236}">
                <a16:creationId xmlns:a16="http://schemas.microsoft.com/office/drawing/2014/main" id="{3EEBF7B5-035D-015D-8C41-E74975E5CFAC}"/>
              </a:ext>
            </a:extLst>
          </p:cNvPr>
          <p:cNvPicPr>
            <a:picLocks noChangeAspect="1"/>
          </p:cNvPicPr>
          <p:nvPr userDrawn="1"/>
        </p:nvPicPr>
        <p:blipFill>
          <a:blip>
            <a:extLst>
              <a:ext uri="{96DAC541-7B7A-43D3-8B79-37D633B846F1}">
                <asvg:svgBlip xmlns:asvg="http://schemas.microsoft.com/office/drawing/2016/SVG/main" r:embed="rId5"/>
              </a:ext>
            </a:extLst>
          </a:blip>
          <a:srcRect t="-2177" b="-2062"/>
          <a:stretch>
            <a:fillRect/>
          </a:stretch>
        </p:blipFill>
        <p:spPr>
          <a:xfrm>
            <a:off x="11640769" y="125973"/>
            <a:ext cx="340594" cy="355039"/>
          </a:xfrm>
          <a:prstGeom prst="rect">
            <a:avLst/>
          </a:prstGeom>
        </p:spPr>
      </p:pic>
    </p:spTree>
    <p:extLst>
      <p:ext uri="{BB962C8B-B14F-4D97-AF65-F5344CB8AC3E}">
        <p14:creationId xmlns:p14="http://schemas.microsoft.com/office/powerpoint/2010/main" val="3944694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Headline only">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119000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1">
            <a:extLst>
              <a:ext uri="{FF2B5EF4-FFF2-40B4-BE49-F238E27FC236}">
                <a16:creationId xmlns:a16="http://schemas.microsoft.com/office/drawing/2014/main" id="{C3A4B30F-CB54-4958-AA03-FA9D00951BB3}"/>
              </a:ext>
            </a:extLst>
          </p:cNvPr>
          <p:cNvSpPr>
            <a:spLocks noGrp="1"/>
          </p:cNvSpPr>
          <p:nvPr>
            <p:ph type="title"/>
          </p:nvPr>
        </p:nvSpPr>
        <p:spPr>
          <a:xfrm>
            <a:off x="251999" y="125973"/>
            <a:ext cx="11688001"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pic>
        <p:nvPicPr>
          <p:cNvPr id="3" name="Grafik 2">
            <a:extLst>
              <a:ext uri="{FF2B5EF4-FFF2-40B4-BE49-F238E27FC236}">
                <a16:creationId xmlns:a16="http://schemas.microsoft.com/office/drawing/2014/main" id="{6E015888-9A5F-8494-A23E-1A1099C77F81}"/>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3241638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Headline &amp; 1 Conten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119000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1">
            <a:extLst>
              <a:ext uri="{FF2B5EF4-FFF2-40B4-BE49-F238E27FC236}">
                <a16:creationId xmlns:a16="http://schemas.microsoft.com/office/drawing/2014/main" id="{C3A4B30F-CB54-4958-AA03-FA9D00951BB3}"/>
              </a:ext>
            </a:extLst>
          </p:cNvPr>
          <p:cNvSpPr>
            <a:spLocks noGrp="1"/>
          </p:cNvSpPr>
          <p:nvPr>
            <p:ph type="title"/>
          </p:nvPr>
        </p:nvSpPr>
        <p:spPr>
          <a:xfrm>
            <a:off x="251999" y="125973"/>
            <a:ext cx="11688001"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800" smtClean="0">
                <a:solidFill>
                  <a:schemeClr val="accent1"/>
                </a:solidFill>
                <a:latin typeface="Arial" panose="020B0604020202020204" pitchFamily="34" charset="0"/>
                <a:cs typeface="Arial" panose="020B0604020202020204" pitchFamily="34" charset="0"/>
              </a:rPr>
              <a:t>‹Nr.›</a:t>
            </a:fld>
            <a:endParaRPr lang="de-DE" sz="1800" dirty="0">
              <a:solidFill>
                <a:schemeClr val="accent1"/>
              </a:solidFill>
              <a:latin typeface="Arial" panose="020B0604020202020204" pitchFamily="34" charset="0"/>
              <a:cs typeface="Arial" panose="020B0604020202020204" pitchFamily="34" charset="0"/>
            </a:endParaRPr>
          </a:p>
        </p:txBody>
      </p:sp>
      <p:sp>
        <p:nvSpPr>
          <p:cNvPr id="3" name="Inhaltsplatzhalter 2">
            <a:extLst>
              <a:ext uri="{FF2B5EF4-FFF2-40B4-BE49-F238E27FC236}">
                <a16:creationId xmlns:a16="http://schemas.microsoft.com/office/drawing/2014/main" id="{7AE187B7-3C71-4329-A7DD-F5D0438CE6B8}"/>
              </a:ext>
            </a:extLst>
          </p:cNvPr>
          <p:cNvSpPr>
            <a:spLocks noGrp="1"/>
          </p:cNvSpPr>
          <p:nvPr>
            <p:ph sz="quarter" idx="13"/>
          </p:nvPr>
        </p:nvSpPr>
        <p:spPr>
          <a:xfrm>
            <a:off x="251999" y="1454401"/>
            <a:ext cx="11642725" cy="4908300"/>
          </a:xfrm>
        </p:spPr>
        <p:txBody>
          <a:bodyPr/>
          <a:lstStyle>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pic>
        <p:nvPicPr>
          <p:cNvPr id="5" name="Grafik 4">
            <a:extLst>
              <a:ext uri="{FF2B5EF4-FFF2-40B4-BE49-F238E27FC236}">
                <a16:creationId xmlns:a16="http://schemas.microsoft.com/office/drawing/2014/main" id="{01053EC7-9585-5077-D1F9-4E591C9F8781}"/>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26568978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Headline &amp; 2 Contents">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8195527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3" name="Text Placeholder 2"/>
          <p:cNvSpPr>
            <a:spLocks noGrp="1"/>
          </p:cNvSpPr>
          <p:nvPr>
            <p:ph type="body" sz="quarter" idx="12"/>
          </p:nvPr>
        </p:nvSpPr>
        <p:spPr>
          <a:xfrm>
            <a:off x="251999" y="1455420"/>
            <a:ext cx="11729363" cy="4792980"/>
          </a:xfrm>
        </p:spPr>
        <p:txBody>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5pPr>
          </a:lstStyle>
          <a:p>
            <a:pPr marL="342900" marR="0" lvl="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a:pPr>
            <a:r>
              <a:rPr kumimoji="0" lang="de-DE" sz="2200" b="0" i="0" u="none" strike="noStrike" kern="1200" cap="none" spc="0" normalizeH="0" baseline="0" noProof="0">
                <a:ln>
                  <a:noFill/>
                </a:ln>
                <a:solidFill>
                  <a:srgbClr val="012656"/>
                </a:solidFill>
                <a:effectLst/>
                <a:uLnTx/>
                <a:uFillTx/>
                <a:latin typeface="+mj-lt"/>
                <a:ea typeface="+mn-ea"/>
                <a:cs typeface="+mn-cs"/>
              </a:rPr>
              <a:t>Mastertextformat bearbeiten</a:t>
            </a:r>
          </a:p>
        </p:txBody>
      </p:sp>
      <p:sp>
        <p:nvSpPr>
          <p:cNvPr id="14" name="Textfeld 14">
            <a:extLst>
              <a:ext uri="{FF2B5EF4-FFF2-40B4-BE49-F238E27FC236}">
                <a16:creationId xmlns:a16="http://schemas.microsoft.com/office/drawing/2014/main" id="{6D943558-3506-4F85-B733-47581F5662C7}"/>
              </a:ext>
            </a:extLst>
          </p:cNvPr>
          <p:cNvSpPr txBox="1"/>
          <p:nvPr userDrawn="1"/>
        </p:nvSpPr>
        <p:spPr>
          <a:xfrm>
            <a:off x="252000" y="6312233"/>
            <a:ext cx="351746" cy="304627"/>
          </a:xfrm>
          <a:prstGeom prst="rect">
            <a:avLst/>
          </a:prstGeom>
          <a:noFill/>
        </p:spPr>
        <p:txBody>
          <a:bodyPr wrap="none" lIns="0" tIns="0" rIns="0" bIns="0" rtlCol="0">
            <a:noAutofit/>
          </a:bodyPr>
          <a:lstStyle/>
          <a:p>
            <a:fld id="{2606D6E4-7A48-4190-B649-F3AD422062DD}" type="slidenum">
              <a:rPr lang="de-DE" sz="1600" smtClean="0">
                <a:solidFill>
                  <a:schemeClr val="accent1"/>
                </a:solidFill>
                <a:latin typeface="+mj-lt"/>
              </a:rPr>
              <a:t>‹Nr.›</a:t>
            </a:fld>
            <a:endParaRPr lang="de-DE" sz="400" dirty="0">
              <a:solidFill>
                <a:schemeClr val="accent1"/>
              </a:solidFill>
              <a:latin typeface="+mj-lt"/>
            </a:endParaRPr>
          </a:p>
        </p:txBody>
      </p:sp>
      <p:pic>
        <p:nvPicPr>
          <p:cNvPr id="5" name="Grafik 4">
            <a:extLst>
              <a:ext uri="{FF2B5EF4-FFF2-40B4-BE49-F238E27FC236}">
                <a16:creationId xmlns:a16="http://schemas.microsoft.com/office/drawing/2014/main" id="{A3A2326D-2D59-C192-CB73-E3BC627D47B3}"/>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Headline &amp; 2 Bild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2354351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25" name="Title 1">
            <a:extLst>
              <a:ext uri="{FF2B5EF4-FFF2-40B4-BE49-F238E27FC236}">
                <a16:creationId xmlns:a16="http://schemas.microsoft.com/office/drawing/2014/main" id="{5B2C26FD-8102-44F4-8593-4471DA5E528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3" name="Inhaltsplatzhalter 2">
            <a:extLst>
              <a:ext uri="{FF2B5EF4-FFF2-40B4-BE49-F238E27FC236}">
                <a16:creationId xmlns:a16="http://schemas.microsoft.com/office/drawing/2014/main" id="{A4C2B900-1DB4-4B2C-AD73-83C74E2626B6}"/>
              </a:ext>
            </a:extLst>
          </p:cNvPr>
          <p:cNvSpPr>
            <a:spLocks noGrp="1"/>
          </p:cNvSpPr>
          <p:nvPr>
            <p:ph sz="quarter" idx="14"/>
          </p:nvPr>
        </p:nvSpPr>
        <p:spPr>
          <a:xfrm>
            <a:off x="251322" y="6114850"/>
            <a:ext cx="5760000" cy="387243"/>
          </a:xfrm>
        </p:spPr>
        <p:txBody>
          <a:bodyPr/>
          <a:lstStyle>
            <a:lvl1pPr marL="0" indent="0">
              <a:buNone/>
              <a:defRPr/>
            </a:lvl1pPr>
          </a:lstStyle>
          <a:p>
            <a:pPr lvl="0"/>
            <a:r>
              <a:rPr lang="de-DE" sz="2200" b="1">
                <a:solidFill>
                  <a:schemeClr val="tx2"/>
                </a:solidFill>
              </a:rPr>
              <a:t>Mastertextformat bearbeiten</a:t>
            </a:r>
          </a:p>
        </p:txBody>
      </p:sp>
      <p:sp>
        <p:nvSpPr>
          <p:cNvPr id="15" name="Inhaltsplatzhalter 2">
            <a:extLst>
              <a:ext uri="{FF2B5EF4-FFF2-40B4-BE49-F238E27FC236}">
                <a16:creationId xmlns:a16="http://schemas.microsoft.com/office/drawing/2014/main" id="{3385CD3F-DE8F-496E-B3AA-99BC9644CD30}"/>
              </a:ext>
            </a:extLst>
          </p:cNvPr>
          <p:cNvSpPr>
            <a:spLocks noGrp="1"/>
          </p:cNvSpPr>
          <p:nvPr>
            <p:ph sz="quarter" idx="15"/>
          </p:nvPr>
        </p:nvSpPr>
        <p:spPr>
          <a:xfrm>
            <a:off x="6221362" y="6114850"/>
            <a:ext cx="5760000" cy="387243"/>
          </a:xfrm>
        </p:spPr>
        <p:txBody>
          <a:bodyPr/>
          <a:lstStyle>
            <a:lvl1pPr marL="0" indent="0">
              <a:buNone/>
              <a:defRPr/>
            </a:lvl1pPr>
          </a:lstStyle>
          <a:p>
            <a:pPr lvl="0"/>
            <a:r>
              <a:rPr lang="de-DE" sz="2200" b="1">
                <a:solidFill>
                  <a:schemeClr val="tx2"/>
                </a:solidFill>
              </a:rPr>
              <a:t>Mastertextformat bearbeiten</a:t>
            </a:r>
          </a:p>
        </p:txBody>
      </p:sp>
      <p:sp>
        <p:nvSpPr>
          <p:cNvPr id="5" name="Bildplatzhalter 2">
            <a:extLst>
              <a:ext uri="{FF2B5EF4-FFF2-40B4-BE49-F238E27FC236}">
                <a16:creationId xmlns:a16="http://schemas.microsoft.com/office/drawing/2014/main" id="{E54CD52F-2498-29DF-6638-6E99EB9D3403}"/>
              </a:ext>
            </a:extLst>
          </p:cNvPr>
          <p:cNvSpPr>
            <a:spLocks noGrp="1"/>
          </p:cNvSpPr>
          <p:nvPr>
            <p:ph type="pic" sz="quarter" idx="12"/>
          </p:nvPr>
        </p:nvSpPr>
        <p:spPr>
          <a:xfrm>
            <a:off x="252735" y="1296365"/>
            <a:ext cx="5758587" cy="4780344"/>
          </a:xfrm>
          <a:prstGeom prst="rect">
            <a:avLst/>
          </a:prstGeom>
        </p:spPr>
        <p:txBody>
          <a:bodyPr/>
          <a:lstStyle>
            <a:lvl1pPr marL="0" indent="0">
              <a:buNone/>
              <a:defRPr/>
            </a:lvl1pPr>
          </a:lstStyle>
          <a:p>
            <a:r>
              <a:rPr lang="de-DE"/>
              <a:t>Bild durch Klicken auf Symbol hinzufügen</a:t>
            </a:r>
            <a:endParaRPr lang="de-DE" dirty="0"/>
          </a:p>
        </p:txBody>
      </p:sp>
      <p:sp>
        <p:nvSpPr>
          <p:cNvPr id="6" name="Bildplatzhalter 2">
            <a:extLst>
              <a:ext uri="{FF2B5EF4-FFF2-40B4-BE49-F238E27FC236}">
                <a16:creationId xmlns:a16="http://schemas.microsoft.com/office/drawing/2014/main" id="{2847726C-9528-5523-7BE8-387B7438374B}"/>
              </a:ext>
            </a:extLst>
          </p:cNvPr>
          <p:cNvSpPr>
            <a:spLocks noGrp="1"/>
          </p:cNvSpPr>
          <p:nvPr>
            <p:ph type="pic" sz="quarter" idx="16"/>
          </p:nvPr>
        </p:nvSpPr>
        <p:spPr>
          <a:xfrm>
            <a:off x="6221362" y="1296365"/>
            <a:ext cx="5758587" cy="4780344"/>
          </a:xfrm>
          <a:prstGeom prst="rect">
            <a:avLst/>
          </a:prstGeom>
        </p:spPr>
        <p:txBody>
          <a:bodyPr/>
          <a:lstStyle>
            <a:lvl1pPr marL="0" indent="0">
              <a:buNone/>
              <a:defRPr/>
            </a:lvl1pPr>
          </a:lstStyle>
          <a:p>
            <a:r>
              <a:rPr lang="de-DE"/>
              <a:t>Bild durch Klicken auf Symbol hinzufügen</a:t>
            </a:r>
            <a:endParaRPr lang="de-DE" dirty="0"/>
          </a:p>
        </p:txBody>
      </p:sp>
      <p:pic>
        <p:nvPicPr>
          <p:cNvPr id="7" name="Grafik 6">
            <a:extLst>
              <a:ext uri="{FF2B5EF4-FFF2-40B4-BE49-F238E27FC236}">
                <a16:creationId xmlns:a16="http://schemas.microsoft.com/office/drawing/2014/main" id="{ACDB8551-B7E9-4647-CCEA-72AA502EBBA7}"/>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3527033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Headline &amp; 4 Bild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2354351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25" name="Title 1">
            <a:extLst>
              <a:ext uri="{FF2B5EF4-FFF2-40B4-BE49-F238E27FC236}">
                <a16:creationId xmlns:a16="http://schemas.microsoft.com/office/drawing/2014/main" id="{5B2C26FD-8102-44F4-8593-4471DA5E528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3" name="Inhaltsplatzhalter 2">
            <a:extLst>
              <a:ext uri="{FF2B5EF4-FFF2-40B4-BE49-F238E27FC236}">
                <a16:creationId xmlns:a16="http://schemas.microsoft.com/office/drawing/2014/main" id="{A4C2B900-1DB4-4B2C-AD73-83C74E2626B6}"/>
              </a:ext>
            </a:extLst>
          </p:cNvPr>
          <p:cNvSpPr>
            <a:spLocks noGrp="1"/>
          </p:cNvSpPr>
          <p:nvPr>
            <p:ph sz="quarter" idx="14"/>
          </p:nvPr>
        </p:nvSpPr>
        <p:spPr>
          <a:xfrm>
            <a:off x="251322" y="6114850"/>
            <a:ext cx="5760000" cy="387243"/>
          </a:xfrm>
        </p:spPr>
        <p:txBody>
          <a:bodyPr/>
          <a:lstStyle>
            <a:lvl1pPr marL="0" indent="0">
              <a:buNone/>
              <a:defRPr/>
            </a:lvl1pPr>
          </a:lstStyle>
          <a:p>
            <a:pPr lvl="0"/>
            <a:r>
              <a:rPr lang="de-DE" sz="2200" b="1">
                <a:solidFill>
                  <a:schemeClr val="tx2"/>
                </a:solidFill>
              </a:rPr>
              <a:t>Mastertextformat bearbeiten</a:t>
            </a:r>
          </a:p>
        </p:txBody>
      </p:sp>
      <p:sp>
        <p:nvSpPr>
          <p:cNvPr id="15" name="Inhaltsplatzhalter 2">
            <a:extLst>
              <a:ext uri="{FF2B5EF4-FFF2-40B4-BE49-F238E27FC236}">
                <a16:creationId xmlns:a16="http://schemas.microsoft.com/office/drawing/2014/main" id="{3385CD3F-DE8F-496E-B3AA-99BC9644CD30}"/>
              </a:ext>
            </a:extLst>
          </p:cNvPr>
          <p:cNvSpPr>
            <a:spLocks noGrp="1"/>
          </p:cNvSpPr>
          <p:nvPr>
            <p:ph sz="quarter" idx="15"/>
          </p:nvPr>
        </p:nvSpPr>
        <p:spPr>
          <a:xfrm>
            <a:off x="6221362" y="6114850"/>
            <a:ext cx="5760000" cy="387243"/>
          </a:xfrm>
        </p:spPr>
        <p:txBody>
          <a:bodyPr/>
          <a:lstStyle>
            <a:lvl1pPr marL="0" indent="0">
              <a:buNone/>
              <a:defRPr/>
            </a:lvl1pPr>
          </a:lstStyle>
          <a:p>
            <a:pPr lvl="0"/>
            <a:r>
              <a:rPr lang="de-DE" sz="2200" b="1">
                <a:solidFill>
                  <a:schemeClr val="tx2"/>
                </a:solidFill>
              </a:rPr>
              <a:t>Mastertextformat bearbeiten</a:t>
            </a:r>
          </a:p>
        </p:txBody>
      </p:sp>
      <p:sp>
        <p:nvSpPr>
          <p:cNvPr id="5" name="Bildplatzhalter 2">
            <a:extLst>
              <a:ext uri="{FF2B5EF4-FFF2-40B4-BE49-F238E27FC236}">
                <a16:creationId xmlns:a16="http://schemas.microsoft.com/office/drawing/2014/main" id="{E54CD52F-2498-29DF-6638-6E99EB9D3403}"/>
              </a:ext>
            </a:extLst>
          </p:cNvPr>
          <p:cNvSpPr>
            <a:spLocks noGrp="1"/>
          </p:cNvSpPr>
          <p:nvPr>
            <p:ph type="pic" sz="quarter" idx="12"/>
          </p:nvPr>
        </p:nvSpPr>
        <p:spPr>
          <a:xfrm>
            <a:off x="252735" y="1296365"/>
            <a:ext cx="5758587" cy="2018331"/>
          </a:xfrm>
          <a:prstGeom prst="rect">
            <a:avLst/>
          </a:prstGeom>
        </p:spPr>
        <p:txBody>
          <a:bodyPr/>
          <a:lstStyle>
            <a:lvl1pPr marL="0" indent="0">
              <a:buNone/>
              <a:defRPr/>
            </a:lvl1pPr>
          </a:lstStyle>
          <a:p>
            <a:r>
              <a:rPr lang="de-DE"/>
              <a:t>Bild durch Klicken auf Symbol hinzufügen</a:t>
            </a:r>
            <a:endParaRPr lang="de-DE" dirty="0"/>
          </a:p>
        </p:txBody>
      </p:sp>
      <p:sp>
        <p:nvSpPr>
          <p:cNvPr id="6" name="Bildplatzhalter 2">
            <a:extLst>
              <a:ext uri="{FF2B5EF4-FFF2-40B4-BE49-F238E27FC236}">
                <a16:creationId xmlns:a16="http://schemas.microsoft.com/office/drawing/2014/main" id="{2847726C-9528-5523-7BE8-387B7438374B}"/>
              </a:ext>
            </a:extLst>
          </p:cNvPr>
          <p:cNvSpPr>
            <a:spLocks noGrp="1"/>
          </p:cNvSpPr>
          <p:nvPr>
            <p:ph type="pic" sz="quarter" idx="16"/>
          </p:nvPr>
        </p:nvSpPr>
        <p:spPr>
          <a:xfrm>
            <a:off x="6221362" y="1296365"/>
            <a:ext cx="5758587" cy="2018331"/>
          </a:xfrm>
          <a:prstGeom prst="rect">
            <a:avLst/>
          </a:prstGeom>
        </p:spPr>
        <p:txBody>
          <a:bodyPr/>
          <a:lstStyle>
            <a:lvl1pPr marL="0" indent="0">
              <a:buNone/>
              <a:defRPr/>
            </a:lvl1pPr>
          </a:lstStyle>
          <a:p>
            <a:r>
              <a:rPr lang="de-DE"/>
              <a:t>Bild durch Klicken auf Symbol hinzufügen</a:t>
            </a:r>
            <a:endParaRPr lang="de-DE" dirty="0"/>
          </a:p>
        </p:txBody>
      </p:sp>
      <p:sp>
        <p:nvSpPr>
          <p:cNvPr id="7" name="Inhaltsplatzhalter 2">
            <a:extLst>
              <a:ext uri="{FF2B5EF4-FFF2-40B4-BE49-F238E27FC236}">
                <a16:creationId xmlns:a16="http://schemas.microsoft.com/office/drawing/2014/main" id="{924AB3C2-C685-954D-9A4B-433018167DD0}"/>
              </a:ext>
            </a:extLst>
          </p:cNvPr>
          <p:cNvSpPr>
            <a:spLocks noGrp="1"/>
          </p:cNvSpPr>
          <p:nvPr>
            <p:ph sz="quarter" idx="17"/>
          </p:nvPr>
        </p:nvSpPr>
        <p:spPr>
          <a:xfrm>
            <a:off x="251322" y="3379427"/>
            <a:ext cx="5760000" cy="387243"/>
          </a:xfrm>
        </p:spPr>
        <p:txBody>
          <a:bodyPr/>
          <a:lstStyle>
            <a:lvl1pPr marL="0" indent="0">
              <a:buNone/>
              <a:defRPr/>
            </a:lvl1pPr>
          </a:lstStyle>
          <a:p>
            <a:pPr lvl="0"/>
            <a:r>
              <a:rPr lang="de-DE" sz="2200" b="1">
                <a:solidFill>
                  <a:schemeClr val="tx2"/>
                </a:solidFill>
              </a:rPr>
              <a:t>Mastertextformat bearbeiten</a:t>
            </a:r>
          </a:p>
        </p:txBody>
      </p:sp>
      <p:sp>
        <p:nvSpPr>
          <p:cNvPr id="8" name="Inhaltsplatzhalter 2">
            <a:extLst>
              <a:ext uri="{FF2B5EF4-FFF2-40B4-BE49-F238E27FC236}">
                <a16:creationId xmlns:a16="http://schemas.microsoft.com/office/drawing/2014/main" id="{58FB0C46-1A84-E4F6-E929-9E3FC399462B}"/>
              </a:ext>
            </a:extLst>
          </p:cNvPr>
          <p:cNvSpPr>
            <a:spLocks noGrp="1"/>
          </p:cNvSpPr>
          <p:nvPr>
            <p:ph sz="quarter" idx="18"/>
          </p:nvPr>
        </p:nvSpPr>
        <p:spPr>
          <a:xfrm>
            <a:off x="6221362" y="3379427"/>
            <a:ext cx="5760000" cy="387243"/>
          </a:xfrm>
        </p:spPr>
        <p:txBody>
          <a:bodyPr/>
          <a:lstStyle>
            <a:lvl1pPr marL="0" indent="0">
              <a:buNone/>
              <a:defRPr/>
            </a:lvl1pPr>
          </a:lstStyle>
          <a:p>
            <a:pPr lvl="0"/>
            <a:r>
              <a:rPr lang="de-DE" sz="2200" b="1">
                <a:solidFill>
                  <a:schemeClr val="tx2"/>
                </a:solidFill>
              </a:rPr>
              <a:t>Mastertextformat bearbeiten</a:t>
            </a:r>
          </a:p>
        </p:txBody>
      </p:sp>
      <p:sp>
        <p:nvSpPr>
          <p:cNvPr id="9" name="Bildplatzhalter 2">
            <a:extLst>
              <a:ext uri="{FF2B5EF4-FFF2-40B4-BE49-F238E27FC236}">
                <a16:creationId xmlns:a16="http://schemas.microsoft.com/office/drawing/2014/main" id="{B2C42B94-F9C4-15BB-8BA6-25AB95C55391}"/>
              </a:ext>
            </a:extLst>
          </p:cNvPr>
          <p:cNvSpPr>
            <a:spLocks noGrp="1"/>
          </p:cNvSpPr>
          <p:nvPr>
            <p:ph type="pic" sz="quarter" idx="19"/>
          </p:nvPr>
        </p:nvSpPr>
        <p:spPr>
          <a:xfrm>
            <a:off x="251322" y="4011601"/>
            <a:ext cx="5758587" cy="2018331"/>
          </a:xfrm>
          <a:prstGeom prst="rect">
            <a:avLst/>
          </a:prstGeom>
        </p:spPr>
        <p:txBody>
          <a:bodyPr/>
          <a:lstStyle>
            <a:lvl1pPr marL="0" indent="0">
              <a:buNone/>
              <a:defRPr/>
            </a:lvl1pPr>
          </a:lstStyle>
          <a:p>
            <a:r>
              <a:rPr lang="de-DE"/>
              <a:t>Bild durch Klicken auf Symbol hinzufügen</a:t>
            </a:r>
            <a:endParaRPr lang="de-DE" dirty="0"/>
          </a:p>
        </p:txBody>
      </p:sp>
      <p:sp>
        <p:nvSpPr>
          <p:cNvPr id="10" name="Bildplatzhalter 2">
            <a:extLst>
              <a:ext uri="{FF2B5EF4-FFF2-40B4-BE49-F238E27FC236}">
                <a16:creationId xmlns:a16="http://schemas.microsoft.com/office/drawing/2014/main" id="{4568820A-61B2-6E29-F964-18252840B35C}"/>
              </a:ext>
            </a:extLst>
          </p:cNvPr>
          <p:cNvSpPr>
            <a:spLocks noGrp="1"/>
          </p:cNvSpPr>
          <p:nvPr>
            <p:ph type="pic" sz="quarter" idx="20"/>
          </p:nvPr>
        </p:nvSpPr>
        <p:spPr>
          <a:xfrm>
            <a:off x="6219949" y="4011601"/>
            <a:ext cx="5758587" cy="2018331"/>
          </a:xfrm>
          <a:prstGeom prst="rect">
            <a:avLst/>
          </a:prstGeom>
        </p:spPr>
        <p:txBody>
          <a:bodyPr/>
          <a:lstStyle>
            <a:lvl1pPr marL="0" indent="0">
              <a:buNone/>
              <a:defRPr/>
            </a:lvl1pPr>
          </a:lstStyle>
          <a:p>
            <a:r>
              <a:rPr lang="de-DE"/>
              <a:t>Bild durch Klicken auf Symbol hinzufügen</a:t>
            </a:r>
            <a:endParaRPr lang="de-DE" dirty="0"/>
          </a:p>
        </p:txBody>
      </p:sp>
      <p:pic>
        <p:nvPicPr>
          <p:cNvPr id="11" name="Grafik 10">
            <a:extLst>
              <a:ext uri="{FF2B5EF4-FFF2-40B4-BE49-F238E27FC236}">
                <a16:creationId xmlns:a16="http://schemas.microsoft.com/office/drawing/2014/main" id="{F57CC41D-AAD0-75A1-C4DE-E00AAA2BDDEB}"/>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6284737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Headline &amp; 3 Bild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2354351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25" name="Title 1">
            <a:extLst>
              <a:ext uri="{FF2B5EF4-FFF2-40B4-BE49-F238E27FC236}">
                <a16:creationId xmlns:a16="http://schemas.microsoft.com/office/drawing/2014/main" id="{5B2C26FD-8102-44F4-8593-4471DA5E528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3" name="Inhaltsplatzhalter 2">
            <a:extLst>
              <a:ext uri="{FF2B5EF4-FFF2-40B4-BE49-F238E27FC236}">
                <a16:creationId xmlns:a16="http://schemas.microsoft.com/office/drawing/2014/main" id="{A4C2B900-1DB4-4B2C-AD73-83C74E2626B6}"/>
              </a:ext>
            </a:extLst>
          </p:cNvPr>
          <p:cNvSpPr>
            <a:spLocks noGrp="1"/>
          </p:cNvSpPr>
          <p:nvPr>
            <p:ph sz="quarter" idx="14"/>
          </p:nvPr>
        </p:nvSpPr>
        <p:spPr>
          <a:xfrm>
            <a:off x="251322" y="6114850"/>
            <a:ext cx="3705807" cy="387243"/>
          </a:xfrm>
        </p:spPr>
        <p:txBody>
          <a:bodyPr/>
          <a:lstStyle>
            <a:lvl1pPr marL="0" indent="0">
              <a:buNone/>
              <a:defRPr/>
            </a:lvl1pPr>
          </a:lstStyle>
          <a:p>
            <a:pPr lvl="0"/>
            <a:r>
              <a:rPr lang="de-DE" sz="2200" b="1">
                <a:solidFill>
                  <a:schemeClr val="tx2"/>
                </a:solidFill>
              </a:rPr>
              <a:t>Mastertextformat bearbeiten</a:t>
            </a:r>
          </a:p>
        </p:txBody>
      </p:sp>
      <p:sp>
        <p:nvSpPr>
          <p:cNvPr id="15" name="Inhaltsplatzhalter 2">
            <a:extLst>
              <a:ext uri="{FF2B5EF4-FFF2-40B4-BE49-F238E27FC236}">
                <a16:creationId xmlns:a16="http://schemas.microsoft.com/office/drawing/2014/main" id="{3385CD3F-DE8F-496E-B3AA-99BC9644CD30}"/>
              </a:ext>
            </a:extLst>
          </p:cNvPr>
          <p:cNvSpPr>
            <a:spLocks noGrp="1"/>
          </p:cNvSpPr>
          <p:nvPr>
            <p:ph sz="quarter" idx="15"/>
          </p:nvPr>
        </p:nvSpPr>
        <p:spPr>
          <a:xfrm>
            <a:off x="4173889" y="6114850"/>
            <a:ext cx="3794650" cy="387243"/>
          </a:xfrm>
        </p:spPr>
        <p:txBody>
          <a:bodyPr/>
          <a:lstStyle>
            <a:lvl1pPr marL="0" indent="0">
              <a:buNone/>
              <a:defRPr/>
            </a:lvl1pPr>
          </a:lstStyle>
          <a:p>
            <a:pPr lvl="0"/>
            <a:r>
              <a:rPr lang="de-DE" sz="2200" b="1">
                <a:solidFill>
                  <a:schemeClr val="tx2"/>
                </a:solidFill>
              </a:rPr>
              <a:t>Mastertextformat bearbeiten</a:t>
            </a:r>
          </a:p>
        </p:txBody>
      </p:sp>
      <p:sp>
        <p:nvSpPr>
          <p:cNvPr id="5" name="Bildplatzhalter 2">
            <a:extLst>
              <a:ext uri="{FF2B5EF4-FFF2-40B4-BE49-F238E27FC236}">
                <a16:creationId xmlns:a16="http://schemas.microsoft.com/office/drawing/2014/main" id="{E54CD52F-2498-29DF-6638-6E99EB9D3403}"/>
              </a:ext>
            </a:extLst>
          </p:cNvPr>
          <p:cNvSpPr>
            <a:spLocks noGrp="1"/>
          </p:cNvSpPr>
          <p:nvPr>
            <p:ph type="pic" sz="quarter" idx="12"/>
          </p:nvPr>
        </p:nvSpPr>
        <p:spPr>
          <a:xfrm>
            <a:off x="252735" y="1296365"/>
            <a:ext cx="3705807" cy="4780344"/>
          </a:xfrm>
          <a:prstGeom prst="rect">
            <a:avLst/>
          </a:prstGeom>
        </p:spPr>
        <p:txBody>
          <a:bodyPr/>
          <a:lstStyle>
            <a:lvl1pPr marL="0" indent="0">
              <a:buNone/>
              <a:defRPr/>
            </a:lvl1pPr>
          </a:lstStyle>
          <a:p>
            <a:r>
              <a:rPr lang="de-DE"/>
              <a:t>Bild durch Klicken auf Symbol hinzufügen</a:t>
            </a:r>
            <a:endParaRPr lang="de-DE" dirty="0"/>
          </a:p>
        </p:txBody>
      </p:sp>
      <p:sp>
        <p:nvSpPr>
          <p:cNvPr id="6" name="Bildplatzhalter 2">
            <a:extLst>
              <a:ext uri="{FF2B5EF4-FFF2-40B4-BE49-F238E27FC236}">
                <a16:creationId xmlns:a16="http://schemas.microsoft.com/office/drawing/2014/main" id="{2847726C-9528-5523-7BE8-387B7438374B}"/>
              </a:ext>
            </a:extLst>
          </p:cNvPr>
          <p:cNvSpPr>
            <a:spLocks noGrp="1"/>
          </p:cNvSpPr>
          <p:nvPr>
            <p:ph type="pic" sz="quarter" idx="16"/>
          </p:nvPr>
        </p:nvSpPr>
        <p:spPr>
          <a:xfrm>
            <a:off x="4173889" y="1296365"/>
            <a:ext cx="3794650" cy="4780344"/>
          </a:xfrm>
          <a:prstGeom prst="rect">
            <a:avLst/>
          </a:prstGeom>
        </p:spPr>
        <p:txBody>
          <a:bodyPr/>
          <a:lstStyle>
            <a:lvl1pPr marL="0" indent="0">
              <a:buNone/>
              <a:defRPr/>
            </a:lvl1pPr>
          </a:lstStyle>
          <a:p>
            <a:r>
              <a:rPr lang="de-DE"/>
              <a:t>Bild durch Klicken auf Symbol hinzufügen</a:t>
            </a:r>
            <a:endParaRPr lang="de-DE" dirty="0"/>
          </a:p>
        </p:txBody>
      </p:sp>
      <p:sp>
        <p:nvSpPr>
          <p:cNvPr id="7" name="Inhaltsplatzhalter 2">
            <a:extLst>
              <a:ext uri="{FF2B5EF4-FFF2-40B4-BE49-F238E27FC236}">
                <a16:creationId xmlns:a16="http://schemas.microsoft.com/office/drawing/2014/main" id="{754F8DF3-CFAA-946B-0AA1-A3B6EF42EE9F}"/>
              </a:ext>
            </a:extLst>
          </p:cNvPr>
          <p:cNvSpPr>
            <a:spLocks noGrp="1"/>
          </p:cNvSpPr>
          <p:nvPr>
            <p:ph sz="quarter" idx="17"/>
          </p:nvPr>
        </p:nvSpPr>
        <p:spPr>
          <a:xfrm>
            <a:off x="8186713" y="6114850"/>
            <a:ext cx="3794650" cy="387243"/>
          </a:xfrm>
        </p:spPr>
        <p:txBody>
          <a:bodyPr/>
          <a:lstStyle>
            <a:lvl1pPr marL="0" indent="0">
              <a:buNone/>
              <a:defRPr/>
            </a:lvl1pPr>
          </a:lstStyle>
          <a:p>
            <a:pPr lvl="0"/>
            <a:r>
              <a:rPr lang="de-DE" sz="2200" b="1">
                <a:solidFill>
                  <a:schemeClr val="tx2"/>
                </a:solidFill>
              </a:rPr>
              <a:t>Mastertextformat bearbeiten</a:t>
            </a:r>
          </a:p>
        </p:txBody>
      </p:sp>
      <p:sp>
        <p:nvSpPr>
          <p:cNvPr id="8" name="Bildplatzhalter 2">
            <a:extLst>
              <a:ext uri="{FF2B5EF4-FFF2-40B4-BE49-F238E27FC236}">
                <a16:creationId xmlns:a16="http://schemas.microsoft.com/office/drawing/2014/main" id="{23863FAE-775B-92DE-6F8F-6B8998E96186}"/>
              </a:ext>
            </a:extLst>
          </p:cNvPr>
          <p:cNvSpPr>
            <a:spLocks noGrp="1"/>
          </p:cNvSpPr>
          <p:nvPr>
            <p:ph type="pic" sz="quarter" idx="18"/>
          </p:nvPr>
        </p:nvSpPr>
        <p:spPr>
          <a:xfrm>
            <a:off x="8186713" y="1296365"/>
            <a:ext cx="3794650" cy="4780344"/>
          </a:xfrm>
          <a:prstGeom prst="rect">
            <a:avLst/>
          </a:prstGeom>
        </p:spPr>
        <p:txBody>
          <a:bodyPr/>
          <a:lstStyle>
            <a:lvl1pPr marL="0" indent="0">
              <a:buNone/>
              <a:defRPr/>
            </a:lvl1pPr>
          </a:lstStyle>
          <a:p>
            <a:r>
              <a:rPr lang="de-DE"/>
              <a:t>Bild durch Klicken auf Symbol hinzufügen</a:t>
            </a:r>
            <a:endParaRPr lang="de-DE" dirty="0"/>
          </a:p>
        </p:txBody>
      </p:sp>
      <p:pic>
        <p:nvPicPr>
          <p:cNvPr id="9" name="Grafik 8">
            <a:extLst>
              <a:ext uri="{FF2B5EF4-FFF2-40B4-BE49-F238E27FC236}">
                <a16:creationId xmlns:a16="http://schemas.microsoft.com/office/drawing/2014/main" id="{91E65AC4-F37D-4273-2617-0B1624F7EC06}"/>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26781912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Headline &amp; 1 Content breit &amp; Foto">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6772112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1" y="125973"/>
            <a:ext cx="6405476"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3" name="Bildplatzhalter 2">
            <a:extLst>
              <a:ext uri="{FF2B5EF4-FFF2-40B4-BE49-F238E27FC236}">
                <a16:creationId xmlns:a16="http://schemas.microsoft.com/office/drawing/2014/main" id="{91F66210-61F0-46EC-AD26-B1F76DE3A770}"/>
              </a:ext>
            </a:extLst>
          </p:cNvPr>
          <p:cNvSpPr>
            <a:spLocks noGrp="1"/>
          </p:cNvSpPr>
          <p:nvPr>
            <p:ph type="pic" sz="quarter" idx="12"/>
          </p:nvPr>
        </p:nvSpPr>
        <p:spPr>
          <a:xfrm>
            <a:off x="7158762" y="0"/>
            <a:ext cx="4203521" cy="6858000"/>
          </a:xfrm>
          <a:prstGeom prst="rect">
            <a:avLst/>
          </a:prstGeom>
        </p:spPr>
        <p:txBody>
          <a:bodyPr/>
          <a:lstStyle>
            <a:lvl1pPr marL="0" indent="0">
              <a:buNone/>
              <a:defRPr/>
            </a:lvl1pPr>
          </a:lstStyle>
          <a:p>
            <a:r>
              <a:rPr lang="de-DE"/>
              <a:t>Bild durch Klicken auf Symbol hinzufügen</a:t>
            </a:r>
            <a:endParaRPr lang="de-DE" dirty="0"/>
          </a:p>
        </p:txBody>
      </p:sp>
      <p:sp>
        <p:nvSpPr>
          <p:cNvPr id="16"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5" name="Textplatzhalter 4">
            <a:extLst>
              <a:ext uri="{FF2B5EF4-FFF2-40B4-BE49-F238E27FC236}">
                <a16:creationId xmlns:a16="http://schemas.microsoft.com/office/drawing/2014/main" id="{AB4076EA-C4B9-49BB-B0CE-E410400A7D80}"/>
              </a:ext>
            </a:extLst>
          </p:cNvPr>
          <p:cNvSpPr>
            <a:spLocks noGrp="1"/>
          </p:cNvSpPr>
          <p:nvPr>
            <p:ph type="body" sz="quarter" idx="14"/>
          </p:nvPr>
        </p:nvSpPr>
        <p:spPr>
          <a:xfrm>
            <a:off x="252000" y="1455937"/>
            <a:ext cx="6406252" cy="516478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pic>
        <p:nvPicPr>
          <p:cNvPr id="6" name="Grafik 5">
            <a:extLst>
              <a:ext uri="{FF2B5EF4-FFF2-40B4-BE49-F238E27FC236}">
                <a16:creationId xmlns:a16="http://schemas.microsoft.com/office/drawing/2014/main" id="{B48653E5-466A-8D8D-4E91-191C4E9C7049}"/>
              </a:ext>
            </a:extLst>
          </p:cNvPr>
          <p:cNvPicPr>
            <a:picLocks noChangeAspect="1"/>
          </p:cNvPicPr>
          <p:nvPr userDrawn="1"/>
        </p:nvPicPr>
        <p:blipFill>
          <a:blip>
            <a:extLst>
              <a:ext uri="{96DAC541-7B7A-43D3-8B79-37D633B846F1}">
                <asvg:svgBlip xmlns:asvg="http://schemas.microsoft.com/office/drawing/2016/SVG/main" r:embed="rId5"/>
              </a:ext>
            </a:extLst>
          </a:blip>
          <a:srcRect t="-2177" b="-2062"/>
          <a:stretch>
            <a:fillRect/>
          </a:stretch>
        </p:blipFill>
        <p:spPr>
          <a:xfrm>
            <a:off x="11640769" y="125973"/>
            <a:ext cx="340594" cy="355039"/>
          </a:xfrm>
          <a:prstGeom prst="rect">
            <a:avLst/>
          </a:prstGeom>
        </p:spPr>
      </p:pic>
    </p:spTree>
    <p:extLst>
      <p:ext uri="{BB962C8B-B14F-4D97-AF65-F5344CB8AC3E}">
        <p14:creationId xmlns:p14="http://schemas.microsoft.com/office/powerpoint/2010/main" val="254342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Headline &amp; 1 Content &amp; Foto brei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6772112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0" y="125973"/>
            <a:ext cx="3716319"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16"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4" name="Bildplatzhalter 2">
            <a:extLst>
              <a:ext uri="{FF2B5EF4-FFF2-40B4-BE49-F238E27FC236}">
                <a16:creationId xmlns:a16="http://schemas.microsoft.com/office/drawing/2014/main" id="{3E851C3A-281E-653F-02B8-1D5C0CE37CC4}"/>
              </a:ext>
            </a:extLst>
          </p:cNvPr>
          <p:cNvSpPr>
            <a:spLocks noGrp="1"/>
          </p:cNvSpPr>
          <p:nvPr>
            <p:ph type="pic" sz="quarter" idx="12"/>
          </p:nvPr>
        </p:nvSpPr>
        <p:spPr>
          <a:xfrm>
            <a:off x="4270160" y="0"/>
            <a:ext cx="7921840" cy="6858000"/>
          </a:xfrm>
          <a:prstGeom prst="rect">
            <a:avLst/>
          </a:prstGeom>
        </p:spPr>
        <p:txBody>
          <a:bodyPr/>
          <a:lstStyle>
            <a:lvl1pPr marL="0" indent="0">
              <a:buNone/>
              <a:defRPr/>
            </a:lvl1pPr>
          </a:lstStyle>
          <a:p>
            <a:r>
              <a:rPr lang="de-DE"/>
              <a:t>Bild durch Klicken auf Symbol hinzufügen</a:t>
            </a:r>
            <a:endParaRPr lang="de-DE" dirty="0"/>
          </a:p>
        </p:txBody>
      </p:sp>
      <p:sp>
        <p:nvSpPr>
          <p:cNvPr id="6" name="Textplatzhalter 4">
            <a:extLst>
              <a:ext uri="{FF2B5EF4-FFF2-40B4-BE49-F238E27FC236}">
                <a16:creationId xmlns:a16="http://schemas.microsoft.com/office/drawing/2014/main" id="{5CC78C2A-3EFE-45C0-9AED-56F54CD8ABD8}"/>
              </a:ext>
            </a:extLst>
          </p:cNvPr>
          <p:cNvSpPr>
            <a:spLocks noGrp="1"/>
          </p:cNvSpPr>
          <p:nvPr>
            <p:ph type="body" sz="quarter" idx="14"/>
          </p:nvPr>
        </p:nvSpPr>
        <p:spPr>
          <a:xfrm>
            <a:off x="252000" y="1455937"/>
            <a:ext cx="3716319" cy="516478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Tree>
    <p:extLst>
      <p:ext uri="{BB962C8B-B14F-4D97-AF65-F5344CB8AC3E}">
        <p14:creationId xmlns:p14="http://schemas.microsoft.com/office/powerpoint/2010/main" val="41596404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Layout dunkel Headline &amp; Content schräg">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3A05E0CD-80E7-3597-5232-74A9A88BE148}"/>
              </a:ext>
            </a:extLst>
          </p:cNvPr>
          <p:cNvSpPr/>
          <p:nvPr userDrawn="1"/>
        </p:nvSpPr>
        <p:spPr>
          <a:xfrm>
            <a:off x="-1" y="0"/>
            <a:ext cx="12191999" cy="6857999"/>
          </a:xfrm>
          <a:prstGeom prst="rect">
            <a:avLst/>
          </a:prstGeom>
          <a:gradFill>
            <a:gsLst>
              <a:gs pos="23000">
                <a:srgbClr val="012656"/>
              </a:gs>
              <a:gs pos="80000">
                <a:srgbClr val="012656"/>
              </a:gs>
              <a:gs pos="50000">
                <a:srgbClr val="4472C4"/>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Bildplatzhalter 17">
            <a:extLst>
              <a:ext uri="{FF2B5EF4-FFF2-40B4-BE49-F238E27FC236}">
                <a16:creationId xmlns:a16="http://schemas.microsoft.com/office/drawing/2014/main" id="{7A424419-DAFB-406C-9547-457BF25E2F3F}"/>
              </a:ext>
            </a:extLst>
          </p:cNvPr>
          <p:cNvSpPr>
            <a:spLocks noGrp="1"/>
          </p:cNvSpPr>
          <p:nvPr>
            <p:ph type="pic" sz="quarter" idx="11"/>
          </p:nvPr>
        </p:nvSpPr>
        <p:spPr>
          <a:xfrm>
            <a:off x="6369539" y="-15631"/>
            <a:ext cx="5822460" cy="6889261"/>
          </a:xfrm>
          <a:custGeom>
            <a:avLst/>
            <a:gdLst>
              <a:gd name="connsiteX0" fmla="*/ 0 w 4974491"/>
              <a:gd name="connsiteY0" fmla="*/ 0 h 6858000"/>
              <a:gd name="connsiteX1" fmla="*/ 4974491 w 4974491"/>
              <a:gd name="connsiteY1" fmla="*/ 0 h 6858000"/>
              <a:gd name="connsiteX2" fmla="*/ 4974491 w 4974491"/>
              <a:gd name="connsiteY2" fmla="*/ 6858000 h 6858000"/>
              <a:gd name="connsiteX3" fmla="*/ 0 w 4974491"/>
              <a:gd name="connsiteY3" fmla="*/ 6858000 h 6858000"/>
              <a:gd name="connsiteX4" fmla="*/ 0 w 4974491"/>
              <a:gd name="connsiteY4" fmla="*/ 0 h 6858000"/>
              <a:gd name="connsiteX0" fmla="*/ 1348154 w 4974491"/>
              <a:gd name="connsiteY0" fmla="*/ 0 h 6869723"/>
              <a:gd name="connsiteX1" fmla="*/ 4974491 w 4974491"/>
              <a:gd name="connsiteY1" fmla="*/ 11723 h 6869723"/>
              <a:gd name="connsiteX2" fmla="*/ 4974491 w 4974491"/>
              <a:gd name="connsiteY2" fmla="*/ 6869723 h 6869723"/>
              <a:gd name="connsiteX3" fmla="*/ 0 w 4974491"/>
              <a:gd name="connsiteY3" fmla="*/ 6869723 h 6869723"/>
              <a:gd name="connsiteX4" fmla="*/ 1348154 w 4974491"/>
              <a:gd name="connsiteY4" fmla="*/ 0 h 6869723"/>
              <a:gd name="connsiteX0" fmla="*/ 2176585 w 5802922"/>
              <a:gd name="connsiteY0" fmla="*/ 0 h 6881446"/>
              <a:gd name="connsiteX1" fmla="*/ 5802922 w 5802922"/>
              <a:gd name="connsiteY1" fmla="*/ 11723 h 6881446"/>
              <a:gd name="connsiteX2" fmla="*/ 5802922 w 5802922"/>
              <a:gd name="connsiteY2" fmla="*/ 6869723 h 6881446"/>
              <a:gd name="connsiteX3" fmla="*/ 0 w 5802922"/>
              <a:gd name="connsiteY3" fmla="*/ 6881446 h 6881446"/>
              <a:gd name="connsiteX4" fmla="*/ 2176585 w 5802922"/>
              <a:gd name="connsiteY4" fmla="*/ 0 h 6881446"/>
              <a:gd name="connsiteX0" fmla="*/ 2196123 w 5822460"/>
              <a:gd name="connsiteY0" fmla="*/ 0 h 6885354"/>
              <a:gd name="connsiteX1" fmla="*/ 5822460 w 5822460"/>
              <a:gd name="connsiteY1" fmla="*/ 11723 h 6885354"/>
              <a:gd name="connsiteX2" fmla="*/ 5822460 w 5822460"/>
              <a:gd name="connsiteY2" fmla="*/ 6869723 h 6885354"/>
              <a:gd name="connsiteX3" fmla="*/ 0 w 5822460"/>
              <a:gd name="connsiteY3" fmla="*/ 6885354 h 6885354"/>
              <a:gd name="connsiteX4" fmla="*/ 2196123 w 5822460"/>
              <a:gd name="connsiteY4" fmla="*/ 0 h 6885354"/>
              <a:gd name="connsiteX0" fmla="*/ 2590800 w 5822460"/>
              <a:gd name="connsiteY0" fmla="*/ 0 h 6889261"/>
              <a:gd name="connsiteX1" fmla="*/ 5822460 w 5822460"/>
              <a:gd name="connsiteY1" fmla="*/ 15630 h 6889261"/>
              <a:gd name="connsiteX2" fmla="*/ 5822460 w 5822460"/>
              <a:gd name="connsiteY2" fmla="*/ 6873630 h 6889261"/>
              <a:gd name="connsiteX3" fmla="*/ 0 w 5822460"/>
              <a:gd name="connsiteY3" fmla="*/ 6889261 h 6889261"/>
              <a:gd name="connsiteX4" fmla="*/ 2590800 w 5822460"/>
              <a:gd name="connsiteY4" fmla="*/ 0 h 68892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22460" h="6889261">
                <a:moveTo>
                  <a:pt x="2590800" y="0"/>
                </a:moveTo>
                <a:lnTo>
                  <a:pt x="5822460" y="15630"/>
                </a:lnTo>
                <a:lnTo>
                  <a:pt x="5822460" y="6873630"/>
                </a:lnTo>
                <a:lnTo>
                  <a:pt x="0" y="6889261"/>
                </a:lnTo>
                <a:lnTo>
                  <a:pt x="2590800" y="0"/>
                </a:lnTo>
                <a:close/>
              </a:path>
            </a:pathLst>
          </a:custGeom>
          <a:solidFill>
            <a:schemeClr val="bg2"/>
          </a:solidFill>
        </p:spPr>
        <p:txBody>
          <a:bodyPr/>
          <a:lstStyle>
            <a:lvl1pPr marL="0" indent="0">
              <a:buNone/>
              <a:defRPr>
                <a:solidFill>
                  <a:schemeClr val="accent1"/>
                </a:solidFill>
                <a:latin typeface="+mj-lt"/>
              </a:defRPr>
            </a:lvl1pPr>
          </a:lstStyle>
          <a:p>
            <a:r>
              <a:rPr lang="de-DE"/>
              <a:t>Bild durch Klicken auf Symbol hinzufügen</a:t>
            </a:r>
            <a:endParaRPr lang="de-DE" dirty="0"/>
          </a:p>
        </p:txBody>
      </p:sp>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23418860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ctrTitle" hasCustomPrompt="1"/>
          </p:nvPr>
        </p:nvSpPr>
        <p:spPr>
          <a:xfrm>
            <a:off x="457200" y="1606062"/>
            <a:ext cx="6205415" cy="4372707"/>
          </a:xfrm>
          <a:prstGeom prst="rect">
            <a:avLst/>
          </a:prstGeom>
        </p:spPr>
        <p:txBody>
          <a:bodyPr lIns="90000" rIns="90000" anchor="t">
            <a:normAutofit/>
          </a:bodyPr>
          <a:lstStyle>
            <a:lvl1pPr algn="l">
              <a:defRPr sz="8000" b="1" spc="0" baseline="0">
                <a:solidFill>
                  <a:schemeClr val="bg1"/>
                </a:solidFill>
                <a:latin typeface="+mj-lt"/>
              </a:defRPr>
            </a:lvl1pPr>
          </a:lstStyle>
          <a:p>
            <a:r>
              <a:rPr lang="de-DE" dirty="0"/>
              <a:t>Headline</a:t>
            </a:r>
            <a:endParaRPr lang="en-US" dirty="0"/>
          </a:p>
        </p:txBody>
      </p:sp>
      <p:sp>
        <p:nvSpPr>
          <p:cNvPr id="7" name="Rechteck 6">
            <a:extLst>
              <a:ext uri="{FF2B5EF4-FFF2-40B4-BE49-F238E27FC236}">
                <a16:creationId xmlns:a16="http://schemas.microsoft.com/office/drawing/2014/main" id="{6EBBD200-1A8B-B613-0372-64B506A69692}"/>
              </a:ext>
            </a:extLst>
          </p:cNvPr>
          <p:cNvSpPr/>
          <p:nvPr userDrawn="1"/>
        </p:nvSpPr>
        <p:spPr>
          <a:xfrm rot="6637795">
            <a:off x="3930266" y="3273476"/>
            <a:ext cx="7469663" cy="294214"/>
          </a:xfrm>
          <a:prstGeom prst="rect">
            <a:avLst/>
          </a:prstGeom>
          <a:solidFill>
            <a:srgbClr val="548ECB">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Textplatzhalter 11">
            <a:extLst>
              <a:ext uri="{FF2B5EF4-FFF2-40B4-BE49-F238E27FC236}">
                <a16:creationId xmlns:a16="http://schemas.microsoft.com/office/drawing/2014/main" id="{2FBF3823-473F-87CF-A278-E2B06AFD4A3C}"/>
              </a:ext>
            </a:extLst>
          </p:cNvPr>
          <p:cNvSpPr>
            <a:spLocks noGrp="1"/>
          </p:cNvSpPr>
          <p:nvPr>
            <p:ph type="body" sz="quarter" idx="12" hasCustomPrompt="1"/>
          </p:nvPr>
        </p:nvSpPr>
        <p:spPr>
          <a:xfrm>
            <a:off x="527538" y="879231"/>
            <a:ext cx="7315200" cy="617078"/>
          </a:xfrm>
        </p:spPr>
        <p:txBody>
          <a:bodyPr/>
          <a:lstStyle>
            <a:lvl1pPr marL="0" indent="0">
              <a:buNone/>
              <a:defRPr b="1">
                <a:solidFill>
                  <a:schemeClr val="bg1"/>
                </a:solidFill>
              </a:defRPr>
            </a:lvl1pPr>
          </a:lstStyle>
          <a:p>
            <a:pPr lvl="0"/>
            <a:r>
              <a:rPr lang="de-DE" dirty="0"/>
              <a:t>Subheadline</a:t>
            </a:r>
          </a:p>
        </p:txBody>
      </p:sp>
      <p:pic>
        <p:nvPicPr>
          <p:cNvPr id="3" name="Grafik 2">
            <a:extLst>
              <a:ext uri="{FF2B5EF4-FFF2-40B4-BE49-F238E27FC236}">
                <a16:creationId xmlns:a16="http://schemas.microsoft.com/office/drawing/2014/main" id="{5D6E1C60-39BF-C3AB-7FB3-9AA99ECF2F9F}"/>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pic>
        <p:nvPicPr>
          <p:cNvPr id="8" name="Grafik 7">
            <a:extLst>
              <a:ext uri="{FF2B5EF4-FFF2-40B4-BE49-F238E27FC236}">
                <a16:creationId xmlns:a16="http://schemas.microsoft.com/office/drawing/2014/main" id="{9FA28CF5-2D12-C169-DD71-3C69D4ED1438}"/>
              </a:ext>
            </a:extLst>
          </p:cNvPr>
          <p:cNvPicPr>
            <a:picLocks noChangeAspect="1"/>
          </p:cNvPicPr>
          <p:nvPr userDrawn="1"/>
        </p:nvPicPr>
        <p:blipFill>
          <a:blip>
            <a:alphaModFix amt="8000"/>
            <a:extLst>
              <a:ext uri="{96DAC541-7B7A-43D3-8B79-37D633B846F1}">
                <asvg:svgBlip xmlns:asvg="http://schemas.microsoft.com/office/drawing/2016/SVG/main" r:embed="rId6"/>
              </a:ext>
            </a:extLst>
          </a:blip>
          <a:stretch>
            <a:fillRect/>
          </a:stretch>
        </p:blipFill>
        <p:spPr>
          <a:xfrm>
            <a:off x="316903" y="226420"/>
            <a:ext cx="6405158" cy="6405158"/>
          </a:xfrm>
          <a:prstGeom prst="rect">
            <a:avLst/>
          </a:prstGeom>
        </p:spPr>
      </p:pic>
    </p:spTree>
    <p:extLst>
      <p:ext uri="{BB962C8B-B14F-4D97-AF65-F5344CB8AC3E}">
        <p14:creationId xmlns:p14="http://schemas.microsoft.com/office/powerpoint/2010/main" val="32715677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Event Speaker">
    <p:bg>
      <p:bgPr>
        <a:gradFill>
          <a:gsLst>
            <a:gs pos="23000">
              <a:srgbClr val="012656"/>
            </a:gs>
            <a:gs pos="80000">
              <a:srgbClr val="012656"/>
            </a:gs>
            <a:gs pos="50000">
              <a:srgbClr val="4472C4"/>
            </a:gs>
          </a:gsLst>
          <a:lin ang="13800000" scaled="0"/>
        </a:gradFill>
        <a:effectLst/>
      </p:bgPr>
    </p:bg>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6BB3423F-8607-97C9-F2DB-43288E3BE6FD}"/>
              </a:ext>
            </a:extLst>
          </p:cNvPr>
          <p:cNvPicPr>
            <a:picLocks noChangeAspect="1"/>
          </p:cNvPicPr>
          <p:nvPr userDrawn="1"/>
        </p:nvPicPr>
        <p:blipFill>
          <a:blip>
            <a:alphaModFix amt="8000"/>
            <a:extLst>
              <a:ext uri="{96DAC541-7B7A-43D3-8B79-37D633B846F1}">
                <asvg:svgBlip xmlns:asvg="http://schemas.microsoft.com/office/drawing/2016/SVG/main" r:embed="rId2"/>
              </a:ext>
            </a:extLst>
          </a:blip>
          <a:stretch>
            <a:fillRect/>
          </a:stretch>
        </p:blipFill>
        <p:spPr>
          <a:xfrm>
            <a:off x="3345180" y="678180"/>
            <a:ext cx="5501640" cy="5501640"/>
          </a:xfrm>
          <a:prstGeom prst="rect">
            <a:avLst/>
          </a:prstGeom>
        </p:spPr>
      </p:pic>
    </p:spTree>
    <p:extLst>
      <p:ext uri="{BB962C8B-B14F-4D97-AF65-F5344CB8AC3E}">
        <p14:creationId xmlns:p14="http://schemas.microsoft.com/office/powerpoint/2010/main" val="23815236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_Headline + Bild">
    <p:spTree>
      <p:nvGrpSpPr>
        <p:cNvPr id="1" name=""/>
        <p:cNvGrpSpPr/>
        <p:nvPr/>
      </p:nvGrpSpPr>
      <p:grpSpPr>
        <a:xfrm>
          <a:off x="0" y="0"/>
          <a:ext cx="0" cy="0"/>
          <a:chOff x="0" y="0"/>
          <a:chExt cx="0" cy="0"/>
        </a:xfrm>
      </p:grpSpPr>
      <p:sp>
        <p:nvSpPr>
          <p:cNvPr id="20" name="Bildplatzhalter 17">
            <a:extLst>
              <a:ext uri="{FF2B5EF4-FFF2-40B4-BE49-F238E27FC236}">
                <a16:creationId xmlns:a16="http://schemas.microsoft.com/office/drawing/2014/main" id="{7A424419-DAFB-406C-9547-457BF25E2F3F}"/>
              </a:ext>
            </a:extLst>
          </p:cNvPr>
          <p:cNvSpPr>
            <a:spLocks noGrp="1"/>
          </p:cNvSpPr>
          <p:nvPr>
            <p:ph type="pic" sz="quarter" idx="11"/>
          </p:nvPr>
        </p:nvSpPr>
        <p:spPr>
          <a:xfrm>
            <a:off x="0" y="0"/>
            <a:ext cx="12192000" cy="6858000"/>
          </a:xfrm>
          <a:prstGeom prst="rect">
            <a:avLst/>
          </a:prstGeom>
          <a:solidFill>
            <a:schemeClr val="bg2"/>
          </a:solidFill>
        </p:spPr>
        <p:txBody>
          <a:bodyPr/>
          <a:lstStyle>
            <a:lvl1pPr marL="0" indent="0">
              <a:buNone/>
              <a:defRPr>
                <a:solidFill>
                  <a:schemeClr val="accent1"/>
                </a:solidFill>
                <a:latin typeface="+mj-lt"/>
              </a:defRPr>
            </a:lvl1pPr>
          </a:lstStyle>
          <a:p>
            <a:r>
              <a:rPr lang="de-DE"/>
              <a:t>Bild durch Klicken auf Symbol hinzufügen</a:t>
            </a:r>
            <a:endParaRPr lang="de-DE" dirty="0"/>
          </a:p>
        </p:txBody>
      </p:sp>
      <p:sp>
        <p:nvSpPr>
          <p:cNvPr id="24" name="Textplatzhalter 4">
            <a:extLst>
              <a:ext uri="{FF2B5EF4-FFF2-40B4-BE49-F238E27FC236}">
                <a16:creationId xmlns:a16="http://schemas.microsoft.com/office/drawing/2014/main" id="{FE466495-C3BB-EF56-B174-4557CA5C2A7B}"/>
              </a:ext>
            </a:extLst>
          </p:cNvPr>
          <p:cNvSpPr>
            <a:spLocks noGrp="1"/>
          </p:cNvSpPr>
          <p:nvPr>
            <p:ph type="body" sz="quarter" idx="14"/>
          </p:nvPr>
        </p:nvSpPr>
        <p:spPr>
          <a:xfrm>
            <a:off x="252000" y="1455937"/>
            <a:ext cx="5577300" cy="516478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25" name="Title 1">
            <a:extLst>
              <a:ext uri="{FF2B5EF4-FFF2-40B4-BE49-F238E27FC236}">
                <a16:creationId xmlns:a16="http://schemas.microsoft.com/office/drawing/2014/main" id="{B6D96523-888D-D241-2BD6-F9A21050FDDE}"/>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pic>
        <p:nvPicPr>
          <p:cNvPr id="2" name="Grafik 1">
            <a:extLst>
              <a:ext uri="{FF2B5EF4-FFF2-40B4-BE49-F238E27FC236}">
                <a16:creationId xmlns:a16="http://schemas.microsoft.com/office/drawing/2014/main" id="{1C40A896-FAD4-5BAD-DAC2-3AE48CD86DB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40232321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hank you">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23671520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9" imgH="360" progId="TCLayout.ActiveDocument.1">
                  <p:embed/>
                </p:oleObj>
              </mc:Choice>
              <mc:Fallback>
                <p:oleObj name="think-cell Slide" r:id="rId4" imgW="359" imgH="360"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p:cNvSpPr/>
          <p:nvPr userDrawn="1">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lnSpc>
                <a:spcPct val="80000"/>
              </a:lnSpc>
              <a:spcBef>
                <a:spcPct val="0"/>
              </a:spcBef>
              <a:spcAft>
                <a:spcPct val="0"/>
              </a:spcAft>
            </a:pPr>
            <a:endParaRPr lang="de-DE" sz="5000" b="1" i="0" baseline="0" dirty="0">
              <a:latin typeface="TitilliumText25L" panose="020B0604020202020204" charset="0"/>
              <a:ea typeface="+mj-ea"/>
              <a:cs typeface="+mj-cs"/>
              <a:sym typeface="TitilliumText25L" panose="020B0604020202020204" charset="0"/>
            </a:endParaRPr>
          </a:p>
        </p:txBody>
      </p:sp>
      <p:sp>
        <p:nvSpPr>
          <p:cNvPr id="10" name="Rectangle 9"/>
          <p:cNvSpPr/>
          <p:nvPr userDrawn="1"/>
        </p:nvSpPr>
        <p:spPr>
          <a:xfrm>
            <a:off x="8229600" y="4699000"/>
            <a:ext cx="381000" cy="16098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 name="Title 1"/>
          <p:cNvSpPr>
            <a:spLocks noGrp="1"/>
          </p:cNvSpPr>
          <p:nvPr>
            <p:ph type="ctrTitle" hasCustomPrompt="1"/>
          </p:nvPr>
        </p:nvSpPr>
        <p:spPr>
          <a:xfrm>
            <a:off x="457200" y="4845837"/>
            <a:ext cx="11163300" cy="669592"/>
          </a:xfrm>
          <a:prstGeom prst="rect">
            <a:avLst/>
          </a:prstGeom>
        </p:spPr>
        <p:txBody>
          <a:bodyPr lIns="90000" rIns="90000" anchor="t">
            <a:noAutofit/>
          </a:bodyPr>
          <a:lstStyle>
            <a:lvl1pPr algn="l">
              <a:defRPr sz="5000" b="1" spc="0" baseline="0">
                <a:solidFill>
                  <a:schemeClr val="accent1"/>
                </a:solidFill>
                <a:latin typeface="+mj-lt"/>
              </a:defRPr>
            </a:lvl1pPr>
          </a:lstStyle>
          <a:p>
            <a:r>
              <a:rPr lang="de-DE" dirty="0"/>
              <a:t>Thank you!</a:t>
            </a:r>
            <a:endParaRPr lang="en-US" dirty="0"/>
          </a:p>
        </p:txBody>
      </p:sp>
      <p:sp>
        <p:nvSpPr>
          <p:cNvPr id="3" name="Subtitle 2"/>
          <p:cNvSpPr>
            <a:spLocks noGrp="1"/>
          </p:cNvSpPr>
          <p:nvPr>
            <p:ph type="subTitle" idx="1" hasCustomPrompt="1"/>
          </p:nvPr>
        </p:nvSpPr>
        <p:spPr>
          <a:xfrm>
            <a:off x="457200" y="5515429"/>
            <a:ext cx="11163300" cy="793448"/>
          </a:xfrm>
          <a:prstGeom prst="rect">
            <a:avLst/>
          </a:prstGeom>
        </p:spPr>
        <p:txBody>
          <a:bodyPr lIns="91440" rIns="91440" anchor="t">
            <a:noAutofit/>
          </a:bodyPr>
          <a:lstStyle>
            <a:lvl1pPr marL="0" indent="0" algn="l">
              <a:lnSpc>
                <a:spcPct val="100000"/>
              </a:lnSpc>
              <a:spcBef>
                <a:spcPts val="0"/>
              </a:spcBef>
              <a:buNone/>
              <a:defRPr sz="2200">
                <a:solidFill>
                  <a:schemeClr val="accent1"/>
                </a:solidFill>
                <a:latin typeface="+mj-lt"/>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de-DE" dirty="0"/>
              <a:t>Kontakt</a:t>
            </a:r>
            <a:endParaRPr lang="en-US" dirty="0"/>
          </a:p>
        </p:txBody>
      </p:sp>
      <p:sp>
        <p:nvSpPr>
          <p:cNvPr id="20" name="Bildplatzhalter 17">
            <a:extLst>
              <a:ext uri="{FF2B5EF4-FFF2-40B4-BE49-F238E27FC236}">
                <a16:creationId xmlns:a16="http://schemas.microsoft.com/office/drawing/2014/main" id="{7A424419-DAFB-406C-9547-457BF25E2F3F}"/>
              </a:ext>
            </a:extLst>
          </p:cNvPr>
          <p:cNvSpPr>
            <a:spLocks noGrp="1"/>
          </p:cNvSpPr>
          <p:nvPr>
            <p:ph type="pic" sz="quarter" idx="11"/>
          </p:nvPr>
        </p:nvSpPr>
        <p:spPr>
          <a:xfrm>
            <a:off x="0" y="0"/>
            <a:ext cx="12192000" cy="4572000"/>
          </a:xfrm>
          <a:prstGeom prst="rect">
            <a:avLst/>
          </a:prstGeom>
          <a:solidFill>
            <a:schemeClr val="bg2"/>
          </a:solidFill>
        </p:spPr>
        <p:txBody>
          <a:bodyPr/>
          <a:lstStyle>
            <a:lvl1pPr marL="0" indent="0">
              <a:buNone/>
              <a:defRPr>
                <a:solidFill>
                  <a:schemeClr val="accent1"/>
                </a:solidFill>
                <a:latin typeface="+mj-lt"/>
              </a:defRPr>
            </a:lvl1pPr>
          </a:lstStyle>
          <a:p>
            <a:r>
              <a:rPr lang="de-DE"/>
              <a:t>Bild durch Klicken auf Symbol hinzufügen</a:t>
            </a:r>
            <a:endParaRPr lang="de-DE" dirty="0"/>
          </a:p>
        </p:txBody>
      </p:sp>
      <p:pic>
        <p:nvPicPr>
          <p:cNvPr id="7" name="Grafik 6">
            <a:extLst>
              <a:ext uri="{FF2B5EF4-FFF2-40B4-BE49-F238E27FC236}">
                <a16:creationId xmlns:a16="http://schemas.microsoft.com/office/drawing/2014/main" id="{E77AA912-6D48-7FCE-AE9C-CB61D1FB1348}"/>
              </a:ext>
            </a:extLst>
          </p:cNvPr>
          <p:cNvPicPr>
            <a:picLocks noChangeAspect="1"/>
          </p:cNvPicPr>
          <p:nvPr userDrawn="1"/>
        </p:nvPicPr>
        <p:blipFill>
          <a:blip>
            <a:extLst>
              <a:ext uri="{96DAC541-7B7A-43D3-8B79-37D633B846F1}">
                <asvg:svgBlip xmlns:asvg="http://schemas.microsoft.com/office/drawing/2016/SVG/main" r:embed="rId6"/>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5213717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Inhalt">
    <p:spTree>
      <p:nvGrpSpPr>
        <p:cNvPr id="1" name=""/>
        <p:cNvGrpSpPr/>
        <p:nvPr/>
      </p:nvGrpSpPr>
      <p:grpSpPr>
        <a:xfrm>
          <a:off x="0" y="0"/>
          <a:ext cx="0" cy="0"/>
          <a:chOff x="0" y="0"/>
          <a:chExt cx="0" cy="0"/>
        </a:xfrm>
      </p:grpSpPr>
      <p:sp>
        <p:nvSpPr>
          <p:cNvPr id="3" name="Inhaltsplatzhalter 2"/>
          <p:cNvSpPr>
            <a:spLocks noGrp="1"/>
          </p:cNvSpPr>
          <p:nvPr>
            <p:ph idx="1"/>
          </p:nvPr>
        </p:nvSpPr>
        <p:spPr>
          <a:xfrm>
            <a:off x="623392" y="1146558"/>
            <a:ext cx="10945216" cy="5162763"/>
          </a:xfrm>
          <a:prstGeom prst="rect">
            <a:avLst/>
          </a:prstGeom>
        </p:spPr>
        <p:txBody>
          <a:bodyPr/>
          <a:lstStyle>
            <a:lvl1pPr marL="266700" indent="-266700">
              <a:spcBef>
                <a:spcPts val="600"/>
              </a:spcBef>
              <a:buClr>
                <a:schemeClr val="accent1">
                  <a:lumMod val="75000"/>
                </a:schemeClr>
              </a:buClr>
              <a:buFont typeface="Wingdings" pitchFamily="2" charset="2"/>
              <a:buChar char="§"/>
              <a:defRPr sz="1600">
                <a:solidFill>
                  <a:schemeClr val="tx1"/>
                </a:solidFill>
                <a:latin typeface="Arial" pitchFamily="34" charset="0"/>
                <a:cs typeface="Arial" pitchFamily="34" charset="0"/>
              </a:defRPr>
            </a:lvl1pPr>
            <a:lvl2pPr marL="628650" indent="-266700">
              <a:spcBef>
                <a:spcPts val="600"/>
              </a:spcBef>
              <a:buClr>
                <a:schemeClr val="accent1">
                  <a:lumMod val="75000"/>
                </a:schemeClr>
              </a:buClr>
              <a:buFont typeface="Wingdings" pitchFamily="2" charset="2"/>
              <a:buChar char="§"/>
              <a:defRPr sz="1600">
                <a:solidFill>
                  <a:schemeClr val="tx1"/>
                </a:solidFill>
                <a:latin typeface="Arial" pitchFamily="34" charset="0"/>
                <a:cs typeface="Arial" pitchFamily="34" charset="0"/>
              </a:defRPr>
            </a:lvl2pPr>
            <a:lvl3pPr marL="1076325" indent="-266700">
              <a:spcBef>
                <a:spcPts val="600"/>
              </a:spcBef>
              <a:buClr>
                <a:schemeClr val="accent1">
                  <a:lumMod val="75000"/>
                </a:schemeClr>
              </a:buClr>
              <a:buFont typeface="Wingdings" pitchFamily="2" charset="2"/>
              <a:buChar char="§"/>
              <a:defRPr sz="1600">
                <a:solidFill>
                  <a:schemeClr val="tx1"/>
                </a:solidFill>
                <a:latin typeface="Arial" pitchFamily="34" charset="0"/>
                <a:cs typeface="Arial" pitchFamily="34" charset="0"/>
              </a:defRPr>
            </a:lvl3pPr>
            <a:lvl4pPr marL="1438275" indent="-180975">
              <a:spcBef>
                <a:spcPts val="600"/>
              </a:spcBef>
              <a:buClr>
                <a:schemeClr val="accent1">
                  <a:lumMod val="75000"/>
                </a:schemeClr>
              </a:buClr>
              <a:buFont typeface="Wingdings" pitchFamily="2" charset="2"/>
              <a:buChar char="§"/>
              <a:defRPr sz="1600">
                <a:solidFill>
                  <a:schemeClr val="tx1"/>
                </a:solidFill>
                <a:latin typeface="Arial" pitchFamily="34" charset="0"/>
                <a:cs typeface="Arial" pitchFamily="34" charset="0"/>
              </a:defRPr>
            </a:lvl4pPr>
            <a:lvl5pPr marL="1971675" indent="-180975">
              <a:spcBef>
                <a:spcPts val="600"/>
              </a:spcBef>
              <a:buClr>
                <a:schemeClr val="accent1">
                  <a:lumMod val="75000"/>
                </a:schemeClr>
              </a:buClr>
              <a:buFont typeface="Wingdings" pitchFamily="2" charset="2"/>
              <a:buChar char="§"/>
              <a:defRPr sz="1600">
                <a:solidFill>
                  <a:schemeClr val="tx1"/>
                </a:solidFill>
                <a:latin typeface="Arial" pitchFamily="34" charset="0"/>
                <a:cs typeface="Arial" pitchFamily="34" charset="0"/>
              </a:defRPr>
            </a:lvl5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20" name="Titel 18"/>
          <p:cNvSpPr>
            <a:spLocks noGrp="1"/>
          </p:cNvSpPr>
          <p:nvPr>
            <p:ph type="title"/>
          </p:nvPr>
        </p:nvSpPr>
        <p:spPr>
          <a:xfrm>
            <a:off x="623391" y="193890"/>
            <a:ext cx="10250751" cy="614499"/>
          </a:xfrm>
          <a:prstGeom prst="rect">
            <a:avLst/>
          </a:prstGeom>
        </p:spPr>
        <p:txBody>
          <a:bodyPr anchor="ctr" anchorCtr="0">
            <a:noAutofit/>
          </a:bodyPr>
          <a:lstStyle>
            <a:lvl1pPr marL="0" indent="0" algn="l">
              <a:tabLst/>
              <a:defRPr sz="2000" b="1">
                <a:solidFill>
                  <a:schemeClr val="tx1"/>
                </a:solidFill>
                <a:latin typeface="Arial" pitchFamily="34" charset="0"/>
                <a:cs typeface="Arial" pitchFamily="34" charset="0"/>
              </a:defRPr>
            </a:lvl1pPr>
          </a:lstStyle>
          <a:p>
            <a:r>
              <a:rPr lang="de-DE"/>
              <a:t>Titelmasterformat durch Klicken bearbeiten</a:t>
            </a:r>
          </a:p>
        </p:txBody>
      </p:sp>
      <p:sp>
        <p:nvSpPr>
          <p:cNvPr id="6" name="Textfeld 5"/>
          <p:cNvSpPr txBox="1"/>
          <p:nvPr userDrawn="1"/>
        </p:nvSpPr>
        <p:spPr>
          <a:xfrm>
            <a:off x="623391" y="6444335"/>
            <a:ext cx="8921564" cy="416660"/>
          </a:xfrm>
          <a:prstGeom prst="rect">
            <a:avLst/>
          </a:prstGeom>
          <a:noFill/>
        </p:spPr>
        <p:txBody>
          <a:bodyPr wrap="square" rtlCol="0" anchor="ctr" anchorCtr="0">
            <a:noAutofit/>
          </a:bodyPr>
          <a:lstStyle/>
          <a:p>
            <a:r>
              <a:rPr lang="de-DE" sz="1200" i="1" kern="1200">
                <a:solidFill>
                  <a:schemeClr val="accent1">
                    <a:lumMod val="50000"/>
                  </a:schemeClr>
                </a:solidFill>
                <a:latin typeface="Arial" pitchFamily="34" charset="0"/>
                <a:ea typeface="+mn-ea"/>
                <a:cs typeface="Arial" pitchFamily="34" charset="0"/>
              </a:rPr>
              <a:t>Modellierung betrieblicher Informationssysteme (MOBIS)</a:t>
            </a:r>
          </a:p>
        </p:txBody>
      </p:sp>
      <p:sp>
        <p:nvSpPr>
          <p:cNvPr id="10" name="Textfeld 9"/>
          <p:cNvSpPr txBox="1"/>
          <p:nvPr userDrawn="1"/>
        </p:nvSpPr>
        <p:spPr>
          <a:xfrm>
            <a:off x="10901108" y="6444336"/>
            <a:ext cx="775513" cy="413664"/>
          </a:xfrm>
          <a:prstGeom prst="rect">
            <a:avLst/>
          </a:prstGeom>
          <a:noFill/>
        </p:spPr>
        <p:txBody>
          <a:bodyPr wrap="square" rtlCol="0" anchor="ctr" anchorCtr="0">
            <a:noAutofit/>
          </a:bodyPr>
          <a:lstStyle/>
          <a:p>
            <a:pPr algn="r"/>
            <a:fld id="{03A53B9E-05D4-4AED-A091-042480FFC68F}" type="slidenum">
              <a:rPr lang="de-DE" sz="1200" i="1" kern="1200" smtClean="0">
                <a:solidFill>
                  <a:schemeClr val="accent1">
                    <a:lumMod val="50000"/>
                  </a:schemeClr>
                </a:solidFill>
                <a:latin typeface="Arial" pitchFamily="34" charset="0"/>
                <a:ea typeface="+mn-ea"/>
                <a:cs typeface="Arial" pitchFamily="34" charset="0"/>
              </a:rPr>
              <a:pPr algn="r"/>
              <a:t>‹Nr.›</a:t>
            </a:fld>
            <a:endParaRPr lang="de-DE" sz="1200" i="1" kern="1200">
              <a:solidFill>
                <a:schemeClr val="accent1">
                  <a:lumMod val="50000"/>
                </a:schemeClr>
              </a:solidFill>
              <a:latin typeface="Arial" pitchFamily="34" charset="0"/>
              <a:ea typeface="+mn-ea"/>
              <a:cs typeface="Arial" pitchFamily="34" charset="0"/>
            </a:endParaRPr>
          </a:p>
        </p:txBody>
      </p:sp>
      <p:sp>
        <p:nvSpPr>
          <p:cNvPr id="11" name="Rechteck 10"/>
          <p:cNvSpPr>
            <a:spLocks/>
          </p:cNvSpPr>
          <p:nvPr userDrawn="1"/>
        </p:nvSpPr>
        <p:spPr>
          <a:xfrm>
            <a:off x="9544957" y="6444336"/>
            <a:ext cx="1356151" cy="413664"/>
          </a:xfrm>
          <a:prstGeom prst="rect">
            <a:avLst/>
          </a:prstGeom>
        </p:spPr>
        <p:txBody>
          <a:bodyPr wrap="square" anchor="ctr" anchorCtr="0">
            <a:noAutofit/>
          </a:bodyPr>
          <a:lstStyle/>
          <a:p>
            <a:r>
              <a:rPr lang="de-DE" sz="1200" i="1" kern="1200" dirty="0">
                <a:solidFill>
                  <a:schemeClr val="accent1">
                    <a:lumMod val="50000"/>
                  </a:schemeClr>
                </a:solidFill>
                <a:latin typeface="Arial" pitchFamily="34" charset="0"/>
                <a:ea typeface="+mn-ea"/>
                <a:cs typeface="Arial" pitchFamily="34" charset="0"/>
              </a:rPr>
              <a:t>2026</a:t>
            </a:r>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051987" y="143678"/>
            <a:ext cx="924047" cy="693035"/>
          </a:xfrm>
          <a:prstGeom prst="rect">
            <a:avLst/>
          </a:prstGeom>
        </p:spPr>
      </p:pic>
      <p:cxnSp>
        <p:nvCxnSpPr>
          <p:cNvPr id="15" name="Gerade Verbindung 14"/>
          <p:cNvCxnSpPr/>
          <p:nvPr userDrawn="1"/>
        </p:nvCxnSpPr>
        <p:spPr>
          <a:xfrm>
            <a:off x="0" y="6444335"/>
            <a:ext cx="12216680" cy="0"/>
          </a:xfrm>
          <a:prstGeom prst="line">
            <a:avLst/>
          </a:prstGeom>
          <a:ln w="254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 name="Gerade Verbindung 20"/>
          <p:cNvCxnSpPr/>
          <p:nvPr userDrawn="1"/>
        </p:nvCxnSpPr>
        <p:spPr>
          <a:xfrm>
            <a:off x="0" y="998730"/>
            <a:ext cx="12216680" cy="0"/>
          </a:xfrm>
          <a:prstGeom prst="line">
            <a:avLst/>
          </a:prstGeom>
          <a:ln w="254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782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Headline only">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119000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1">
            <a:extLst>
              <a:ext uri="{FF2B5EF4-FFF2-40B4-BE49-F238E27FC236}">
                <a16:creationId xmlns:a16="http://schemas.microsoft.com/office/drawing/2014/main" id="{C3A4B30F-CB54-4958-AA03-FA9D00951BB3}"/>
              </a:ext>
            </a:extLst>
          </p:cNvPr>
          <p:cNvSpPr>
            <a:spLocks noGrp="1"/>
          </p:cNvSpPr>
          <p:nvPr>
            <p:ph type="title"/>
          </p:nvPr>
        </p:nvSpPr>
        <p:spPr>
          <a:xfrm>
            <a:off x="251999" y="125973"/>
            <a:ext cx="11688001" cy="900000"/>
          </a:xfrm>
          <a:prstGeom prst="rect">
            <a:avLst/>
          </a:prstGeom>
        </p:spPr>
        <p:txBody>
          <a:bodyPr lIns="0" tIns="0" rIns="0" bIns="0">
            <a:noAutofit/>
          </a:bodyPr>
          <a:lstStyle>
            <a:lvl1pPr>
              <a:defRPr sz="3200" b="1">
                <a:latin typeface="+mj-lt"/>
              </a:defRPr>
            </a:lvl1pPr>
          </a:lstStyle>
          <a:p>
            <a:r>
              <a:rPr lang="de-DE" dirty="0"/>
              <a:t>Mastertitelformat bearbeiten</a:t>
            </a:r>
            <a:endParaRPr lang="en-US" dirty="0"/>
          </a:p>
        </p:txBody>
      </p:sp>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200" smtClean="0">
                <a:solidFill>
                  <a:schemeClr val="accent1"/>
                </a:solidFill>
                <a:latin typeface="+mj-lt"/>
              </a:rPr>
              <a:t>‹Nr.›</a:t>
            </a:fld>
            <a:r>
              <a:rPr lang="de-DE" sz="1200" dirty="0">
                <a:solidFill>
                  <a:schemeClr val="accent1"/>
                </a:solidFill>
                <a:latin typeface="+mj-lt"/>
              </a:rPr>
              <a:t> |</a:t>
            </a:r>
          </a:p>
        </p:txBody>
      </p:sp>
      <p:sp>
        <p:nvSpPr>
          <p:cNvPr id="3" name="Textplatzhalter 12">
            <a:extLst>
              <a:ext uri="{FF2B5EF4-FFF2-40B4-BE49-F238E27FC236}">
                <a16:creationId xmlns:a16="http://schemas.microsoft.com/office/drawing/2014/main" id="{E3961D08-A446-C485-B82F-2105F260B1D7}"/>
              </a:ext>
            </a:extLst>
          </p:cNvPr>
          <p:cNvSpPr>
            <a:spLocks noGrp="1"/>
          </p:cNvSpPr>
          <p:nvPr>
            <p:ph type="body" sz="quarter" idx="11" hasCustomPrompt="1"/>
          </p:nvPr>
        </p:nvSpPr>
        <p:spPr>
          <a:xfrm>
            <a:off x="603068" y="6540673"/>
            <a:ext cx="10407832" cy="304627"/>
          </a:xfrm>
          <a:prstGeom prst="rect">
            <a:avLst/>
          </a:prstGeom>
        </p:spPr>
        <p:txBody>
          <a:bodyPr lIns="0" tIns="0" rIns="0" bIns="0">
            <a:noAutofit/>
          </a:bodyPr>
          <a:lstStyle>
            <a:lvl1pPr marL="0" indent="0">
              <a:buNone/>
              <a:defRPr sz="1100">
                <a:solidFill>
                  <a:schemeClr val="accent1"/>
                </a:solidFill>
              </a:defRPr>
            </a:lvl1pPr>
          </a:lstStyle>
          <a:p>
            <a:pPr lvl="0"/>
            <a:r>
              <a:rPr lang="de-DE" dirty="0"/>
              <a:t>Quellennachweis</a:t>
            </a:r>
          </a:p>
        </p:txBody>
      </p:sp>
      <p:pic>
        <p:nvPicPr>
          <p:cNvPr id="5" name="Grafik 4">
            <a:extLst>
              <a:ext uri="{FF2B5EF4-FFF2-40B4-BE49-F238E27FC236}">
                <a16:creationId xmlns:a16="http://schemas.microsoft.com/office/drawing/2014/main" id="{A41C7A10-9A6B-8B44-DFB1-EAC1EFA45CAC}"/>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6428479"/>
            <a:ext cx="886095" cy="303548"/>
          </a:xfrm>
          <a:prstGeom prst="rect">
            <a:avLst/>
          </a:prstGeom>
        </p:spPr>
      </p:pic>
    </p:spTree>
    <p:extLst>
      <p:ext uri="{BB962C8B-B14F-4D97-AF65-F5344CB8AC3E}">
        <p14:creationId xmlns:p14="http://schemas.microsoft.com/office/powerpoint/2010/main" val="1575296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Headline &amp; 1 Conten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119000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1">
            <a:extLst>
              <a:ext uri="{FF2B5EF4-FFF2-40B4-BE49-F238E27FC236}">
                <a16:creationId xmlns:a16="http://schemas.microsoft.com/office/drawing/2014/main" id="{C3A4B30F-CB54-4958-AA03-FA9D00951BB3}"/>
              </a:ext>
            </a:extLst>
          </p:cNvPr>
          <p:cNvSpPr>
            <a:spLocks noGrp="1"/>
          </p:cNvSpPr>
          <p:nvPr>
            <p:ph type="title"/>
          </p:nvPr>
        </p:nvSpPr>
        <p:spPr>
          <a:xfrm>
            <a:off x="251999" y="125973"/>
            <a:ext cx="11688001"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r>
              <a:rPr lang="de-DE" sz="1000" dirty="0">
                <a:solidFill>
                  <a:schemeClr val="accent1"/>
                </a:solidFill>
                <a:latin typeface="+mj-lt"/>
              </a:rPr>
              <a:t> |</a:t>
            </a:r>
          </a:p>
        </p:txBody>
      </p:sp>
      <p:sp>
        <p:nvSpPr>
          <p:cNvPr id="3" name="Inhaltsplatzhalter 2">
            <a:extLst>
              <a:ext uri="{FF2B5EF4-FFF2-40B4-BE49-F238E27FC236}">
                <a16:creationId xmlns:a16="http://schemas.microsoft.com/office/drawing/2014/main" id="{7AE187B7-3C71-4329-A7DD-F5D0438CE6B8}"/>
              </a:ext>
            </a:extLst>
          </p:cNvPr>
          <p:cNvSpPr>
            <a:spLocks noGrp="1"/>
          </p:cNvSpPr>
          <p:nvPr>
            <p:ph sz="quarter" idx="13"/>
          </p:nvPr>
        </p:nvSpPr>
        <p:spPr>
          <a:xfrm>
            <a:off x="251999" y="1454401"/>
            <a:ext cx="11642725" cy="4877819"/>
          </a:xfrm>
        </p:spPr>
        <p:txBody>
          <a:bodyPr/>
          <a:lstStyle>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Textplatzhalter 12">
            <a:extLst>
              <a:ext uri="{FF2B5EF4-FFF2-40B4-BE49-F238E27FC236}">
                <a16:creationId xmlns:a16="http://schemas.microsoft.com/office/drawing/2014/main" id="{C7D0EEA3-AC2D-0209-5E93-29844B2734D6}"/>
              </a:ext>
            </a:extLst>
          </p:cNvPr>
          <p:cNvSpPr>
            <a:spLocks noGrp="1"/>
          </p:cNvSpPr>
          <p:nvPr>
            <p:ph type="body" sz="quarter" idx="11" hasCustomPrompt="1"/>
          </p:nvPr>
        </p:nvSpPr>
        <p:spPr>
          <a:xfrm>
            <a:off x="603068" y="6540673"/>
            <a:ext cx="10400212" cy="304627"/>
          </a:xfrm>
          <a:prstGeom prst="rect">
            <a:avLst/>
          </a:prstGeom>
        </p:spPr>
        <p:txBody>
          <a:bodyPr lIns="0" tIns="0" rIns="0" bIns="0">
            <a:noAutofit/>
          </a:bodyPr>
          <a:lstStyle>
            <a:lvl1pPr marL="0" indent="0">
              <a:buNone/>
              <a:defRPr sz="1000">
                <a:solidFill>
                  <a:schemeClr val="accent1"/>
                </a:solidFill>
              </a:defRPr>
            </a:lvl1pPr>
          </a:lstStyle>
          <a:p>
            <a:pPr lvl="0"/>
            <a:r>
              <a:rPr lang="de-DE" dirty="0"/>
              <a:t>Quellennachweis</a:t>
            </a:r>
          </a:p>
        </p:txBody>
      </p:sp>
      <p:pic>
        <p:nvPicPr>
          <p:cNvPr id="8" name="Grafik 7">
            <a:extLst>
              <a:ext uri="{FF2B5EF4-FFF2-40B4-BE49-F238E27FC236}">
                <a16:creationId xmlns:a16="http://schemas.microsoft.com/office/drawing/2014/main" id="{39ACFE7D-DA1A-FC3B-CFEC-519F97772CAE}"/>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6428479"/>
            <a:ext cx="886095" cy="303548"/>
          </a:xfrm>
          <a:prstGeom prst="rect">
            <a:avLst/>
          </a:prstGeom>
        </p:spPr>
      </p:pic>
    </p:spTree>
    <p:extLst>
      <p:ext uri="{BB962C8B-B14F-4D97-AF65-F5344CB8AC3E}">
        <p14:creationId xmlns:p14="http://schemas.microsoft.com/office/powerpoint/2010/main" val="75681922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Headline &amp; 2 Contents">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8195527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dirty="0"/>
              <a:t>Mastertitelformat bearbeiten</a:t>
            </a:r>
            <a:endParaRPr lang="en-US" dirty="0"/>
          </a:p>
        </p:txBody>
      </p:sp>
      <p:sp>
        <p:nvSpPr>
          <p:cNvPr id="3" name="Text Placeholder 2"/>
          <p:cNvSpPr>
            <a:spLocks noGrp="1"/>
          </p:cNvSpPr>
          <p:nvPr>
            <p:ph type="body" sz="quarter" idx="12"/>
          </p:nvPr>
        </p:nvSpPr>
        <p:spPr>
          <a:xfrm>
            <a:off x="252000" y="1455420"/>
            <a:ext cx="5760000" cy="4884420"/>
          </a:xfrm>
        </p:spPr>
        <p:txBody>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5pPr>
          </a:lstStyle>
          <a:p>
            <a:pPr marL="342900" marR="0" lvl="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a:pPr>
            <a:r>
              <a:rPr kumimoji="0" lang="de-DE" sz="2200" b="0" i="0" u="none" strike="noStrike" kern="1200" cap="none" spc="0" normalizeH="0" baseline="0" noProof="0" dirty="0">
                <a:ln>
                  <a:noFill/>
                </a:ln>
                <a:solidFill>
                  <a:srgbClr val="012656"/>
                </a:solidFill>
                <a:effectLst/>
                <a:uLnTx/>
                <a:uFillTx/>
                <a:latin typeface="+mj-lt"/>
                <a:ea typeface="+mn-ea"/>
                <a:cs typeface="+mn-cs"/>
              </a:rPr>
              <a:t>Mastertextformat bearbeiten</a:t>
            </a:r>
          </a:p>
        </p:txBody>
      </p:sp>
      <p:sp>
        <p:nvSpPr>
          <p:cNvPr id="16" name="Text Placeholder 2"/>
          <p:cNvSpPr>
            <a:spLocks noGrp="1"/>
          </p:cNvSpPr>
          <p:nvPr>
            <p:ph type="body" sz="quarter" idx="13"/>
          </p:nvPr>
        </p:nvSpPr>
        <p:spPr>
          <a:xfrm>
            <a:off x="6221362" y="1455420"/>
            <a:ext cx="5760000" cy="4884420"/>
          </a:xfrm>
        </p:spPr>
        <p:txBody>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5pPr>
          </a:lstStyle>
          <a:p>
            <a:pPr marL="342900" marR="0" lvl="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a:pPr>
            <a:r>
              <a:rPr kumimoji="0" lang="de-DE" sz="2200" b="0" i="0" u="none" strike="noStrike" kern="1200" cap="none" spc="0" normalizeH="0" baseline="0" noProof="0" dirty="0">
                <a:ln>
                  <a:noFill/>
                </a:ln>
                <a:solidFill>
                  <a:srgbClr val="012656"/>
                </a:solidFill>
                <a:effectLst/>
                <a:uLnTx/>
                <a:uFillTx/>
                <a:latin typeface="+mj-lt"/>
                <a:ea typeface="+mn-ea"/>
                <a:cs typeface="+mn-cs"/>
              </a:rPr>
              <a:t>Mastertextformat bearbeiten</a:t>
            </a:r>
          </a:p>
        </p:txBody>
      </p:sp>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r>
              <a:rPr lang="de-DE" sz="1000" dirty="0">
                <a:solidFill>
                  <a:schemeClr val="accent1"/>
                </a:solidFill>
                <a:latin typeface="+mj-lt"/>
              </a:rPr>
              <a:t> |</a:t>
            </a:r>
          </a:p>
        </p:txBody>
      </p:sp>
      <p:sp>
        <p:nvSpPr>
          <p:cNvPr id="5" name="Textplatzhalter 12">
            <a:extLst>
              <a:ext uri="{FF2B5EF4-FFF2-40B4-BE49-F238E27FC236}">
                <a16:creationId xmlns:a16="http://schemas.microsoft.com/office/drawing/2014/main" id="{1925990B-4AC2-1838-F2D8-DAF58D098E1D}"/>
              </a:ext>
            </a:extLst>
          </p:cNvPr>
          <p:cNvSpPr>
            <a:spLocks noGrp="1"/>
          </p:cNvSpPr>
          <p:nvPr>
            <p:ph type="body" sz="quarter" idx="11" hasCustomPrompt="1"/>
          </p:nvPr>
        </p:nvSpPr>
        <p:spPr>
          <a:xfrm>
            <a:off x="603068" y="6540673"/>
            <a:ext cx="10407832" cy="304627"/>
          </a:xfrm>
          <a:prstGeom prst="rect">
            <a:avLst/>
          </a:prstGeom>
        </p:spPr>
        <p:txBody>
          <a:bodyPr lIns="0" tIns="0" rIns="0" bIns="0">
            <a:noAutofit/>
          </a:bodyPr>
          <a:lstStyle>
            <a:lvl1pPr marL="0" indent="0">
              <a:buNone/>
              <a:defRPr sz="1000">
                <a:solidFill>
                  <a:schemeClr val="accent1"/>
                </a:solidFill>
              </a:defRPr>
            </a:lvl1pPr>
          </a:lstStyle>
          <a:p>
            <a:pPr lvl="0"/>
            <a:r>
              <a:rPr lang="de-DE" dirty="0"/>
              <a:t>Quellennachweis</a:t>
            </a:r>
          </a:p>
        </p:txBody>
      </p:sp>
      <p:pic>
        <p:nvPicPr>
          <p:cNvPr id="7" name="Grafik 6">
            <a:extLst>
              <a:ext uri="{FF2B5EF4-FFF2-40B4-BE49-F238E27FC236}">
                <a16:creationId xmlns:a16="http://schemas.microsoft.com/office/drawing/2014/main" id="{E46AB0DF-E49B-E1B6-DD3C-8923EA30DDEF}"/>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6428479"/>
            <a:ext cx="886095" cy="303548"/>
          </a:xfrm>
          <a:prstGeom prst="rect">
            <a:avLst/>
          </a:prstGeom>
        </p:spPr>
      </p:pic>
    </p:spTree>
    <p:extLst>
      <p:ext uri="{BB962C8B-B14F-4D97-AF65-F5344CB8AC3E}">
        <p14:creationId xmlns:p14="http://schemas.microsoft.com/office/powerpoint/2010/main" val="5169440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Headline &amp; 2 Bild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2354351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r>
              <a:rPr lang="de-DE" sz="1000" dirty="0">
                <a:solidFill>
                  <a:schemeClr val="accent1"/>
                </a:solidFill>
                <a:latin typeface="+mj-lt"/>
              </a:rPr>
              <a:t> |</a:t>
            </a:r>
          </a:p>
        </p:txBody>
      </p:sp>
      <p:sp>
        <p:nvSpPr>
          <p:cNvPr id="25" name="Title 1">
            <a:extLst>
              <a:ext uri="{FF2B5EF4-FFF2-40B4-BE49-F238E27FC236}">
                <a16:creationId xmlns:a16="http://schemas.microsoft.com/office/drawing/2014/main" id="{5B2C26FD-8102-44F4-8593-4471DA5E528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dirty="0"/>
              <a:t>Mastertitelformat bearbeiten</a:t>
            </a:r>
            <a:endParaRPr lang="en-US" dirty="0"/>
          </a:p>
        </p:txBody>
      </p:sp>
      <p:sp>
        <p:nvSpPr>
          <p:cNvPr id="3" name="Inhaltsplatzhalter 2">
            <a:extLst>
              <a:ext uri="{FF2B5EF4-FFF2-40B4-BE49-F238E27FC236}">
                <a16:creationId xmlns:a16="http://schemas.microsoft.com/office/drawing/2014/main" id="{A4C2B900-1DB4-4B2C-AD73-83C74E2626B6}"/>
              </a:ext>
            </a:extLst>
          </p:cNvPr>
          <p:cNvSpPr>
            <a:spLocks noGrp="1"/>
          </p:cNvSpPr>
          <p:nvPr>
            <p:ph sz="quarter" idx="14"/>
          </p:nvPr>
        </p:nvSpPr>
        <p:spPr>
          <a:xfrm>
            <a:off x="251322" y="5694873"/>
            <a:ext cx="576000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15" name="Inhaltsplatzhalter 2">
            <a:extLst>
              <a:ext uri="{FF2B5EF4-FFF2-40B4-BE49-F238E27FC236}">
                <a16:creationId xmlns:a16="http://schemas.microsoft.com/office/drawing/2014/main" id="{3385CD3F-DE8F-496E-B3AA-99BC9644CD30}"/>
              </a:ext>
            </a:extLst>
          </p:cNvPr>
          <p:cNvSpPr>
            <a:spLocks noGrp="1"/>
          </p:cNvSpPr>
          <p:nvPr>
            <p:ph sz="quarter" idx="15"/>
          </p:nvPr>
        </p:nvSpPr>
        <p:spPr>
          <a:xfrm>
            <a:off x="6221362" y="5694873"/>
            <a:ext cx="576000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5" name="Bildplatzhalter 2">
            <a:extLst>
              <a:ext uri="{FF2B5EF4-FFF2-40B4-BE49-F238E27FC236}">
                <a16:creationId xmlns:a16="http://schemas.microsoft.com/office/drawing/2014/main" id="{E54CD52F-2498-29DF-6638-6E99EB9D3403}"/>
              </a:ext>
            </a:extLst>
          </p:cNvPr>
          <p:cNvSpPr>
            <a:spLocks noGrp="1"/>
          </p:cNvSpPr>
          <p:nvPr>
            <p:ph type="pic" sz="quarter" idx="12"/>
          </p:nvPr>
        </p:nvSpPr>
        <p:spPr>
          <a:xfrm>
            <a:off x="252735" y="1296365"/>
            <a:ext cx="5758587" cy="4327195"/>
          </a:xfrm>
          <a:prstGeom prst="rect">
            <a:avLst/>
          </a:prstGeom>
        </p:spPr>
        <p:txBody>
          <a:bodyPr/>
          <a:lstStyle>
            <a:lvl1pPr marL="0" indent="0">
              <a:buNone/>
              <a:defRPr/>
            </a:lvl1pPr>
          </a:lstStyle>
          <a:p>
            <a:r>
              <a:rPr lang="de-DE" dirty="0"/>
              <a:t>Bild durch Klicken auf Symbol hinzufügen</a:t>
            </a:r>
          </a:p>
        </p:txBody>
      </p:sp>
      <p:sp>
        <p:nvSpPr>
          <p:cNvPr id="6" name="Bildplatzhalter 2">
            <a:extLst>
              <a:ext uri="{FF2B5EF4-FFF2-40B4-BE49-F238E27FC236}">
                <a16:creationId xmlns:a16="http://schemas.microsoft.com/office/drawing/2014/main" id="{2847726C-9528-5523-7BE8-387B7438374B}"/>
              </a:ext>
            </a:extLst>
          </p:cNvPr>
          <p:cNvSpPr>
            <a:spLocks noGrp="1"/>
          </p:cNvSpPr>
          <p:nvPr>
            <p:ph type="pic" sz="quarter" idx="16"/>
          </p:nvPr>
        </p:nvSpPr>
        <p:spPr>
          <a:xfrm>
            <a:off x="6221362" y="1296365"/>
            <a:ext cx="5758587" cy="4327195"/>
          </a:xfrm>
          <a:prstGeom prst="rect">
            <a:avLst/>
          </a:prstGeom>
        </p:spPr>
        <p:txBody>
          <a:bodyPr/>
          <a:lstStyle>
            <a:lvl1pPr marL="0" indent="0">
              <a:buNone/>
              <a:defRPr/>
            </a:lvl1pPr>
          </a:lstStyle>
          <a:p>
            <a:r>
              <a:rPr lang="de-DE" dirty="0"/>
              <a:t>Bild durch Klicken auf Symbol hinzufügen</a:t>
            </a:r>
          </a:p>
        </p:txBody>
      </p:sp>
      <p:sp>
        <p:nvSpPr>
          <p:cNvPr id="7" name="Textplatzhalter 12">
            <a:extLst>
              <a:ext uri="{FF2B5EF4-FFF2-40B4-BE49-F238E27FC236}">
                <a16:creationId xmlns:a16="http://schemas.microsoft.com/office/drawing/2014/main" id="{BB9ACA6B-739A-55B1-62C3-79260FCBCC1C}"/>
              </a:ext>
            </a:extLst>
          </p:cNvPr>
          <p:cNvSpPr>
            <a:spLocks noGrp="1"/>
          </p:cNvSpPr>
          <p:nvPr>
            <p:ph type="body" sz="quarter" idx="11" hasCustomPrompt="1"/>
          </p:nvPr>
        </p:nvSpPr>
        <p:spPr>
          <a:xfrm>
            <a:off x="603068" y="6540673"/>
            <a:ext cx="10392592" cy="304627"/>
          </a:xfrm>
          <a:prstGeom prst="rect">
            <a:avLst/>
          </a:prstGeom>
        </p:spPr>
        <p:txBody>
          <a:bodyPr lIns="0" tIns="0" rIns="0" bIns="0">
            <a:noAutofit/>
          </a:bodyPr>
          <a:lstStyle>
            <a:lvl1pPr marL="0" indent="0">
              <a:buNone/>
              <a:defRPr sz="1000">
                <a:solidFill>
                  <a:schemeClr val="accent1"/>
                </a:solidFill>
              </a:defRPr>
            </a:lvl1pPr>
          </a:lstStyle>
          <a:p>
            <a:pPr lvl="0"/>
            <a:r>
              <a:rPr lang="de-DE" dirty="0"/>
              <a:t>Quellennachweis</a:t>
            </a:r>
          </a:p>
        </p:txBody>
      </p:sp>
      <p:pic>
        <p:nvPicPr>
          <p:cNvPr id="9" name="Grafik 8">
            <a:extLst>
              <a:ext uri="{FF2B5EF4-FFF2-40B4-BE49-F238E27FC236}">
                <a16:creationId xmlns:a16="http://schemas.microsoft.com/office/drawing/2014/main" id="{73C2D2FF-4846-FE23-D712-B3C575A9FA6C}"/>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6428479"/>
            <a:ext cx="886095" cy="303548"/>
          </a:xfrm>
          <a:prstGeom prst="rect">
            <a:avLst/>
          </a:prstGeom>
        </p:spPr>
      </p:pic>
    </p:spTree>
    <p:extLst>
      <p:ext uri="{BB962C8B-B14F-4D97-AF65-F5344CB8AC3E}">
        <p14:creationId xmlns:p14="http://schemas.microsoft.com/office/powerpoint/2010/main" val="222914460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Headline &amp; 4 Bild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2354351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r>
              <a:rPr lang="de-DE" sz="1000" dirty="0">
                <a:solidFill>
                  <a:schemeClr val="accent1"/>
                </a:solidFill>
                <a:latin typeface="+mj-lt"/>
              </a:rPr>
              <a:t> |</a:t>
            </a:r>
          </a:p>
        </p:txBody>
      </p:sp>
      <p:sp>
        <p:nvSpPr>
          <p:cNvPr id="25" name="Title 1">
            <a:extLst>
              <a:ext uri="{FF2B5EF4-FFF2-40B4-BE49-F238E27FC236}">
                <a16:creationId xmlns:a16="http://schemas.microsoft.com/office/drawing/2014/main" id="{5B2C26FD-8102-44F4-8593-4471DA5E528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dirty="0"/>
              <a:t>Mastertitelformat bearbeiten</a:t>
            </a:r>
            <a:endParaRPr lang="en-US" dirty="0"/>
          </a:p>
        </p:txBody>
      </p:sp>
      <p:sp>
        <p:nvSpPr>
          <p:cNvPr id="3" name="Inhaltsplatzhalter 2">
            <a:extLst>
              <a:ext uri="{FF2B5EF4-FFF2-40B4-BE49-F238E27FC236}">
                <a16:creationId xmlns:a16="http://schemas.microsoft.com/office/drawing/2014/main" id="{A4C2B900-1DB4-4B2C-AD73-83C74E2626B6}"/>
              </a:ext>
            </a:extLst>
          </p:cNvPr>
          <p:cNvSpPr>
            <a:spLocks noGrp="1"/>
          </p:cNvSpPr>
          <p:nvPr>
            <p:ph sz="quarter" idx="14"/>
          </p:nvPr>
        </p:nvSpPr>
        <p:spPr>
          <a:xfrm>
            <a:off x="251322" y="5905103"/>
            <a:ext cx="576000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15" name="Inhaltsplatzhalter 2">
            <a:extLst>
              <a:ext uri="{FF2B5EF4-FFF2-40B4-BE49-F238E27FC236}">
                <a16:creationId xmlns:a16="http://schemas.microsoft.com/office/drawing/2014/main" id="{3385CD3F-DE8F-496E-B3AA-99BC9644CD30}"/>
              </a:ext>
            </a:extLst>
          </p:cNvPr>
          <p:cNvSpPr>
            <a:spLocks noGrp="1"/>
          </p:cNvSpPr>
          <p:nvPr>
            <p:ph sz="quarter" idx="15"/>
          </p:nvPr>
        </p:nvSpPr>
        <p:spPr>
          <a:xfrm>
            <a:off x="6221362" y="5905103"/>
            <a:ext cx="576000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5" name="Bildplatzhalter 2">
            <a:extLst>
              <a:ext uri="{FF2B5EF4-FFF2-40B4-BE49-F238E27FC236}">
                <a16:creationId xmlns:a16="http://schemas.microsoft.com/office/drawing/2014/main" id="{E54CD52F-2498-29DF-6638-6E99EB9D3403}"/>
              </a:ext>
            </a:extLst>
          </p:cNvPr>
          <p:cNvSpPr>
            <a:spLocks noGrp="1"/>
          </p:cNvSpPr>
          <p:nvPr>
            <p:ph type="pic" sz="quarter" idx="12"/>
          </p:nvPr>
        </p:nvSpPr>
        <p:spPr>
          <a:xfrm>
            <a:off x="252735" y="1296365"/>
            <a:ext cx="5758587" cy="1825319"/>
          </a:xfrm>
          <a:prstGeom prst="rect">
            <a:avLst/>
          </a:prstGeom>
        </p:spPr>
        <p:txBody>
          <a:bodyPr/>
          <a:lstStyle>
            <a:lvl1pPr marL="0" indent="0">
              <a:buNone/>
              <a:defRPr/>
            </a:lvl1pPr>
          </a:lstStyle>
          <a:p>
            <a:r>
              <a:rPr lang="de-DE" dirty="0"/>
              <a:t>Bild durch Klicken auf Symbol hinzufügen</a:t>
            </a:r>
          </a:p>
        </p:txBody>
      </p:sp>
      <p:sp>
        <p:nvSpPr>
          <p:cNvPr id="6" name="Bildplatzhalter 2">
            <a:extLst>
              <a:ext uri="{FF2B5EF4-FFF2-40B4-BE49-F238E27FC236}">
                <a16:creationId xmlns:a16="http://schemas.microsoft.com/office/drawing/2014/main" id="{2847726C-9528-5523-7BE8-387B7438374B}"/>
              </a:ext>
            </a:extLst>
          </p:cNvPr>
          <p:cNvSpPr>
            <a:spLocks noGrp="1"/>
          </p:cNvSpPr>
          <p:nvPr>
            <p:ph type="pic" sz="quarter" idx="16"/>
          </p:nvPr>
        </p:nvSpPr>
        <p:spPr>
          <a:xfrm>
            <a:off x="6221362" y="1296365"/>
            <a:ext cx="5758587" cy="1825319"/>
          </a:xfrm>
          <a:prstGeom prst="rect">
            <a:avLst/>
          </a:prstGeom>
        </p:spPr>
        <p:txBody>
          <a:bodyPr/>
          <a:lstStyle>
            <a:lvl1pPr marL="0" indent="0">
              <a:buNone/>
              <a:defRPr/>
            </a:lvl1pPr>
          </a:lstStyle>
          <a:p>
            <a:r>
              <a:rPr lang="de-DE" dirty="0"/>
              <a:t>Bild durch Klicken auf Symbol hinzufügen</a:t>
            </a:r>
          </a:p>
        </p:txBody>
      </p:sp>
      <p:sp>
        <p:nvSpPr>
          <p:cNvPr id="7" name="Inhaltsplatzhalter 2">
            <a:extLst>
              <a:ext uri="{FF2B5EF4-FFF2-40B4-BE49-F238E27FC236}">
                <a16:creationId xmlns:a16="http://schemas.microsoft.com/office/drawing/2014/main" id="{924AB3C2-C685-954D-9A4B-433018167DD0}"/>
              </a:ext>
            </a:extLst>
          </p:cNvPr>
          <p:cNvSpPr>
            <a:spLocks noGrp="1"/>
          </p:cNvSpPr>
          <p:nvPr>
            <p:ph sz="quarter" idx="17"/>
          </p:nvPr>
        </p:nvSpPr>
        <p:spPr>
          <a:xfrm>
            <a:off x="251322" y="3192540"/>
            <a:ext cx="576000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8" name="Inhaltsplatzhalter 2">
            <a:extLst>
              <a:ext uri="{FF2B5EF4-FFF2-40B4-BE49-F238E27FC236}">
                <a16:creationId xmlns:a16="http://schemas.microsoft.com/office/drawing/2014/main" id="{58FB0C46-1A84-E4F6-E929-9E3FC399462B}"/>
              </a:ext>
            </a:extLst>
          </p:cNvPr>
          <p:cNvSpPr>
            <a:spLocks noGrp="1"/>
          </p:cNvSpPr>
          <p:nvPr>
            <p:ph sz="quarter" idx="18"/>
          </p:nvPr>
        </p:nvSpPr>
        <p:spPr>
          <a:xfrm>
            <a:off x="6221362" y="3192540"/>
            <a:ext cx="576000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9" name="Bildplatzhalter 2">
            <a:extLst>
              <a:ext uri="{FF2B5EF4-FFF2-40B4-BE49-F238E27FC236}">
                <a16:creationId xmlns:a16="http://schemas.microsoft.com/office/drawing/2014/main" id="{B2C42B94-F9C4-15BB-8BA6-25AB95C55391}"/>
              </a:ext>
            </a:extLst>
          </p:cNvPr>
          <p:cNvSpPr>
            <a:spLocks noGrp="1"/>
          </p:cNvSpPr>
          <p:nvPr>
            <p:ph type="pic" sz="quarter" idx="19"/>
          </p:nvPr>
        </p:nvSpPr>
        <p:spPr>
          <a:xfrm>
            <a:off x="251322" y="4011601"/>
            <a:ext cx="5758587" cy="1825319"/>
          </a:xfrm>
          <a:prstGeom prst="rect">
            <a:avLst/>
          </a:prstGeom>
        </p:spPr>
        <p:txBody>
          <a:bodyPr/>
          <a:lstStyle>
            <a:lvl1pPr marL="0" indent="0">
              <a:buNone/>
              <a:defRPr/>
            </a:lvl1pPr>
          </a:lstStyle>
          <a:p>
            <a:r>
              <a:rPr lang="de-DE" dirty="0"/>
              <a:t>Bild durch Klicken auf Symbol hinzufügen</a:t>
            </a:r>
          </a:p>
        </p:txBody>
      </p:sp>
      <p:sp>
        <p:nvSpPr>
          <p:cNvPr id="10" name="Bildplatzhalter 2">
            <a:extLst>
              <a:ext uri="{FF2B5EF4-FFF2-40B4-BE49-F238E27FC236}">
                <a16:creationId xmlns:a16="http://schemas.microsoft.com/office/drawing/2014/main" id="{4568820A-61B2-6E29-F964-18252840B35C}"/>
              </a:ext>
            </a:extLst>
          </p:cNvPr>
          <p:cNvSpPr>
            <a:spLocks noGrp="1"/>
          </p:cNvSpPr>
          <p:nvPr>
            <p:ph type="pic" sz="quarter" idx="20"/>
          </p:nvPr>
        </p:nvSpPr>
        <p:spPr>
          <a:xfrm>
            <a:off x="6219949" y="4011601"/>
            <a:ext cx="5758587" cy="1825319"/>
          </a:xfrm>
          <a:prstGeom prst="rect">
            <a:avLst/>
          </a:prstGeom>
        </p:spPr>
        <p:txBody>
          <a:bodyPr/>
          <a:lstStyle>
            <a:lvl1pPr marL="0" indent="0">
              <a:buNone/>
              <a:defRPr/>
            </a:lvl1pPr>
          </a:lstStyle>
          <a:p>
            <a:r>
              <a:rPr lang="de-DE" dirty="0"/>
              <a:t>Bild durch Klicken auf Symbol hinzufügen</a:t>
            </a:r>
          </a:p>
        </p:txBody>
      </p:sp>
      <p:sp>
        <p:nvSpPr>
          <p:cNvPr id="11" name="Textplatzhalter 12">
            <a:extLst>
              <a:ext uri="{FF2B5EF4-FFF2-40B4-BE49-F238E27FC236}">
                <a16:creationId xmlns:a16="http://schemas.microsoft.com/office/drawing/2014/main" id="{0C863F3A-CCCD-A0B3-0D4F-E0ECFEC6160C}"/>
              </a:ext>
            </a:extLst>
          </p:cNvPr>
          <p:cNvSpPr>
            <a:spLocks noGrp="1"/>
          </p:cNvSpPr>
          <p:nvPr>
            <p:ph type="body" sz="quarter" idx="11" hasCustomPrompt="1"/>
          </p:nvPr>
        </p:nvSpPr>
        <p:spPr>
          <a:xfrm>
            <a:off x="603068" y="6540673"/>
            <a:ext cx="10369732" cy="304627"/>
          </a:xfrm>
          <a:prstGeom prst="rect">
            <a:avLst/>
          </a:prstGeom>
        </p:spPr>
        <p:txBody>
          <a:bodyPr lIns="0" tIns="0" rIns="0" bIns="0">
            <a:noAutofit/>
          </a:bodyPr>
          <a:lstStyle>
            <a:lvl1pPr marL="0" indent="0">
              <a:buNone/>
              <a:defRPr sz="1000">
                <a:solidFill>
                  <a:schemeClr val="accent1"/>
                </a:solidFill>
              </a:defRPr>
            </a:lvl1pPr>
          </a:lstStyle>
          <a:p>
            <a:pPr lvl="0"/>
            <a:r>
              <a:rPr lang="de-DE" dirty="0"/>
              <a:t>Quellennachweis</a:t>
            </a:r>
          </a:p>
        </p:txBody>
      </p:sp>
      <p:pic>
        <p:nvPicPr>
          <p:cNvPr id="12" name="Grafik 11">
            <a:extLst>
              <a:ext uri="{FF2B5EF4-FFF2-40B4-BE49-F238E27FC236}">
                <a16:creationId xmlns:a16="http://schemas.microsoft.com/office/drawing/2014/main" id="{21894EA8-B2B9-81F8-108F-FA5D286E3B3C}"/>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6428479"/>
            <a:ext cx="886095" cy="303548"/>
          </a:xfrm>
          <a:prstGeom prst="rect">
            <a:avLst/>
          </a:prstGeom>
        </p:spPr>
      </p:pic>
    </p:spTree>
    <p:extLst>
      <p:ext uri="{BB962C8B-B14F-4D97-AF65-F5344CB8AC3E}">
        <p14:creationId xmlns:p14="http://schemas.microsoft.com/office/powerpoint/2010/main" val="344033925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Headline &amp; 3 Bild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2354351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r>
              <a:rPr lang="de-DE" sz="1000" dirty="0">
                <a:solidFill>
                  <a:schemeClr val="accent1"/>
                </a:solidFill>
                <a:latin typeface="+mj-lt"/>
              </a:rPr>
              <a:t> |</a:t>
            </a:r>
          </a:p>
        </p:txBody>
      </p:sp>
      <p:sp>
        <p:nvSpPr>
          <p:cNvPr id="25" name="Title 1">
            <a:extLst>
              <a:ext uri="{FF2B5EF4-FFF2-40B4-BE49-F238E27FC236}">
                <a16:creationId xmlns:a16="http://schemas.microsoft.com/office/drawing/2014/main" id="{5B2C26FD-8102-44F4-8593-4471DA5E528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dirty="0"/>
              <a:t>Mastertitelformat bearbeiten</a:t>
            </a:r>
            <a:endParaRPr lang="en-US" dirty="0"/>
          </a:p>
        </p:txBody>
      </p:sp>
      <p:sp>
        <p:nvSpPr>
          <p:cNvPr id="3" name="Inhaltsplatzhalter 2">
            <a:extLst>
              <a:ext uri="{FF2B5EF4-FFF2-40B4-BE49-F238E27FC236}">
                <a16:creationId xmlns:a16="http://schemas.microsoft.com/office/drawing/2014/main" id="{A4C2B900-1DB4-4B2C-AD73-83C74E2626B6}"/>
              </a:ext>
            </a:extLst>
          </p:cNvPr>
          <p:cNvSpPr>
            <a:spLocks noGrp="1"/>
          </p:cNvSpPr>
          <p:nvPr>
            <p:ph sz="quarter" idx="14"/>
          </p:nvPr>
        </p:nvSpPr>
        <p:spPr>
          <a:xfrm>
            <a:off x="251322" y="5860350"/>
            <a:ext cx="3705807"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15" name="Inhaltsplatzhalter 2">
            <a:extLst>
              <a:ext uri="{FF2B5EF4-FFF2-40B4-BE49-F238E27FC236}">
                <a16:creationId xmlns:a16="http://schemas.microsoft.com/office/drawing/2014/main" id="{3385CD3F-DE8F-496E-B3AA-99BC9644CD30}"/>
              </a:ext>
            </a:extLst>
          </p:cNvPr>
          <p:cNvSpPr>
            <a:spLocks noGrp="1"/>
          </p:cNvSpPr>
          <p:nvPr>
            <p:ph sz="quarter" idx="15"/>
          </p:nvPr>
        </p:nvSpPr>
        <p:spPr>
          <a:xfrm>
            <a:off x="4173889" y="5860350"/>
            <a:ext cx="379465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5" name="Bildplatzhalter 2">
            <a:extLst>
              <a:ext uri="{FF2B5EF4-FFF2-40B4-BE49-F238E27FC236}">
                <a16:creationId xmlns:a16="http://schemas.microsoft.com/office/drawing/2014/main" id="{E54CD52F-2498-29DF-6638-6E99EB9D3403}"/>
              </a:ext>
            </a:extLst>
          </p:cNvPr>
          <p:cNvSpPr>
            <a:spLocks noGrp="1"/>
          </p:cNvSpPr>
          <p:nvPr>
            <p:ph type="pic" sz="quarter" idx="12"/>
          </p:nvPr>
        </p:nvSpPr>
        <p:spPr>
          <a:xfrm>
            <a:off x="252735" y="1296365"/>
            <a:ext cx="3705807" cy="4487215"/>
          </a:xfrm>
          <a:prstGeom prst="rect">
            <a:avLst/>
          </a:prstGeom>
        </p:spPr>
        <p:txBody>
          <a:bodyPr/>
          <a:lstStyle>
            <a:lvl1pPr marL="0" indent="0">
              <a:buNone/>
              <a:defRPr/>
            </a:lvl1pPr>
          </a:lstStyle>
          <a:p>
            <a:r>
              <a:rPr lang="de-DE"/>
              <a:t>Bild durch Klicken auf Symbol hinzufügen</a:t>
            </a:r>
            <a:endParaRPr lang="de-DE" dirty="0"/>
          </a:p>
        </p:txBody>
      </p:sp>
      <p:sp>
        <p:nvSpPr>
          <p:cNvPr id="6" name="Bildplatzhalter 2">
            <a:extLst>
              <a:ext uri="{FF2B5EF4-FFF2-40B4-BE49-F238E27FC236}">
                <a16:creationId xmlns:a16="http://schemas.microsoft.com/office/drawing/2014/main" id="{2847726C-9528-5523-7BE8-387B7438374B}"/>
              </a:ext>
            </a:extLst>
          </p:cNvPr>
          <p:cNvSpPr>
            <a:spLocks noGrp="1"/>
          </p:cNvSpPr>
          <p:nvPr>
            <p:ph type="pic" sz="quarter" idx="16"/>
          </p:nvPr>
        </p:nvSpPr>
        <p:spPr>
          <a:xfrm>
            <a:off x="4173889" y="1296365"/>
            <a:ext cx="3794650" cy="4487215"/>
          </a:xfrm>
          <a:prstGeom prst="rect">
            <a:avLst/>
          </a:prstGeom>
        </p:spPr>
        <p:txBody>
          <a:bodyPr/>
          <a:lstStyle>
            <a:lvl1pPr marL="0" indent="0">
              <a:buNone/>
              <a:defRPr/>
            </a:lvl1pPr>
          </a:lstStyle>
          <a:p>
            <a:r>
              <a:rPr lang="de-DE" dirty="0"/>
              <a:t>Bild durch Klicken auf Symbol hinzufügen</a:t>
            </a:r>
          </a:p>
        </p:txBody>
      </p:sp>
      <p:sp>
        <p:nvSpPr>
          <p:cNvPr id="7" name="Inhaltsplatzhalter 2">
            <a:extLst>
              <a:ext uri="{FF2B5EF4-FFF2-40B4-BE49-F238E27FC236}">
                <a16:creationId xmlns:a16="http://schemas.microsoft.com/office/drawing/2014/main" id="{754F8DF3-CFAA-946B-0AA1-A3B6EF42EE9F}"/>
              </a:ext>
            </a:extLst>
          </p:cNvPr>
          <p:cNvSpPr>
            <a:spLocks noGrp="1"/>
          </p:cNvSpPr>
          <p:nvPr>
            <p:ph sz="quarter" idx="17"/>
          </p:nvPr>
        </p:nvSpPr>
        <p:spPr>
          <a:xfrm>
            <a:off x="8186713" y="5860350"/>
            <a:ext cx="379465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8" name="Bildplatzhalter 2">
            <a:extLst>
              <a:ext uri="{FF2B5EF4-FFF2-40B4-BE49-F238E27FC236}">
                <a16:creationId xmlns:a16="http://schemas.microsoft.com/office/drawing/2014/main" id="{23863FAE-775B-92DE-6F8F-6B8998E96186}"/>
              </a:ext>
            </a:extLst>
          </p:cNvPr>
          <p:cNvSpPr>
            <a:spLocks noGrp="1"/>
          </p:cNvSpPr>
          <p:nvPr>
            <p:ph type="pic" sz="quarter" idx="18"/>
          </p:nvPr>
        </p:nvSpPr>
        <p:spPr>
          <a:xfrm>
            <a:off x="8186713" y="1296365"/>
            <a:ext cx="3794650" cy="4487215"/>
          </a:xfrm>
          <a:prstGeom prst="rect">
            <a:avLst/>
          </a:prstGeom>
        </p:spPr>
        <p:txBody>
          <a:bodyPr/>
          <a:lstStyle>
            <a:lvl1pPr marL="0" indent="0">
              <a:buNone/>
              <a:defRPr/>
            </a:lvl1pPr>
          </a:lstStyle>
          <a:p>
            <a:r>
              <a:rPr lang="de-DE"/>
              <a:t>Bild durch Klicken auf Symbol hinzufügen</a:t>
            </a:r>
            <a:endParaRPr lang="de-DE" dirty="0"/>
          </a:p>
        </p:txBody>
      </p:sp>
      <p:sp>
        <p:nvSpPr>
          <p:cNvPr id="9" name="Textplatzhalter 12">
            <a:extLst>
              <a:ext uri="{FF2B5EF4-FFF2-40B4-BE49-F238E27FC236}">
                <a16:creationId xmlns:a16="http://schemas.microsoft.com/office/drawing/2014/main" id="{5C9DDC2C-D858-6B6C-F92C-655A4F055A3D}"/>
              </a:ext>
            </a:extLst>
          </p:cNvPr>
          <p:cNvSpPr>
            <a:spLocks noGrp="1"/>
          </p:cNvSpPr>
          <p:nvPr>
            <p:ph type="body" sz="quarter" idx="11" hasCustomPrompt="1"/>
          </p:nvPr>
        </p:nvSpPr>
        <p:spPr>
          <a:xfrm>
            <a:off x="603068" y="6540673"/>
            <a:ext cx="10354492" cy="304627"/>
          </a:xfrm>
          <a:prstGeom prst="rect">
            <a:avLst/>
          </a:prstGeom>
        </p:spPr>
        <p:txBody>
          <a:bodyPr lIns="0" tIns="0" rIns="0" bIns="0">
            <a:noAutofit/>
          </a:bodyPr>
          <a:lstStyle>
            <a:lvl1pPr marL="0" indent="0">
              <a:buNone/>
              <a:defRPr sz="1000">
                <a:solidFill>
                  <a:schemeClr val="accent1"/>
                </a:solidFill>
              </a:defRPr>
            </a:lvl1pPr>
          </a:lstStyle>
          <a:p>
            <a:pPr lvl="0"/>
            <a:r>
              <a:rPr lang="de-DE" dirty="0"/>
              <a:t>Quellennachweis</a:t>
            </a:r>
          </a:p>
        </p:txBody>
      </p:sp>
      <p:pic>
        <p:nvPicPr>
          <p:cNvPr id="10" name="Grafik 9">
            <a:extLst>
              <a:ext uri="{FF2B5EF4-FFF2-40B4-BE49-F238E27FC236}">
                <a16:creationId xmlns:a16="http://schemas.microsoft.com/office/drawing/2014/main" id="{00D50ED0-013A-2B62-7348-5D49014791B7}"/>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6428479"/>
            <a:ext cx="886095" cy="303548"/>
          </a:xfrm>
          <a:prstGeom prst="rect">
            <a:avLst/>
          </a:prstGeom>
        </p:spPr>
      </p:pic>
    </p:spTree>
    <p:extLst>
      <p:ext uri="{BB962C8B-B14F-4D97-AF65-F5344CB8AC3E}">
        <p14:creationId xmlns:p14="http://schemas.microsoft.com/office/powerpoint/2010/main" val="397472329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Headline &amp; 1 Content breit &amp; Foto">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6772112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1" y="125973"/>
            <a:ext cx="6405476" cy="900000"/>
          </a:xfrm>
          <a:prstGeom prst="rect">
            <a:avLst/>
          </a:prstGeom>
        </p:spPr>
        <p:txBody>
          <a:bodyPr lIns="0" tIns="0" rIns="0" bIns="0">
            <a:noAutofit/>
          </a:bodyPr>
          <a:lstStyle>
            <a:lvl1pPr>
              <a:defRPr sz="3200" b="1">
                <a:latin typeface="+mj-lt"/>
              </a:defRPr>
            </a:lvl1pPr>
          </a:lstStyle>
          <a:p>
            <a:r>
              <a:rPr lang="de-DE" dirty="0"/>
              <a:t>Mastertitelformat bearbeiten</a:t>
            </a:r>
            <a:endParaRPr lang="en-US" dirty="0"/>
          </a:p>
        </p:txBody>
      </p:sp>
      <p:sp>
        <p:nvSpPr>
          <p:cNvPr id="3" name="Bildplatzhalter 2">
            <a:extLst>
              <a:ext uri="{FF2B5EF4-FFF2-40B4-BE49-F238E27FC236}">
                <a16:creationId xmlns:a16="http://schemas.microsoft.com/office/drawing/2014/main" id="{91F66210-61F0-46EC-AD26-B1F76DE3A770}"/>
              </a:ext>
            </a:extLst>
          </p:cNvPr>
          <p:cNvSpPr>
            <a:spLocks noGrp="1"/>
          </p:cNvSpPr>
          <p:nvPr>
            <p:ph type="pic" sz="quarter" idx="12"/>
          </p:nvPr>
        </p:nvSpPr>
        <p:spPr>
          <a:xfrm>
            <a:off x="7158762" y="0"/>
            <a:ext cx="4203521" cy="6858000"/>
          </a:xfrm>
          <a:prstGeom prst="rect">
            <a:avLst/>
          </a:prstGeom>
        </p:spPr>
        <p:txBody>
          <a:bodyPr/>
          <a:lstStyle>
            <a:lvl1pPr marL="0" indent="0">
              <a:buNone/>
              <a:defRPr/>
            </a:lvl1pPr>
          </a:lstStyle>
          <a:p>
            <a:r>
              <a:rPr lang="de-DE"/>
              <a:t>Bild durch Klicken auf Symbol hinzufügen</a:t>
            </a:r>
            <a:endParaRPr lang="de-DE" dirty="0"/>
          </a:p>
        </p:txBody>
      </p:sp>
      <p:sp>
        <p:nvSpPr>
          <p:cNvPr id="16"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r>
              <a:rPr lang="de-DE" sz="1000" dirty="0">
                <a:solidFill>
                  <a:schemeClr val="accent1"/>
                </a:solidFill>
                <a:latin typeface="+mj-lt"/>
              </a:rPr>
              <a:t> |</a:t>
            </a:r>
          </a:p>
        </p:txBody>
      </p:sp>
      <p:sp>
        <p:nvSpPr>
          <p:cNvPr id="5" name="Textplatzhalter 4">
            <a:extLst>
              <a:ext uri="{FF2B5EF4-FFF2-40B4-BE49-F238E27FC236}">
                <a16:creationId xmlns:a16="http://schemas.microsoft.com/office/drawing/2014/main" id="{AB4076EA-C4B9-49BB-B0CE-E410400A7D80}"/>
              </a:ext>
            </a:extLst>
          </p:cNvPr>
          <p:cNvSpPr>
            <a:spLocks noGrp="1"/>
          </p:cNvSpPr>
          <p:nvPr>
            <p:ph type="body" sz="quarter" idx="14"/>
          </p:nvPr>
        </p:nvSpPr>
        <p:spPr>
          <a:xfrm>
            <a:off x="252000" y="1455937"/>
            <a:ext cx="6406252" cy="4964401"/>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Textplatzhalter 12">
            <a:extLst>
              <a:ext uri="{FF2B5EF4-FFF2-40B4-BE49-F238E27FC236}">
                <a16:creationId xmlns:a16="http://schemas.microsoft.com/office/drawing/2014/main" id="{9E4B1675-524F-F2C3-9AA1-2DC7AF19029E}"/>
              </a:ext>
            </a:extLst>
          </p:cNvPr>
          <p:cNvSpPr>
            <a:spLocks noGrp="1"/>
          </p:cNvSpPr>
          <p:nvPr>
            <p:ph type="body" sz="quarter" idx="11" hasCustomPrompt="1"/>
          </p:nvPr>
        </p:nvSpPr>
        <p:spPr>
          <a:xfrm>
            <a:off x="603068" y="6540673"/>
            <a:ext cx="6405476" cy="304627"/>
          </a:xfrm>
          <a:prstGeom prst="rect">
            <a:avLst/>
          </a:prstGeom>
        </p:spPr>
        <p:txBody>
          <a:bodyPr lIns="0" tIns="0" rIns="0" bIns="0">
            <a:noAutofit/>
          </a:bodyPr>
          <a:lstStyle>
            <a:lvl1pPr marL="0" indent="0">
              <a:buNone/>
              <a:defRPr sz="1000">
                <a:solidFill>
                  <a:schemeClr val="accent1"/>
                </a:solidFill>
              </a:defRPr>
            </a:lvl1pPr>
          </a:lstStyle>
          <a:p>
            <a:pPr lvl="0"/>
            <a:r>
              <a:rPr lang="de-DE" dirty="0"/>
              <a:t>Quellennachweis</a:t>
            </a:r>
          </a:p>
        </p:txBody>
      </p:sp>
      <p:pic>
        <p:nvPicPr>
          <p:cNvPr id="7" name="Grafik 6">
            <a:extLst>
              <a:ext uri="{FF2B5EF4-FFF2-40B4-BE49-F238E27FC236}">
                <a16:creationId xmlns:a16="http://schemas.microsoft.com/office/drawing/2014/main" id="{DF6E7464-A734-54BF-1B78-343073E71036}"/>
              </a:ext>
            </a:extLst>
          </p:cNvPr>
          <p:cNvPicPr>
            <a:picLocks noChangeAspect="1"/>
          </p:cNvPicPr>
          <p:nvPr userDrawn="1"/>
        </p:nvPicPr>
        <p:blipFill>
          <a:blip>
            <a:extLst>
              <a:ext uri="{96DAC541-7B7A-43D3-8B79-37D633B846F1}">
                <asvg:svgBlip xmlns:asvg="http://schemas.microsoft.com/office/drawing/2016/SVG/main" r:embed="rId5"/>
              </a:ext>
            </a:extLst>
          </a:blip>
          <a:srcRect t="-2177" b="-2062"/>
          <a:stretch>
            <a:fillRect/>
          </a:stretch>
        </p:blipFill>
        <p:spPr>
          <a:xfrm>
            <a:off x="11640769" y="6364633"/>
            <a:ext cx="340594" cy="355039"/>
          </a:xfrm>
          <a:prstGeom prst="rect">
            <a:avLst/>
          </a:prstGeom>
        </p:spPr>
      </p:pic>
    </p:spTree>
    <p:extLst>
      <p:ext uri="{BB962C8B-B14F-4D97-AF65-F5344CB8AC3E}">
        <p14:creationId xmlns:p14="http://schemas.microsoft.com/office/powerpoint/2010/main" val="32535246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ags" Target="../tags/tag2.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3.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2.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oleObject" Target="../embeddings/oleObject1.bin"/><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3.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13" Type="http://schemas.openxmlformats.org/officeDocument/2006/relationships/image" Target="../media/image3.svg"/><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image" Target="../media/image2.emf"/><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oleObject" Target="../embeddings/oleObject1.bin"/><Relationship Id="rId5" Type="http://schemas.openxmlformats.org/officeDocument/2006/relationships/slideLayout" Target="../slideLayouts/slideLayout24.xml"/><Relationship Id="rId10" Type="http://schemas.openxmlformats.org/officeDocument/2006/relationships/tags" Target="../tags/tag21.xml"/><Relationship Id="rId4" Type="http://schemas.openxmlformats.org/officeDocument/2006/relationships/slideLayout" Target="../slideLayouts/slideLayout23.xml"/><Relationship Id="rId9" Type="http://schemas.openxmlformats.org/officeDocument/2006/relationships/tags" Target="../tags/tag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1"/>
            </p:custDataLst>
            <p:extLst>
              <p:ext uri="{D42A27DB-BD31-4B8C-83A1-F6EECF244321}">
                <p14:modId xmlns:p14="http://schemas.microsoft.com/office/powerpoint/2010/main" val="40498796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3" imgW="359" imgH="360" progId="TCLayout.ActiveDocument.1">
                  <p:embed/>
                </p:oleObj>
              </mc:Choice>
              <mc:Fallback>
                <p:oleObj name="think-cell Slide" r:id="rId23" imgW="359" imgH="360" progId="TCLayout.ActiveDocument.1">
                  <p:embed/>
                  <p:pic>
                    <p:nvPicPr>
                      <p:cNvPr id="3" name="Object 2" hidden="1"/>
                      <p:cNvPicPr/>
                      <p:nvPr/>
                    </p:nvPicPr>
                    <p:blipFill>
                      <a:blip r:embed="rId24"/>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80000"/>
              </a:lnSpc>
              <a:spcBef>
                <a:spcPct val="0"/>
              </a:spcBef>
              <a:spcAft>
                <a:spcPct val="0"/>
              </a:spcAft>
            </a:pPr>
            <a:endParaRPr lang="de-DE" sz="3200" b="1" i="0" baseline="0" dirty="0">
              <a:latin typeface="TitilliumText25L" panose="020B0604020202020204" charset="0"/>
              <a:ea typeface="+mj-ea"/>
              <a:cs typeface="+mj-cs"/>
              <a:sym typeface="TitilliumText25L" panose="020B0604020202020204" charset="0"/>
            </a:endParaRPr>
          </a:p>
        </p:txBody>
      </p:sp>
      <p:sp>
        <p:nvSpPr>
          <p:cNvPr id="11" name="Titelplatzhalter 10">
            <a:extLst>
              <a:ext uri="{FF2B5EF4-FFF2-40B4-BE49-F238E27FC236}">
                <a16:creationId xmlns:a16="http://schemas.microsoft.com/office/drawing/2014/main" id="{CD78F690-38B8-4CD3-BB42-2B79A89DACFD}"/>
              </a:ext>
            </a:extLst>
          </p:cNvPr>
          <p:cNvSpPr>
            <a:spLocks noGrp="1"/>
          </p:cNvSpPr>
          <p:nvPr>
            <p:ph type="title"/>
          </p:nvPr>
        </p:nvSpPr>
        <p:spPr>
          <a:xfrm>
            <a:off x="252000" y="125973"/>
            <a:ext cx="11688000" cy="900001"/>
          </a:xfrm>
          <a:prstGeom prst="rect">
            <a:avLst/>
          </a:prstGeom>
        </p:spPr>
        <p:txBody>
          <a:bodyPr vert="horz" lIns="0" tIns="0" rIns="0" bIns="0" rtlCol="0" anchor="b">
            <a:noAutofit/>
          </a:bodyPr>
          <a:lstStyle/>
          <a:p>
            <a:r>
              <a:rPr lang="de-DE" dirty="0"/>
              <a:t>Mastertitelformat bearbeiten</a:t>
            </a:r>
          </a:p>
        </p:txBody>
      </p:sp>
      <p:sp>
        <p:nvSpPr>
          <p:cNvPr id="4" name="Text Placeholder 3"/>
          <p:cNvSpPr>
            <a:spLocks noGrp="1"/>
          </p:cNvSpPr>
          <p:nvPr>
            <p:ph type="body" idx="1"/>
          </p:nvPr>
        </p:nvSpPr>
        <p:spPr>
          <a:xfrm>
            <a:off x="252000" y="1454400"/>
            <a:ext cx="11687999" cy="5175000"/>
          </a:xfrm>
          <a:prstGeom prst="rect">
            <a:avLst/>
          </a:prstGeom>
        </p:spPr>
        <p:txBody>
          <a:bodyPr vert="horz" lIns="0" tIns="0" rIns="0" bIns="0" rtlCol="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pic>
        <p:nvPicPr>
          <p:cNvPr id="5" name="Grafik 4">
            <a:extLst>
              <a:ext uri="{FF2B5EF4-FFF2-40B4-BE49-F238E27FC236}">
                <a16:creationId xmlns:a16="http://schemas.microsoft.com/office/drawing/2014/main" id="{56C176EB-3427-276E-8002-ABD8AEE93783}"/>
              </a:ext>
            </a:extLst>
          </p:cNvPr>
          <p:cNvPicPr>
            <a:picLocks noChangeAspect="1"/>
          </p:cNvPicPr>
          <p:nvPr userDrawn="1"/>
        </p:nvPicPr>
        <p:blipFill>
          <a:blip>
            <a:extLst>
              <a:ext uri="{96DAC541-7B7A-43D3-8B79-37D633B846F1}">
                <asvg:svgBlip xmlns:asvg="http://schemas.microsoft.com/office/drawing/2016/SVG/main" r:embed="rId25"/>
              </a:ext>
            </a:extLst>
          </a:blip>
          <a:srcRect/>
          <a:stretch/>
        </p:blipFill>
        <p:spPr>
          <a:xfrm>
            <a:off x="11095268" y="151916"/>
            <a:ext cx="886095" cy="303548"/>
          </a:xfrm>
          <a:prstGeom prst="rect">
            <a:avLst/>
          </a:prstGeom>
        </p:spPr>
      </p:pic>
    </p:spTree>
  </p:cSld>
  <p:clrMap bg1="lt1" tx1="dk1" bg2="lt2" tx2="dk2" accent1="accent1" accent2="accent2" accent3="accent3" accent4="accent4" accent5="accent5" accent6="accent6" hlink="hlink" folHlink="folHlink"/>
  <p:sldLayoutIdLst>
    <p:sldLayoutId id="2147483662" r:id="rId1"/>
    <p:sldLayoutId id="2147483649" r:id="rId2"/>
    <p:sldLayoutId id="2147483670" r:id="rId3"/>
    <p:sldLayoutId id="2147483674" r:id="rId4"/>
    <p:sldLayoutId id="2147483678" r:id="rId5"/>
    <p:sldLayoutId id="2147483680" r:id="rId6"/>
    <p:sldLayoutId id="2147483673" r:id="rId7"/>
    <p:sldLayoutId id="2147483690" r:id="rId8"/>
    <p:sldLayoutId id="2147483650" r:id="rId9"/>
    <p:sldLayoutId id="2147483685" r:id="rId10"/>
    <p:sldLayoutId id="2147483689" r:id="rId11"/>
    <p:sldLayoutId id="2147483686" r:id="rId12"/>
    <p:sldLayoutId id="2147483669" r:id="rId13"/>
    <p:sldLayoutId id="2147483687" r:id="rId14"/>
    <p:sldLayoutId id="2147483694" r:id="rId15"/>
    <p:sldLayoutId id="2147483693" r:id="rId16"/>
    <p:sldLayoutId id="2147483688" r:id="rId17"/>
    <p:sldLayoutId id="2147483679" r:id="rId18"/>
    <p:sldLayoutId id="2147483709" r:id="rId19"/>
  </p:sldLayoutIdLst>
  <p:txStyles>
    <p:titleStyle>
      <a:lvl1pPr marL="0" indent="0" algn="l" defTabSz="914400" rtl="0" eaLnBrk="1" latinLnBrk="0" hangingPunct="1">
        <a:lnSpc>
          <a:spcPct val="80000"/>
        </a:lnSpc>
        <a:spcBef>
          <a:spcPct val="0"/>
        </a:spcBef>
        <a:buFont typeface="Wingdings" panose="05000000000000000000" pitchFamily="2" charset="2"/>
        <a:buNone/>
        <a:defRPr sz="3200" b="1" kern="1200" cap="none" spc="0" baseline="0">
          <a:solidFill>
            <a:schemeClr val="accent1"/>
          </a:solidFill>
          <a:latin typeface="+mj-lt"/>
          <a:ea typeface="+mj-ea"/>
          <a:cs typeface="+mj-cs"/>
        </a:defRPr>
      </a:lvl1pPr>
    </p:titleStyle>
    <p:bodyStyle>
      <a:lvl1pPr marL="342900" indent="-342900" algn="l" defTabSz="914400" rtl="0" eaLnBrk="1" latinLnBrk="0" hangingPunct="1">
        <a:lnSpc>
          <a:spcPct val="100000"/>
        </a:lnSpc>
        <a:spcBef>
          <a:spcPts val="0"/>
        </a:spcBef>
        <a:spcAft>
          <a:spcPts val="1000"/>
        </a:spcAft>
        <a:buClr>
          <a:schemeClr val="accent1"/>
        </a:buClr>
        <a:buSzPct val="100000"/>
        <a:buFont typeface="Wingdings" panose="05000000000000000000" pitchFamily="2" charset="2"/>
        <a:buChar char="§"/>
        <a:defRPr sz="2200" kern="1200">
          <a:solidFill>
            <a:schemeClr val="tx1"/>
          </a:solidFill>
          <a:latin typeface="+mj-lt"/>
          <a:ea typeface="+mn-ea"/>
          <a:cs typeface="+mn-cs"/>
        </a:defRPr>
      </a:lvl1pPr>
      <a:lvl2pPr marL="630000" indent="-288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a:solidFill>
            <a:schemeClr val="tx1"/>
          </a:solidFill>
          <a:latin typeface="+mj-lt"/>
          <a:ea typeface="+mn-ea"/>
          <a:cs typeface="+mn-cs"/>
        </a:defRPr>
      </a:lvl2pPr>
      <a:lvl3pPr marL="846000" indent="-216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a:solidFill>
            <a:schemeClr val="tx1"/>
          </a:solidFill>
          <a:latin typeface="+mj-lt"/>
          <a:ea typeface="+mn-ea"/>
          <a:cs typeface="+mn-cs"/>
        </a:defRPr>
      </a:lvl3pPr>
      <a:lvl4pPr marL="1062000" indent="-216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a:solidFill>
            <a:schemeClr val="tx1"/>
          </a:solidFill>
          <a:latin typeface="+mj-lt"/>
          <a:ea typeface="+mn-ea"/>
          <a:cs typeface="+mn-cs"/>
        </a:defRPr>
      </a:lvl4pPr>
      <a:lvl5pPr marL="1278000" indent="-216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a:solidFill>
            <a:schemeClr val="tx1"/>
          </a:solidFill>
          <a:latin typeface="+mj-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9"/>
            </p:custDataLst>
            <p:extLst>
              <p:ext uri="{D42A27DB-BD31-4B8C-83A1-F6EECF244321}">
                <p14:modId xmlns:p14="http://schemas.microsoft.com/office/powerpoint/2010/main" val="40498796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359" imgH="360" progId="TCLayout.ActiveDocument.1">
                  <p:embed/>
                </p:oleObj>
              </mc:Choice>
              <mc:Fallback>
                <p:oleObj name="think-cell Slide" r:id="rId11" imgW="359" imgH="360" progId="TCLayout.ActiveDocument.1">
                  <p:embed/>
                  <p:pic>
                    <p:nvPicPr>
                      <p:cNvPr id="3" name="Object 2" hidden="1"/>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10"/>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80000"/>
              </a:lnSpc>
              <a:spcBef>
                <a:spcPct val="0"/>
              </a:spcBef>
              <a:spcAft>
                <a:spcPct val="0"/>
              </a:spcAft>
            </a:pPr>
            <a:endParaRPr lang="de-DE" sz="3200" b="1" i="0" baseline="0" dirty="0">
              <a:latin typeface="TitilliumText25L" panose="020B0604020202020204" charset="0"/>
              <a:ea typeface="+mj-ea"/>
              <a:cs typeface="+mj-cs"/>
              <a:sym typeface="TitilliumText25L" panose="020B0604020202020204" charset="0"/>
            </a:endParaRPr>
          </a:p>
        </p:txBody>
      </p:sp>
      <p:sp>
        <p:nvSpPr>
          <p:cNvPr id="11" name="Titelplatzhalter 10">
            <a:extLst>
              <a:ext uri="{FF2B5EF4-FFF2-40B4-BE49-F238E27FC236}">
                <a16:creationId xmlns:a16="http://schemas.microsoft.com/office/drawing/2014/main" id="{CD78F690-38B8-4CD3-BB42-2B79A89DACFD}"/>
              </a:ext>
            </a:extLst>
          </p:cNvPr>
          <p:cNvSpPr>
            <a:spLocks noGrp="1"/>
          </p:cNvSpPr>
          <p:nvPr>
            <p:ph type="title"/>
          </p:nvPr>
        </p:nvSpPr>
        <p:spPr>
          <a:xfrm>
            <a:off x="252000" y="125973"/>
            <a:ext cx="11688000" cy="900001"/>
          </a:xfrm>
          <a:prstGeom prst="rect">
            <a:avLst/>
          </a:prstGeom>
        </p:spPr>
        <p:txBody>
          <a:bodyPr vert="horz" lIns="0" tIns="0" rIns="0" bIns="0" rtlCol="0" anchor="b">
            <a:noAutofit/>
          </a:bodyPr>
          <a:lstStyle/>
          <a:p>
            <a:r>
              <a:rPr lang="de-DE" dirty="0"/>
              <a:t>Mastertitelformat bearbeiten</a:t>
            </a:r>
          </a:p>
        </p:txBody>
      </p:sp>
      <p:sp>
        <p:nvSpPr>
          <p:cNvPr id="4" name="Text Placeholder 3"/>
          <p:cNvSpPr>
            <a:spLocks noGrp="1"/>
          </p:cNvSpPr>
          <p:nvPr>
            <p:ph type="body" idx="1"/>
          </p:nvPr>
        </p:nvSpPr>
        <p:spPr>
          <a:xfrm>
            <a:off x="252000" y="1454400"/>
            <a:ext cx="11687999" cy="4862580"/>
          </a:xfrm>
          <a:prstGeom prst="rect">
            <a:avLst/>
          </a:prstGeom>
        </p:spPr>
        <p:txBody>
          <a:bodyPr vert="horz" lIns="0" tIns="0" rIns="0" bIns="0" rtlCol="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pic>
        <p:nvPicPr>
          <p:cNvPr id="7" name="Grafik 6">
            <a:extLst>
              <a:ext uri="{FF2B5EF4-FFF2-40B4-BE49-F238E27FC236}">
                <a16:creationId xmlns:a16="http://schemas.microsoft.com/office/drawing/2014/main" id="{7A436AA1-9051-0502-74DB-F1BECB1D377C}"/>
              </a:ext>
            </a:extLst>
          </p:cNvPr>
          <p:cNvPicPr>
            <a:picLocks noChangeAspect="1"/>
          </p:cNvPicPr>
          <p:nvPr userDrawn="1"/>
        </p:nvPicPr>
        <p:blipFill>
          <a:blip>
            <a:extLst>
              <a:ext uri="{96DAC541-7B7A-43D3-8B79-37D633B846F1}">
                <asvg:svgBlip xmlns:asvg="http://schemas.microsoft.com/office/drawing/2016/SVG/main" r:embed="rId13"/>
              </a:ext>
            </a:extLst>
          </a:blip>
          <a:srcRect/>
          <a:stretch/>
        </p:blipFill>
        <p:spPr>
          <a:xfrm>
            <a:off x="11095268" y="6428479"/>
            <a:ext cx="886095" cy="303548"/>
          </a:xfrm>
          <a:prstGeom prst="rect">
            <a:avLst/>
          </a:prstGeom>
        </p:spPr>
      </p:pic>
    </p:spTree>
    <p:extLst>
      <p:ext uri="{BB962C8B-B14F-4D97-AF65-F5344CB8AC3E}">
        <p14:creationId xmlns:p14="http://schemas.microsoft.com/office/powerpoint/2010/main" val="1731420383"/>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Lst>
  <p:txStyles>
    <p:titleStyle>
      <a:lvl1pPr marL="0" indent="0" algn="l" defTabSz="914400" rtl="0" eaLnBrk="1" latinLnBrk="0" hangingPunct="1">
        <a:lnSpc>
          <a:spcPct val="80000"/>
        </a:lnSpc>
        <a:spcBef>
          <a:spcPct val="0"/>
        </a:spcBef>
        <a:buFont typeface="Wingdings" panose="05000000000000000000" pitchFamily="2" charset="2"/>
        <a:buNone/>
        <a:defRPr sz="3200" b="1" kern="1200" cap="none" spc="0" baseline="0">
          <a:solidFill>
            <a:schemeClr val="accent1"/>
          </a:solidFill>
          <a:latin typeface="+mj-lt"/>
          <a:ea typeface="+mj-ea"/>
          <a:cs typeface="+mj-cs"/>
        </a:defRPr>
      </a:lvl1pPr>
    </p:titleStyle>
    <p:bodyStyle>
      <a:lvl1pPr marL="342900" indent="-342900" algn="l" defTabSz="914400" rtl="0" eaLnBrk="1" latinLnBrk="0" hangingPunct="1">
        <a:lnSpc>
          <a:spcPct val="100000"/>
        </a:lnSpc>
        <a:spcBef>
          <a:spcPts val="0"/>
        </a:spcBef>
        <a:spcAft>
          <a:spcPts val="1000"/>
        </a:spcAft>
        <a:buClr>
          <a:schemeClr val="accent1"/>
        </a:buClr>
        <a:buSzPct val="100000"/>
        <a:buFont typeface="Wingdings" panose="05000000000000000000" pitchFamily="2" charset="2"/>
        <a:buChar char="§"/>
        <a:defRPr sz="2200" kern="1200">
          <a:solidFill>
            <a:schemeClr val="tx1"/>
          </a:solidFill>
          <a:latin typeface="+mj-lt"/>
          <a:ea typeface="+mn-ea"/>
          <a:cs typeface="+mn-cs"/>
        </a:defRPr>
      </a:lvl1pPr>
      <a:lvl2pPr marL="630000" indent="-288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a:solidFill>
            <a:schemeClr val="tx1"/>
          </a:solidFill>
          <a:latin typeface="+mj-lt"/>
          <a:ea typeface="+mn-ea"/>
          <a:cs typeface="+mn-cs"/>
        </a:defRPr>
      </a:lvl2pPr>
      <a:lvl3pPr marL="846000" indent="-216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a:solidFill>
            <a:schemeClr val="tx1"/>
          </a:solidFill>
          <a:latin typeface="+mj-lt"/>
          <a:ea typeface="+mn-ea"/>
          <a:cs typeface="+mn-cs"/>
        </a:defRPr>
      </a:lvl3pPr>
      <a:lvl4pPr marL="1062000" indent="-216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a:solidFill>
            <a:schemeClr val="tx1"/>
          </a:solidFill>
          <a:latin typeface="+mj-lt"/>
          <a:ea typeface="+mn-ea"/>
          <a:cs typeface="+mn-cs"/>
        </a:defRPr>
      </a:lvl4pPr>
      <a:lvl5pPr marL="1278000" indent="-216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a:solidFill>
            <a:schemeClr val="tx1"/>
          </a:solidFill>
          <a:latin typeface="+mj-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fik 6">
            <a:extLst>
              <a:ext uri="{FF2B5EF4-FFF2-40B4-BE49-F238E27FC236}">
                <a16:creationId xmlns:a16="http://schemas.microsoft.com/office/drawing/2014/main" id="{AECDC4CB-F37D-F165-0E83-EA99EEB4276B}"/>
              </a:ext>
              <a:ext uri="{C183D7F6-B498-43B3-948B-1728B52AA6E4}">
                <adec:decorative xmlns:adec="http://schemas.microsoft.com/office/drawing/2017/decorative" val="1"/>
              </a:ext>
            </a:extLst>
          </p:cNvPr>
          <p:cNvPicPr>
            <a:picLocks noChangeAspect="1"/>
          </p:cNvPicPr>
          <p:nvPr/>
        </p:nvPicPr>
        <p:blipFill>
          <a:blip r:embed="rId2">
            <a:alphaModFix amt="66000"/>
          </a:blip>
          <a:stretch>
            <a:fillRect/>
          </a:stretch>
        </p:blipFill>
        <p:spPr>
          <a:xfrm>
            <a:off x="0" y="0"/>
            <a:ext cx="12192000" cy="8275562"/>
          </a:xfrm>
          <a:prstGeom prst="rect">
            <a:avLst/>
          </a:prstGeom>
        </p:spPr>
      </p:pic>
      <p:pic>
        <p:nvPicPr>
          <p:cNvPr id="8" name="Grafik 7">
            <a:extLst>
              <a:ext uri="{FF2B5EF4-FFF2-40B4-BE49-F238E27FC236}">
                <a16:creationId xmlns:a16="http://schemas.microsoft.com/office/drawing/2014/main" id="{B57BD6A9-8641-DF15-BE2B-5ECB599FA5D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1095268" y="151916"/>
            <a:ext cx="886095" cy="303548"/>
          </a:xfrm>
          <a:prstGeom prst="rect">
            <a:avLst/>
          </a:prstGeom>
        </p:spPr>
      </p:pic>
      <p:sp>
        <p:nvSpPr>
          <p:cNvPr id="9" name="Rechteck 8">
            <a:extLst>
              <a:ext uri="{FF2B5EF4-FFF2-40B4-BE49-F238E27FC236}">
                <a16:creationId xmlns:a16="http://schemas.microsoft.com/office/drawing/2014/main" id="{BA190EBE-54A7-4293-6233-2273FEAE0DBD}"/>
              </a:ext>
            </a:extLst>
          </p:cNvPr>
          <p:cNvSpPr/>
          <p:nvPr/>
        </p:nvSpPr>
        <p:spPr>
          <a:xfrm>
            <a:off x="0" y="5989562"/>
            <a:ext cx="12192000" cy="228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latin typeface="Arial" panose="020B0604020202020204" pitchFamily="34" charset="0"/>
              <a:cs typeface="Arial" panose="020B0604020202020204" pitchFamily="34" charset="0"/>
            </a:endParaRPr>
          </a:p>
        </p:txBody>
      </p:sp>
      <p:sp>
        <p:nvSpPr>
          <p:cNvPr id="5" name="Untertitel 4">
            <a:extLst>
              <a:ext uri="{FF2B5EF4-FFF2-40B4-BE49-F238E27FC236}">
                <a16:creationId xmlns:a16="http://schemas.microsoft.com/office/drawing/2014/main" id="{A0056E78-61F5-B076-6F6A-8086BAB5567D}"/>
              </a:ext>
            </a:extLst>
          </p:cNvPr>
          <p:cNvSpPr>
            <a:spLocks noGrp="1"/>
          </p:cNvSpPr>
          <p:nvPr>
            <p:ph type="subTitle" idx="1"/>
          </p:nvPr>
        </p:nvSpPr>
        <p:spPr>
          <a:xfrm>
            <a:off x="8572500" y="5989562"/>
            <a:ext cx="3200400" cy="1463040"/>
          </a:xfrm>
        </p:spPr>
        <p:txBody>
          <a:bodyPr/>
          <a:lstStyle/>
          <a:p>
            <a:r>
              <a:rPr lang="de-DE" sz="2400" b="1" dirty="0">
                <a:latin typeface="Arial" panose="020B0604020202020204" pitchFamily="34" charset="0"/>
                <a:cs typeface="Arial" panose="020B0604020202020204" pitchFamily="34" charset="0"/>
              </a:rPr>
              <a:t>Prof. Dr. </a:t>
            </a:r>
            <a:br>
              <a:rPr lang="de-DE" sz="2400" b="1" dirty="0">
                <a:latin typeface="Arial" panose="020B0604020202020204" pitchFamily="34" charset="0"/>
                <a:cs typeface="Arial" panose="020B0604020202020204" pitchFamily="34" charset="0"/>
              </a:rPr>
            </a:br>
            <a:r>
              <a:rPr lang="de-DE" sz="2400" b="1" dirty="0">
                <a:latin typeface="Arial" panose="020B0604020202020204" pitchFamily="34" charset="0"/>
                <a:cs typeface="Arial" panose="020B0604020202020204" pitchFamily="34" charset="0"/>
              </a:rPr>
              <a:t>Kamyar Sarshar</a:t>
            </a:r>
            <a:br>
              <a:rPr lang="de-DE" sz="2400" b="1" dirty="0">
                <a:latin typeface="Arial" panose="020B0604020202020204" pitchFamily="34" charset="0"/>
                <a:cs typeface="Arial" panose="020B0604020202020204" pitchFamily="34" charset="0"/>
              </a:rPr>
            </a:br>
            <a:r>
              <a:rPr lang="de-DE" sz="2000" dirty="0">
                <a:latin typeface="Arial" panose="020B0604020202020204" pitchFamily="34" charset="0"/>
                <a:cs typeface="Arial" panose="020B0604020202020204" pitchFamily="34" charset="0"/>
              </a:rPr>
              <a:t>HSBA 2026</a:t>
            </a:r>
            <a:endParaRPr lang="de-DE" sz="2400" dirty="0">
              <a:latin typeface="Arial" panose="020B0604020202020204" pitchFamily="34" charset="0"/>
              <a:cs typeface="Arial" panose="020B0604020202020204" pitchFamily="34" charset="0"/>
            </a:endParaRPr>
          </a:p>
        </p:txBody>
      </p:sp>
      <p:sp>
        <p:nvSpPr>
          <p:cNvPr id="2" name="Titel 1">
            <a:extLst>
              <a:ext uri="{FF2B5EF4-FFF2-40B4-BE49-F238E27FC236}">
                <a16:creationId xmlns:a16="http://schemas.microsoft.com/office/drawing/2014/main" id="{1C74D302-4A5C-409C-82C5-9A6D7D44A8ED}"/>
              </a:ext>
            </a:extLst>
          </p:cNvPr>
          <p:cNvSpPr>
            <a:spLocks noGrp="1"/>
          </p:cNvSpPr>
          <p:nvPr>
            <p:ph type="ctrTitle"/>
          </p:nvPr>
        </p:nvSpPr>
        <p:spPr>
          <a:xfrm>
            <a:off x="419100" y="5669522"/>
            <a:ext cx="7772400" cy="1463040"/>
          </a:xfrm>
        </p:spPr>
        <p:txBody>
          <a:bodyPr>
            <a:noAutofit/>
          </a:bodyPr>
          <a:lstStyle/>
          <a:p>
            <a:r>
              <a:rPr lang="de-DE" sz="4000" dirty="0">
                <a:latin typeface="Arial" panose="020B0604020202020204" pitchFamily="34" charset="0"/>
                <a:cs typeface="Arial" panose="020B0604020202020204" pitchFamily="34" charset="0"/>
              </a:rPr>
              <a:t>UML-Klassendiagramm</a:t>
            </a:r>
          </a:p>
        </p:txBody>
      </p:sp>
      <p:cxnSp>
        <p:nvCxnSpPr>
          <p:cNvPr id="10" name="Straight Connector 7">
            <a:extLst>
              <a:ext uri="{FF2B5EF4-FFF2-40B4-BE49-F238E27FC236}">
                <a16:creationId xmlns:a16="http://schemas.microsoft.com/office/drawing/2014/main" id="{178829BC-FC82-3FDE-D04A-465D994920F7}"/>
              </a:ext>
            </a:extLst>
          </p:cNvPr>
          <p:cNvCxnSpPr>
            <a:cxnSpLocks/>
          </p:cNvCxnSpPr>
          <p:nvPr/>
        </p:nvCxnSpPr>
        <p:spPr>
          <a:xfrm flipV="1">
            <a:off x="8353425" y="5924188"/>
            <a:ext cx="0" cy="1252358"/>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9631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el 9">
            <a:extLst>
              <a:ext uri="{FF2B5EF4-FFF2-40B4-BE49-F238E27FC236}">
                <a16:creationId xmlns:a16="http://schemas.microsoft.com/office/drawing/2014/main" id="{76D9292D-E9B7-1EB5-5FCD-36D92A27BD8F}"/>
              </a:ext>
            </a:extLst>
          </p:cNvPr>
          <p:cNvSpPr>
            <a:spLocks noGrp="1"/>
          </p:cNvSpPr>
          <p:nvPr>
            <p:ph type="title"/>
          </p:nvPr>
        </p:nvSpPr>
        <p:spPr>
          <a:xfrm>
            <a:off x="252000" y="125973"/>
            <a:ext cx="10720800" cy="900000"/>
          </a:xfrm>
        </p:spPr>
        <p:txBody>
          <a:bodyPr/>
          <a:lstStyle/>
          <a:p>
            <a:r>
              <a:rPr lang="de-DE" dirty="0"/>
              <a:t>Agenda</a:t>
            </a:r>
          </a:p>
        </p:txBody>
      </p:sp>
      <p:sp>
        <p:nvSpPr>
          <p:cNvPr id="11" name="Textplatzhalter 10">
            <a:extLst>
              <a:ext uri="{FF2B5EF4-FFF2-40B4-BE49-F238E27FC236}">
                <a16:creationId xmlns:a16="http://schemas.microsoft.com/office/drawing/2014/main" id="{20F9BA9E-E854-8A8E-01A4-644AEBC441D3}"/>
              </a:ext>
            </a:extLst>
          </p:cNvPr>
          <p:cNvSpPr>
            <a:spLocks noGrp="1"/>
          </p:cNvSpPr>
          <p:nvPr>
            <p:ph type="body" sz="half" idx="2"/>
          </p:nvPr>
        </p:nvSpPr>
        <p:spPr>
          <a:xfrm>
            <a:off x="251998" y="2255216"/>
            <a:ext cx="10846308" cy="599993"/>
          </a:xfrm>
        </p:spPr>
        <p:txBody>
          <a:bodyPr/>
          <a:lstStyle/>
          <a:p>
            <a:r>
              <a:rPr lang="de-DE" sz="2400" b="1" dirty="0"/>
              <a:t>Einsatzzweck</a:t>
            </a:r>
          </a:p>
        </p:txBody>
      </p:sp>
      <p:sp>
        <p:nvSpPr>
          <p:cNvPr id="13" name="Textplatzhalter 12">
            <a:extLst>
              <a:ext uri="{FF2B5EF4-FFF2-40B4-BE49-F238E27FC236}">
                <a16:creationId xmlns:a16="http://schemas.microsoft.com/office/drawing/2014/main" id="{496A2E47-2F93-874F-0645-B3EBF615808F}"/>
              </a:ext>
            </a:extLst>
          </p:cNvPr>
          <p:cNvSpPr>
            <a:spLocks noGrp="1"/>
          </p:cNvSpPr>
          <p:nvPr>
            <p:ph type="body" sz="half" idx="13"/>
          </p:nvPr>
        </p:nvSpPr>
        <p:spPr>
          <a:xfrm>
            <a:off x="251998" y="2964220"/>
            <a:ext cx="10846308" cy="599993"/>
          </a:xfrm>
        </p:spPr>
        <p:txBody>
          <a:bodyPr/>
          <a:lstStyle/>
          <a:p>
            <a:r>
              <a:rPr lang="de-DE" sz="2400" b="1" dirty="0"/>
              <a:t>Einordnung in ARIS</a:t>
            </a:r>
          </a:p>
        </p:txBody>
      </p:sp>
      <p:sp>
        <p:nvSpPr>
          <p:cNvPr id="14" name="Textplatzhalter 13">
            <a:extLst>
              <a:ext uri="{FF2B5EF4-FFF2-40B4-BE49-F238E27FC236}">
                <a16:creationId xmlns:a16="http://schemas.microsoft.com/office/drawing/2014/main" id="{3ABBB527-E139-3276-28C1-A1FF4CBA5A52}"/>
              </a:ext>
            </a:extLst>
          </p:cNvPr>
          <p:cNvSpPr>
            <a:spLocks noGrp="1"/>
          </p:cNvSpPr>
          <p:nvPr>
            <p:ph type="body" sz="half" idx="14"/>
          </p:nvPr>
        </p:nvSpPr>
        <p:spPr>
          <a:xfrm>
            <a:off x="251998" y="3673224"/>
            <a:ext cx="10846308" cy="599993"/>
          </a:xfrm>
        </p:spPr>
        <p:txBody>
          <a:bodyPr/>
          <a:lstStyle/>
          <a:p>
            <a:r>
              <a:rPr lang="de-DE" sz="2400" b="1" dirty="0" err="1"/>
              <a:t>Sprachkonstrukte</a:t>
            </a:r>
            <a:endParaRPr lang="de-DE" sz="2400" b="1" dirty="0"/>
          </a:p>
        </p:txBody>
      </p:sp>
      <p:sp>
        <p:nvSpPr>
          <p:cNvPr id="15" name="Textplatzhalter 14">
            <a:extLst>
              <a:ext uri="{FF2B5EF4-FFF2-40B4-BE49-F238E27FC236}">
                <a16:creationId xmlns:a16="http://schemas.microsoft.com/office/drawing/2014/main" id="{E844742C-1CA3-BBCF-D05E-133417A4DC4B}"/>
              </a:ext>
            </a:extLst>
          </p:cNvPr>
          <p:cNvSpPr>
            <a:spLocks noGrp="1"/>
          </p:cNvSpPr>
          <p:nvPr>
            <p:ph type="body" sz="half" idx="15"/>
          </p:nvPr>
        </p:nvSpPr>
        <p:spPr>
          <a:xfrm>
            <a:off x="251998" y="4382228"/>
            <a:ext cx="10846308" cy="599993"/>
          </a:xfrm>
        </p:spPr>
        <p:txBody>
          <a:bodyPr/>
          <a:lstStyle/>
          <a:p>
            <a:r>
              <a:rPr lang="de-DE" sz="2400" b="1" dirty="0"/>
              <a:t>Bewertung</a:t>
            </a:r>
            <a:endParaRPr lang="en-US" sz="2400" b="1" dirty="0"/>
          </a:p>
        </p:txBody>
      </p:sp>
      <p:sp>
        <p:nvSpPr>
          <p:cNvPr id="16" name="Textplatzhalter 15">
            <a:extLst>
              <a:ext uri="{FF2B5EF4-FFF2-40B4-BE49-F238E27FC236}">
                <a16:creationId xmlns:a16="http://schemas.microsoft.com/office/drawing/2014/main" id="{C4F40538-AB62-FED7-A8D5-341FEC78809B}"/>
              </a:ext>
            </a:extLst>
          </p:cNvPr>
          <p:cNvSpPr>
            <a:spLocks noGrp="1"/>
          </p:cNvSpPr>
          <p:nvPr>
            <p:ph type="body" sz="half" idx="16"/>
          </p:nvPr>
        </p:nvSpPr>
        <p:spPr>
          <a:xfrm>
            <a:off x="251998" y="1546212"/>
            <a:ext cx="10846308" cy="599993"/>
          </a:xfrm>
        </p:spPr>
        <p:txBody>
          <a:bodyPr/>
          <a:lstStyle/>
          <a:p>
            <a:r>
              <a:rPr lang="de-DE" sz="2400" b="1" dirty="0"/>
              <a:t>Historie</a:t>
            </a:r>
          </a:p>
        </p:txBody>
      </p:sp>
      <p:sp>
        <p:nvSpPr>
          <p:cNvPr id="17" name="Textplatzhalter 16">
            <a:extLst>
              <a:ext uri="{FF2B5EF4-FFF2-40B4-BE49-F238E27FC236}">
                <a16:creationId xmlns:a16="http://schemas.microsoft.com/office/drawing/2014/main" id="{3D5B20C3-6D27-CDA2-C766-307CBD2E4B3A}"/>
              </a:ext>
            </a:extLst>
          </p:cNvPr>
          <p:cNvSpPr>
            <a:spLocks noGrp="1"/>
          </p:cNvSpPr>
          <p:nvPr>
            <p:ph type="body" sz="half" idx="17"/>
          </p:nvPr>
        </p:nvSpPr>
        <p:spPr>
          <a:xfrm>
            <a:off x="251998" y="5091230"/>
            <a:ext cx="10846308" cy="599993"/>
          </a:xfrm>
        </p:spPr>
        <p:txBody>
          <a:bodyPr/>
          <a:lstStyle/>
          <a:p>
            <a:r>
              <a:rPr lang="de-DE" sz="2400" b="1" dirty="0"/>
              <a:t>Literatur</a:t>
            </a:r>
          </a:p>
        </p:txBody>
      </p:sp>
    </p:spTree>
    <p:extLst>
      <p:ext uri="{BB962C8B-B14F-4D97-AF65-F5344CB8AC3E}">
        <p14:creationId xmlns:p14="http://schemas.microsoft.com/office/powerpoint/2010/main" val="1127275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9DC0A1C1-6698-7743-A568-393469847FB8}"/>
              </a:ext>
            </a:extLst>
          </p:cNvPr>
          <p:cNvSpPr>
            <a:spLocks noGrp="1"/>
          </p:cNvSpPr>
          <p:nvPr>
            <p:ph type="title"/>
          </p:nvPr>
        </p:nvSpPr>
        <p:spPr/>
        <p:txBody>
          <a:bodyPr/>
          <a:lstStyle/>
          <a:p>
            <a:r>
              <a:rPr lang="de-DE" dirty="0"/>
              <a:t>Historie</a:t>
            </a:r>
          </a:p>
        </p:txBody>
      </p:sp>
      <p:sp>
        <p:nvSpPr>
          <p:cNvPr id="6" name="Textplatzhalter 5">
            <a:extLst>
              <a:ext uri="{FF2B5EF4-FFF2-40B4-BE49-F238E27FC236}">
                <a16:creationId xmlns:a16="http://schemas.microsoft.com/office/drawing/2014/main" id="{1ED7C9F3-AD0D-2FF1-A2AC-DD91A7140C07}"/>
              </a:ext>
            </a:extLst>
          </p:cNvPr>
          <p:cNvSpPr>
            <a:spLocks noGrp="1"/>
          </p:cNvSpPr>
          <p:nvPr>
            <p:ph type="body" sz="quarter" idx="12"/>
          </p:nvPr>
        </p:nvSpPr>
        <p:spPr>
          <a:xfrm>
            <a:off x="276489" y="1345173"/>
            <a:ext cx="11729362" cy="5161440"/>
          </a:xfrm>
        </p:spPr>
        <p:txBody>
          <a:bodyPr/>
          <a:lstStyle/>
          <a:p>
            <a:r>
              <a:rPr lang="de-DE" sz="1800" b="1" dirty="0"/>
              <a:t>Vor 1997 – Vorläufer: </a:t>
            </a:r>
            <a:r>
              <a:rPr lang="de-DE" sz="1800" dirty="0"/>
              <a:t>in den 1980er- und frühen 1990er-Jahren entstanden verschiedene objektorientierte Modellierungsmethoden. Diese Methoden verwendeten bereits Diagramme zur Beschreibung von Klassen und deren Beziehungen.</a:t>
            </a:r>
            <a:br>
              <a:rPr lang="de-DE" sz="1800" dirty="0"/>
            </a:br>
            <a:endParaRPr lang="de-DE" sz="1800" dirty="0"/>
          </a:p>
          <a:p>
            <a:r>
              <a:rPr lang="de-DE" sz="1800" b="1" dirty="0"/>
              <a:t>1997:  UML 1.0: </a:t>
            </a:r>
            <a:r>
              <a:rPr lang="de-DE" sz="1800" dirty="0"/>
              <a:t>Die </a:t>
            </a:r>
            <a:r>
              <a:rPr lang="de-DE" sz="1800" dirty="0" err="1"/>
              <a:t>Object</a:t>
            </a:r>
            <a:r>
              <a:rPr lang="de-DE" sz="1800" dirty="0"/>
              <a:t> Management Group standardisierte UML 1.0. Das Klassendiagramm wurde als eines der wichtigsten UML-Diagramme eingeführt. Es bildete die Grundlage für die Modellierung der statischen Systemstruktur</a:t>
            </a:r>
            <a:br>
              <a:rPr lang="de-DE" sz="1800" dirty="0"/>
            </a:br>
            <a:endParaRPr lang="de-DE" sz="1800" dirty="0"/>
          </a:p>
          <a:p>
            <a:r>
              <a:rPr lang="de-DE" sz="1800" b="1" dirty="0"/>
              <a:t>2005 – UML 2.0: </a:t>
            </a:r>
            <a:r>
              <a:rPr lang="de-DE" sz="1800" dirty="0"/>
              <a:t>Mit UML 2.0 wurde das Klassendiagramm erweitert und präzisiert. Heute gehört das Klassendiagramm zu den wichtigsten Strukturdiagrammen (</a:t>
            </a:r>
            <a:r>
              <a:rPr lang="de-DE" sz="1800" dirty="0" err="1"/>
              <a:t>Structure</a:t>
            </a:r>
            <a:r>
              <a:rPr lang="de-DE" sz="1800" dirty="0"/>
              <a:t> </a:t>
            </a:r>
            <a:r>
              <a:rPr lang="de-DE" sz="1800" dirty="0" err="1"/>
              <a:t>Diagrams</a:t>
            </a:r>
            <a:r>
              <a:rPr lang="de-DE" sz="1800" dirty="0"/>
              <a:t>) der UML</a:t>
            </a:r>
          </a:p>
          <a:p>
            <a:endParaRPr lang="de-DE" sz="1800" dirty="0"/>
          </a:p>
        </p:txBody>
      </p:sp>
    </p:spTree>
    <p:extLst>
      <p:ext uri="{BB962C8B-B14F-4D97-AF65-F5344CB8AC3E}">
        <p14:creationId xmlns:p14="http://schemas.microsoft.com/office/powerpoint/2010/main" val="31979609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CA103-09D0-1C25-710E-148DC05BA04C}"/>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CB405DB5-2C09-1763-709F-E0306142EF89}"/>
              </a:ext>
            </a:extLst>
          </p:cNvPr>
          <p:cNvSpPr>
            <a:spLocks noGrp="1"/>
          </p:cNvSpPr>
          <p:nvPr>
            <p:ph type="title"/>
          </p:nvPr>
        </p:nvSpPr>
        <p:spPr/>
        <p:txBody>
          <a:bodyPr/>
          <a:lstStyle/>
          <a:p>
            <a:r>
              <a:rPr lang="de-DE" dirty="0"/>
              <a:t>Einsatzzweck</a:t>
            </a:r>
          </a:p>
        </p:txBody>
      </p:sp>
      <p:sp>
        <p:nvSpPr>
          <p:cNvPr id="6" name="Textplatzhalter 5">
            <a:extLst>
              <a:ext uri="{FF2B5EF4-FFF2-40B4-BE49-F238E27FC236}">
                <a16:creationId xmlns:a16="http://schemas.microsoft.com/office/drawing/2014/main" id="{ED997A35-1B45-5323-2299-2E5E93304ACA}"/>
              </a:ext>
            </a:extLst>
          </p:cNvPr>
          <p:cNvSpPr>
            <a:spLocks noGrp="1"/>
          </p:cNvSpPr>
          <p:nvPr>
            <p:ph type="body" sz="quarter" idx="12"/>
          </p:nvPr>
        </p:nvSpPr>
        <p:spPr>
          <a:xfrm>
            <a:off x="276489" y="1345173"/>
            <a:ext cx="11729362" cy="5161440"/>
          </a:xfrm>
        </p:spPr>
        <p:txBody>
          <a:bodyPr/>
          <a:lstStyle/>
          <a:p>
            <a:pPr marL="0" indent="0">
              <a:lnSpc>
                <a:spcPct val="150000"/>
              </a:lnSpc>
              <a:buNone/>
            </a:pPr>
            <a:r>
              <a:rPr lang="de-DE" sz="1800" dirty="0"/>
              <a:t>Das </a:t>
            </a:r>
            <a:r>
              <a:rPr lang="de-DE" sz="1800" b="1" dirty="0"/>
              <a:t>UML-Klassendiagramm (Class </a:t>
            </a:r>
            <a:r>
              <a:rPr lang="de-DE" sz="1800" b="1" dirty="0" err="1"/>
              <a:t>Diagram</a:t>
            </a:r>
            <a:r>
              <a:rPr lang="de-DE" sz="1800" b="1" dirty="0"/>
              <a:t>) </a:t>
            </a:r>
            <a:r>
              <a:rPr lang="de-DE" sz="1800" dirty="0"/>
              <a:t>ist eine Diagrammart der Unified Modeling Language (UML). Es dient zur Darstellung der statischen Struktur eines Systems, insbesondere von Klassen, Attributen, Methoden und Beziehungen zwischen Klassen.</a:t>
            </a:r>
            <a:br>
              <a:rPr lang="de-DE" sz="1800" dirty="0"/>
            </a:br>
            <a:endParaRPr lang="de-DE" sz="1800" dirty="0"/>
          </a:p>
          <a:p>
            <a:pPr>
              <a:lnSpc>
                <a:spcPct val="150000"/>
              </a:lnSpc>
            </a:pPr>
            <a:r>
              <a:rPr lang="de-DE" sz="1800" b="1" dirty="0"/>
              <a:t>Typische Einsatzbereiche sind: </a:t>
            </a:r>
          </a:p>
          <a:p>
            <a:pPr lvl="1">
              <a:lnSpc>
                <a:spcPct val="150000"/>
              </a:lnSpc>
            </a:pPr>
            <a:r>
              <a:rPr lang="de-DE" sz="1600" dirty="0"/>
              <a:t>Modellierung der </a:t>
            </a:r>
            <a:r>
              <a:rPr lang="de-DE" sz="1600" b="1" dirty="0"/>
              <a:t>statischen Struktur </a:t>
            </a:r>
            <a:r>
              <a:rPr lang="de-DE" sz="1600" dirty="0"/>
              <a:t>eines Systems</a:t>
            </a:r>
          </a:p>
          <a:p>
            <a:pPr lvl="1">
              <a:lnSpc>
                <a:spcPct val="150000"/>
              </a:lnSpc>
            </a:pPr>
            <a:r>
              <a:rPr lang="de-DE" sz="1600" dirty="0"/>
              <a:t>Analyse und Entwurf </a:t>
            </a:r>
            <a:r>
              <a:rPr lang="de-DE" sz="1600" b="1" dirty="0"/>
              <a:t>objektorientierter Softwaresysteme</a:t>
            </a:r>
          </a:p>
          <a:p>
            <a:pPr lvl="1">
              <a:lnSpc>
                <a:spcPct val="150000"/>
              </a:lnSpc>
            </a:pPr>
            <a:r>
              <a:rPr lang="de-DE" sz="1600" dirty="0"/>
              <a:t>Darstellung von </a:t>
            </a:r>
            <a:r>
              <a:rPr lang="de-DE" sz="1600" b="1" dirty="0"/>
              <a:t>Klassen, Attributen und Methoden</a:t>
            </a:r>
          </a:p>
          <a:p>
            <a:pPr lvl="1">
              <a:lnSpc>
                <a:spcPct val="150000"/>
              </a:lnSpc>
            </a:pPr>
            <a:r>
              <a:rPr lang="de-DE" sz="1600" dirty="0"/>
              <a:t>Beschreibung von </a:t>
            </a:r>
            <a:r>
              <a:rPr lang="de-DE" sz="1600" b="1" dirty="0"/>
              <a:t>Beziehungen zwischen Klassen </a:t>
            </a:r>
            <a:r>
              <a:rPr lang="de-DE" sz="1600" dirty="0"/>
              <a:t>(z. B. Assoziation, Vererbung, Aggregation, Komposition)</a:t>
            </a:r>
          </a:p>
          <a:p>
            <a:pPr lvl="1">
              <a:lnSpc>
                <a:spcPct val="150000"/>
              </a:lnSpc>
            </a:pPr>
            <a:r>
              <a:rPr lang="de-DE" sz="1600" b="1" dirty="0"/>
              <a:t>Dokumentation von Softwarearchitekturen </a:t>
            </a:r>
            <a:r>
              <a:rPr lang="de-DE" sz="1600" dirty="0"/>
              <a:t>Kommunikation zwischen Entwicklern, Analysten und Fachabteilungen</a:t>
            </a:r>
          </a:p>
          <a:p>
            <a:pPr lvl="1">
              <a:lnSpc>
                <a:spcPct val="150000"/>
              </a:lnSpc>
            </a:pPr>
            <a:r>
              <a:rPr lang="de-DE" sz="1600" dirty="0"/>
              <a:t>Grundlage für die </a:t>
            </a:r>
            <a:r>
              <a:rPr lang="de-DE" sz="1600" b="1" dirty="0"/>
              <a:t>Implementierung von Klassen </a:t>
            </a:r>
            <a:r>
              <a:rPr lang="de-DE" sz="1600" dirty="0"/>
              <a:t>in Programmiersprachen wie Java oder C#</a:t>
            </a:r>
          </a:p>
        </p:txBody>
      </p:sp>
    </p:spTree>
    <p:extLst>
      <p:ext uri="{BB962C8B-B14F-4D97-AF65-F5344CB8AC3E}">
        <p14:creationId xmlns:p14="http://schemas.microsoft.com/office/powerpoint/2010/main" val="37135111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Einordnung in ARIS</a:t>
            </a:r>
          </a:p>
        </p:txBody>
      </p:sp>
      <p:sp>
        <p:nvSpPr>
          <p:cNvPr id="8" name="Isosceles Triangle 7"/>
          <p:cNvSpPr/>
          <p:nvPr/>
        </p:nvSpPr>
        <p:spPr bwMode="auto">
          <a:xfrm>
            <a:off x="2665319" y="1862079"/>
            <a:ext cx="5695950" cy="1257300"/>
          </a:xfrm>
          <a:prstGeom prst="triangle">
            <a:avLst/>
          </a:prstGeom>
          <a:solidFill>
            <a:srgbClr val="012656"/>
          </a:solidFill>
          <a:ln w="12700" cap="flat" cmpd="sng" algn="ctr">
            <a:noFill/>
            <a:prstDash val="solid"/>
            <a:round/>
            <a:headEnd type="none" w="sm" len="sm"/>
            <a:tailEnd type="none" w="sm" len="sm"/>
          </a:ln>
          <a:effectLst/>
        </p:spPr>
        <p:txBody>
          <a:bodyPr/>
          <a:lstStyle/>
          <a:p>
            <a:pPr algn="ctr">
              <a:defRPr/>
            </a:pPr>
            <a:endParaRPr lang="en-US" sz="2215" dirty="0">
              <a:latin typeface="+mj-lt"/>
            </a:endParaRPr>
          </a:p>
        </p:txBody>
      </p:sp>
      <p:sp>
        <p:nvSpPr>
          <p:cNvPr id="11" name="Rectangle 10"/>
          <p:cNvSpPr/>
          <p:nvPr/>
        </p:nvSpPr>
        <p:spPr bwMode="auto">
          <a:xfrm>
            <a:off x="4717958" y="3453278"/>
            <a:ext cx="1552575" cy="520137"/>
          </a:xfrm>
          <a:prstGeom prst="rect">
            <a:avLst/>
          </a:prstGeom>
          <a:solidFill>
            <a:srgbClr val="012656"/>
          </a:solidFill>
          <a:ln w="12700" cap="flat" cmpd="sng" algn="ctr">
            <a:solidFill>
              <a:schemeClr val="bg1">
                <a:lumMod val="75000"/>
              </a:schemeClr>
            </a:solidFill>
            <a:prstDash val="solid"/>
            <a:round/>
            <a:headEnd type="none" w="sm" len="sm"/>
            <a:tailEnd type="none" w="sm" len="sm"/>
          </a:ln>
          <a:effectLst/>
        </p:spPr>
        <p:txBody>
          <a:bodyPr anchor="ctr"/>
          <a:lstStyle/>
          <a:p>
            <a:pPr algn="ctr">
              <a:defRPr/>
            </a:pPr>
            <a:endParaRPr lang="en-US" sz="2215" dirty="0">
              <a:latin typeface="+mj-lt"/>
            </a:endParaRPr>
          </a:p>
        </p:txBody>
      </p:sp>
      <p:cxnSp>
        <p:nvCxnSpPr>
          <p:cNvPr id="11275" name="Straight Arrow Connector 9"/>
          <p:cNvCxnSpPr>
            <a:cxnSpLocks noChangeShapeType="1"/>
            <a:stCxn id="8" idx="3"/>
            <a:endCxn id="11" idx="0"/>
          </p:cNvCxnSpPr>
          <p:nvPr/>
        </p:nvCxnSpPr>
        <p:spPr bwMode="auto">
          <a:xfrm flipH="1">
            <a:off x="5494246" y="3119379"/>
            <a:ext cx="19048" cy="333899"/>
          </a:xfrm>
          <a:prstGeom prst="straightConnector1">
            <a:avLst/>
          </a:prstGeom>
          <a:noFill/>
          <a:ln w="28575" algn="ctr">
            <a:solidFill>
              <a:schemeClr val="tx2">
                <a:lumMod val="60000"/>
                <a:lumOff val="40000"/>
              </a:schemeClr>
            </a:solidFill>
            <a:round/>
            <a:headEnd type="arrow" w="med" len="med"/>
            <a:tailEnd type="arrow" w="med" len="med"/>
          </a:ln>
          <a:extLst>
            <a:ext uri="{909E8E84-426E-40DD-AFC4-6F175D3DCCD1}">
              <a14:hiddenFill xmlns:a14="http://schemas.microsoft.com/office/drawing/2010/main">
                <a:noFill/>
              </a14:hiddenFill>
            </a:ext>
          </a:extLst>
        </p:spPr>
      </p:cxnSp>
      <p:cxnSp>
        <p:nvCxnSpPr>
          <p:cNvPr id="11276" name="Straight Arrow Connector 11"/>
          <p:cNvCxnSpPr>
            <a:cxnSpLocks noChangeShapeType="1"/>
          </p:cNvCxnSpPr>
          <p:nvPr/>
        </p:nvCxnSpPr>
        <p:spPr bwMode="auto">
          <a:xfrm>
            <a:off x="4304148" y="4289519"/>
            <a:ext cx="413811" cy="0"/>
          </a:xfrm>
          <a:prstGeom prst="straightConnector1">
            <a:avLst/>
          </a:prstGeom>
          <a:noFill/>
          <a:ln w="28575" algn="ctr">
            <a:solidFill>
              <a:schemeClr val="tx2">
                <a:lumMod val="60000"/>
                <a:lumOff val="40000"/>
              </a:schemeClr>
            </a:solidFill>
            <a:round/>
            <a:headEnd type="arrow" w="med" len="med"/>
            <a:tailEnd type="arrow" w="med" len="med"/>
          </a:ln>
          <a:extLst>
            <a:ext uri="{909E8E84-426E-40DD-AFC4-6F175D3DCCD1}">
              <a14:hiddenFill xmlns:a14="http://schemas.microsoft.com/office/drawing/2010/main">
                <a:noFill/>
              </a14:hiddenFill>
            </a:ext>
          </a:extLst>
        </p:spPr>
      </p:cxnSp>
      <p:cxnSp>
        <p:nvCxnSpPr>
          <p:cNvPr id="11277" name="Straight Arrow Connector 13"/>
          <p:cNvCxnSpPr>
            <a:cxnSpLocks noChangeShapeType="1"/>
          </p:cNvCxnSpPr>
          <p:nvPr/>
        </p:nvCxnSpPr>
        <p:spPr bwMode="auto">
          <a:xfrm>
            <a:off x="6270533" y="4289519"/>
            <a:ext cx="449595" cy="0"/>
          </a:xfrm>
          <a:prstGeom prst="straightConnector1">
            <a:avLst/>
          </a:prstGeom>
          <a:noFill/>
          <a:ln w="28575" algn="ctr">
            <a:solidFill>
              <a:schemeClr val="tx2">
                <a:lumMod val="60000"/>
                <a:lumOff val="40000"/>
              </a:schemeClr>
            </a:solidFill>
            <a:round/>
            <a:headEnd type="arrow" w="med" len="med"/>
            <a:tailEnd type="arrow" w="med" len="med"/>
          </a:ln>
          <a:extLst>
            <a:ext uri="{909E8E84-426E-40DD-AFC4-6F175D3DCCD1}">
              <a14:hiddenFill xmlns:a14="http://schemas.microsoft.com/office/drawing/2010/main">
                <a:noFill/>
              </a14:hiddenFill>
            </a:ext>
          </a:extLst>
        </p:spPr>
      </p:cxnSp>
      <p:sp>
        <p:nvSpPr>
          <p:cNvPr id="3" name="Textfeld 2"/>
          <p:cNvSpPr txBox="1"/>
          <p:nvPr/>
        </p:nvSpPr>
        <p:spPr>
          <a:xfrm>
            <a:off x="6631355" y="4939251"/>
            <a:ext cx="2016899" cy="376385"/>
          </a:xfrm>
          <a:prstGeom prst="rect">
            <a:avLst/>
          </a:prstGeom>
          <a:noFill/>
        </p:spPr>
        <p:txBody>
          <a:bodyPr wrap="none" rtlCol="0">
            <a:spAutoFit/>
          </a:bodyPr>
          <a:lstStyle/>
          <a:p>
            <a:r>
              <a:rPr lang="de-DE" sz="1846" b="1" dirty="0">
                <a:latin typeface="+mj-lt"/>
              </a:rPr>
              <a:t>FUNKTIONSSICHT</a:t>
            </a:r>
            <a:endParaRPr lang="en-US" sz="1846" b="1" dirty="0">
              <a:latin typeface="+mj-lt"/>
            </a:endParaRPr>
          </a:p>
        </p:txBody>
      </p:sp>
      <p:sp>
        <p:nvSpPr>
          <p:cNvPr id="13" name="Textfeld 12"/>
          <p:cNvSpPr txBox="1"/>
          <p:nvPr/>
        </p:nvSpPr>
        <p:spPr>
          <a:xfrm>
            <a:off x="2856886" y="4939251"/>
            <a:ext cx="1507144" cy="376385"/>
          </a:xfrm>
          <a:prstGeom prst="rect">
            <a:avLst/>
          </a:prstGeom>
          <a:noFill/>
        </p:spPr>
        <p:txBody>
          <a:bodyPr wrap="none" rtlCol="0">
            <a:spAutoFit/>
          </a:bodyPr>
          <a:lstStyle/>
          <a:p>
            <a:r>
              <a:rPr lang="de-DE" sz="1846" b="1" dirty="0">
                <a:latin typeface="+mj-lt"/>
              </a:rPr>
              <a:t>DATENSICHT</a:t>
            </a:r>
            <a:endParaRPr lang="en-US" sz="1846" b="1" dirty="0">
              <a:latin typeface="+mj-lt"/>
            </a:endParaRPr>
          </a:p>
        </p:txBody>
      </p:sp>
      <p:sp>
        <p:nvSpPr>
          <p:cNvPr id="4" name="Textfeld 3"/>
          <p:cNvSpPr txBox="1"/>
          <p:nvPr/>
        </p:nvSpPr>
        <p:spPr>
          <a:xfrm>
            <a:off x="4713151" y="4998434"/>
            <a:ext cx="1749197" cy="376385"/>
          </a:xfrm>
          <a:prstGeom prst="rect">
            <a:avLst/>
          </a:prstGeom>
          <a:noFill/>
        </p:spPr>
        <p:txBody>
          <a:bodyPr wrap="none" rtlCol="0">
            <a:spAutoFit/>
          </a:bodyPr>
          <a:lstStyle/>
          <a:p>
            <a:r>
              <a:rPr lang="de-DE" sz="1846" b="1" dirty="0">
                <a:latin typeface="+mj-lt"/>
              </a:rPr>
              <a:t>PROZESSSICHT</a:t>
            </a:r>
            <a:endParaRPr lang="en-US" sz="1846" b="1" dirty="0">
              <a:latin typeface="+mj-lt"/>
            </a:endParaRPr>
          </a:p>
        </p:txBody>
      </p:sp>
      <p:sp>
        <p:nvSpPr>
          <p:cNvPr id="15" name="Textfeld 14"/>
          <p:cNvSpPr txBox="1"/>
          <p:nvPr/>
        </p:nvSpPr>
        <p:spPr>
          <a:xfrm>
            <a:off x="2909624" y="1862079"/>
            <a:ext cx="2008883" cy="660437"/>
          </a:xfrm>
          <a:prstGeom prst="rect">
            <a:avLst/>
          </a:prstGeom>
          <a:noFill/>
        </p:spPr>
        <p:txBody>
          <a:bodyPr wrap="none" rtlCol="0">
            <a:spAutoFit/>
          </a:bodyPr>
          <a:lstStyle/>
          <a:p>
            <a:r>
              <a:rPr lang="de-DE" sz="1846" b="1" dirty="0">
                <a:latin typeface="+mj-lt"/>
              </a:rPr>
              <a:t>ORGANISATIONS-</a:t>
            </a:r>
          </a:p>
          <a:p>
            <a:r>
              <a:rPr lang="de-DE" sz="1846" b="1" dirty="0">
                <a:latin typeface="+mj-lt"/>
              </a:rPr>
              <a:t>SICHT</a:t>
            </a:r>
            <a:endParaRPr lang="en-US" sz="1846" b="1" dirty="0">
              <a:latin typeface="+mj-lt"/>
            </a:endParaRPr>
          </a:p>
        </p:txBody>
      </p:sp>
      <p:cxnSp>
        <p:nvCxnSpPr>
          <p:cNvPr id="26" name="Gerader Verbinder 25"/>
          <p:cNvCxnSpPr/>
          <p:nvPr/>
        </p:nvCxnSpPr>
        <p:spPr>
          <a:xfrm>
            <a:off x="4704266" y="4520574"/>
            <a:ext cx="1566267"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Gerader Verbinder 33"/>
          <p:cNvCxnSpPr>
            <a:cxnSpLocks/>
            <a:endCxn id="8" idx="5"/>
          </p:cNvCxnSpPr>
          <p:nvPr/>
        </p:nvCxnSpPr>
        <p:spPr>
          <a:xfrm>
            <a:off x="4122645" y="2480151"/>
            <a:ext cx="2814637" cy="10578"/>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5" name="Gerader Verbinder 34"/>
          <p:cNvCxnSpPr/>
          <p:nvPr/>
        </p:nvCxnSpPr>
        <p:spPr>
          <a:xfrm>
            <a:off x="3435966" y="2785120"/>
            <a:ext cx="4089009"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36" name="Textfeld 35"/>
          <p:cNvSpPr txBox="1"/>
          <p:nvPr/>
        </p:nvSpPr>
        <p:spPr>
          <a:xfrm>
            <a:off x="4977492" y="2075894"/>
            <a:ext cx="1162498" cy="305468"/>
          </a:xfrm>
          <a:prstGeom prst="rect">
            <a:avLst/>
          </a:prstGeom>
          <a:noFill/>
        </p:spPr>
        <p:txBody>
          <a:bodyPr wrap="none" rtlCol="0">
            <a:spAutoFit/>
          </a:bodyPr>
          <a:lstStyle/>
          <a:p>
            <a:pPr algn="ctr"/>
            <a:r>
              <a:rPr lang="en-GB" sz="1385" b="1" dirty="0" err="1">
                <a:solidFill>
                  <a:schemeClr val="bg1"/>
                </a:solidFill>
                <a:latin typeface="+mj-lt"/>
              </a:rPr>
              <a:t>Fachkonzept</a:t>
            </a:r>
            <a:endParaRPr lang="de-DE" sz="1385" b="1" dirty="0">
              <a:solidFill>
                <a:schemeClr val="bg1"/>
              </a:solidFill>
              <a:latin typeface="+mj-lt"/>
            </a:endParaRPr>
          </a:p>
        </p:txBody>
      </p:sp>
      <p:sp>
        <p:nvSpPr>
          <p:cNvPr id="37" name="Textfeld 36"/>
          <p:cNvSpPr txBox="1"/>
          <p:nvPr/>
        </p:nvSpPr>
        <p:spPr>
          <a:xfrm>
            <a:off x="5004743" y="2482576"/>
            <a:ext cx="1107996" cy="305468"/>
          </a:xfrm>
          <a:prstGeom prst="rect">
            <a:avLst/>
          </a:prstGeom>
          <a:noFill/>
        </p:spPr>
        <p:txBody>
          <a:bodyPr wrap="none" rtlCol="0">
            <a:spAutoFit/>
          </a:bodyPr>
          <a:lstStyle/>
          <a:p>
            <a:pPr algn="ctr"/>
            <a:r>
              <a:rPr lang="en-GB" sz="1385" b="1" dirty="0">
                <a:solidFill>
                  <a:schemeClr val="bg1"/>
                </a:solidFill>
                <a:latin typeface="+mj-lt"/>
              </a:rPr>
              <a:t>DV-</a:t>
            </a:r>
            <a:r>
              <a:rPr lang="en-GB" sz="1385" b="1" dirty="0" err="1">
                <a:solidFill>
                  <a:schemeClr val="bg1"/>
                </a:solidFill>
                <a:latin typeface="+mj-lt"/>
              </a:rPr>
              <a:t>Konzept</a:t>
            </a:r>
            <a:endParaRPr lang="de-DE" sz="1385" b="1" dirty="0">
              <a:solidFill>
                <a:schemeClr val="bg1"/>
              </a:solidFill>
              <a:latin typeface="+mj-lt"/>
            </a:endParaRPr>
          </a:p>
        </p:txBody>
      </p:sp>
      <p:sp>
        <p:nvSpPr>
          <p:cNvPr id="38" name="Textfeld 37"/>
          <p:cNvSpPr txBox="1"/>
          <p:nvPr/>
        </p:nvSpPr>
        <p:spPr>
          <a:xfrm>
            <a:off x="4800360" y="2823210"/>
            <a:ext cx="1516762" cy="305468"/>
          </a:xfrm>
          <a:prstGeom prst="rect">
            <a:avLst/>
          </a:prstGeom>
          <a:noFill/>
        </p:spPr>
        <p:txBody>
          <a:bodyPr wrap="none" rtlCol="0">
            <a:spAutoFit/>
          </a:bodyPr>
          <a:lstStyle/>
          <a:p>
            <a:pPr algn="ctr"/>
            <a:r>
              <a:rPr lang="en-GB" sz="1385" b="1" dirty="0" err="1">
                <a:solidFill>
                  <a:schemeClr val="bg1"/>
                </a:solidFill>
                <a:latin typeface="+mj-lt"/>
              </a:rPr>
              <a:t>Implementierung</a:t>
            </a:r>
            <a:endParaRPr lang="de-DE" sz="1385" b="1" dirty="0">
              <a:solidFill>
                <a:schemeClr val="bg1"/>
              </a:solidFill>
              <a:latin typeface="+mj-lt"/>
            </a:endParaRPr>
          </a:p>
        </p:txBody>
      </p:sp>
      <p:sp>
        <p:nvSpPr>
          <p:cNvPr id="39" name="Textfeld 38"/>
          <p:cNvSpPr txBox="1"/>
          <p:nvPr/>
        </p:nvSpPr>
        <p:spPr>
          <a:xfrm>
            <a:off x="8056819" y="6018382"/>
            <a:ext cx="1882247" cy="319639"/>
          </a:xfrm>
          <a:prstGeom prst="rect">
            <a:avLst/>
          </a:prstGeom>
          <a:noFill/>
        </p:spPr>
        <p:txBody>
          <a:bodyPr wrap="none" rtlCol="0">
            <a:spAutoFit/>
          </a:bodyPr>
          <a:lstStyle/>
          <a:p>
            <a:r>
              <a:rPr lang="de-DE" sz="1477" dirty="0">
                <a:latin typeface="+mj-lt"/>
              </a:rPr>
              <a:t>Quelle: Scheer (2011)</a:t>
            </a:r>
          </a:p>
        </p:txBody>
      </p:sp>
      <p:sp>
        <p:nvSpPr>
          <p:cNvPr id="42" name="Can 8"/>
          <p:cNvSpPr/>
          <p:nvPr/>
        </p:nvSpPr>
        <p:spPr bwMode="auto">
          <a:xfrm>
            <a:off x="2794106" y="4181400"/>
            <a:ext cx="1504950" cy="757850"/>
          </a:xfrm>
          <a:prstGeom prst="can">
            <a:avLst/>
          </a:prstGeom>
          <a:solidFill>
            <a:srgbClr val="012656"/>
          </a:solidFill>
          <a:ln w="12700" cap="flat" cmpd="sng" algn="ctr">
            <a:solidFill>
              <a:schemeClr val="bg1">
                <a:lumMod val="75000"/>
              </a:schemeClr>
            </a:solidFill>
            <a:prstDash val="solid"/>
            <a:round/>
            <a:headEnd type="none" w="sm" len="sm"/>
            <a:tailEnd type="none" w="sm" len="sm"/>
          </a:ln>
          <a:effectLst/>
        </p:spPr>
        <p:txBody>
          <a:bodyPr anchor="ctr"/>
          <a:lstStyle/>
          <a:p>
            <a:pPr algn="ctr">
              <a:defRPr/>
            </a:pPr>
            <a:endParaRPr lang="en-US" sz="2215" dirty="0">
              <a:latin typeface="+mj-lt"/>
            </a:endParaRPr>
          </a:p>
        </p:txBody>
      </p:sp>
      <p:sp>
        <p:nvSpPr>
          <p:cNvPr id="41" name="Can 8"/>
          <p:cNvSpPr/>
          <p:nvPr/>
        </p:nvSpPr>
        <p:spPr bwMode="auto">
          <a:xfrm>
            <a:off x="2794106" y="3762724"/>
            <a:ext cx="1504950" cy="757850"/>
          </a:xfrm>
          <a:prstGeom prst="can">
            <a:avLst/>
          </a:prstGeom>
          <a:solidFill>
            <a:srgbClr val="FFC000"/>
          </a:solidFill>
          <a:ln w="12700" cap="flat" cmpd="sng" algn="ctr">
            <a:solidFill>
              <a:srgbClr val="FF9600"/>
            </a:solidFill>
            <a:prstDash val="solid"/>
            <a:round/>
            <a:headEnd type="none" w="sm" len="sm"/>
            <a:tailEnd type="none" w="sm" len="sm"/>
          </a:ln>
          <a:effectLst/>
        </p:spPr>
        <p:txBody>
          <a:bodyPr anchor="ctr"/>
          <a:lstStyle/>
          <a:p>
            <a:pPr algn="ctr">
              <a:defRPr/>
            </a:pPr>
            <a:endParaRPr lang="en-US" sz="2215" dirty="0">
              <a:solidFill>
                <a:srgbClr val="254061"/>
              </a:solidFill>
              <a:latin typeface="+mj-lt"/>
            </a:endParaRPr>
          </a:p>
        </p:txBody>
      </p:sp>
      <p:sp>
        <p:nvSpPr>
          <p:cNvPr id="40" name="Can 8"/>
          <p:cNvSpPr/>
          <p:nvPr/>
        </p:nvSpPr>
        <p:spPr bwMode="auto">
          <a:xfrm>
            <a:off x="2794106" y="3335555"/>
            <a:ext cx="1504950" cy="757850"/>
          </a:xfrm>
          <a:prstGeom prst="can">
            <a:avLst/>
          </a:prstGeom>
          <a:solidFill>
            <a:srgbClr val="012656"/>
          </a:solidFill>
          <a:ln w="12700" cap="flat" cmpd="sng" algn="ctr">
            <a:solidFill>
              <a:schemeClr val="bg1">
                <a:lumMod val="75000"/>
              </a:schemeClr>
            </a:solidFill>
            <a:prstDash val="solid"/>
            <a:round/>
            <a:headEnd type="none" w="sm" len="sm"/>
            <a:tailEnd type="none" w="sm" len="sm"/>
          </a:ln>
          <a:effectLst/>
        </p:spPr>
        <p:txBody>
          <a:bodyPr anchor="ctr"/>
          <a:lstStyle/>
          <a:p>
            <a:pPr algn="ctr">
              <a:defRPr/>
            </a:pPr>
            <a:endParaRPr lang="en-US" sz="2215" dirty="0">
              <a:latin typeface="+mj-lt"/>
            </a:endParaRPr>
          </a:p>
        </p:txBody>
      </p:sp>
      <p:sp>
        <p:nvSpPr>
          <p:cNvPr id="12" name="Textfeld 11"/>
          <p:cNvSpPr txBox="1"/>
          <p:nvPr/>
        </p:nvSpPr>
        <p:spPr>
          <a:xfrm>
            <a:off x="2999269" y="3658871"/>
            <a:ext cx="1162498" cy="305468"/>
          </a:xfrm>
          <a:prstGeom prst="rect">
            <a:avLst/>
          </a:prstGeom>
          <a:noFill/>
        </p:spPr>
        <p:txBody>
          <a:bodyPr wrap="none" rtlCol="0">
            <a:spAutoFit/>
          </a:bodyPr>
          <a:lstStyle/>
          <a:p>
            <a:pPr algn="ctr"/>
            <a:r>
              <a:rPr lang="en-GB" sz="1385" b="1" dirty="0" err="1">
                <a:solidFill>
                  <a:schemeClr val="bg1"/>
                </a:solidFill>
                <a:latin typeface="+mj-lt"/>
              </a:rPr>
              <a:t>Fachkonzept</a:t>
            </a:r>
            <a:endParaRPr lang="de-DE" sz="1385" b="1" dirty="0">
              <a:solidFill>
                <a:schemeClr val="bg1"/>
              </a:solidFill>
              <a:latin typeface="+mj-lt"/>
            </a:endParaRPr>
          </a:p>
        </p:txBody>
      </p:sp>
      <p:sp>
        <p:nvSpPr>
          <p:cNvPr id="21" name="Textfeld 20"/>
          <p:cNvSpPr txBox="1"/>
          <p:nvPr/>
        </p:nvSpPr>
        <p:spPr>
          <a:xfrm>
            <a:off x="3026520" y="4130634"/>
            <a:ext cx="1107996" cy="305468"/>
          </a:xfrm>
          <a:prstGeom prst="rect">
            <a:avLst/>
          </a:prstGeom>
          <a:noFill/>
        </p:spPr>
        <p:txBody>
          <a:bodyPr wrap="none" rtlCol="0">
            <a:spAutoFit/>
          </a:bodyPr>
          <a:lstStyle/>
          <a:p>
            <a:pPr algn="ctr"/>
            <a:r>
              <a:rPr lang="en-GB" sz="1385" b="1" dirty="0">
                <a:solidFill>
                  <a:srgbClr val="254061"/>
                </a:solidFill>
                <a:latin typeface="+mj-lt"/>
              </a:rPr>
              <a:t>DV-</a:t>
            </a:r>
            <a:r>
              <a:rPr lang="en-GB" sz="1385" b="1" dirty="0" err="1">
                <a:solidFill>
                  <a:srgbClr val="254061"/>
                </a:solidFill>
                <a:latin typeface="+mj-lt"/>
              </a:rPr>
              <a:t>Konzept</a:t>
            </a:r>
            <a:endParaRPr lang="de-DE" sz="1385" b="1" dirty="0">
              <a:solidFill>
                <a:srgbClr val="254061"/>
              </a:solidFill>
              <a:latin typeface="+mj-lt"/>
            </a:endParaRPr>
          </a:p>
        </p:txBody>
      </p:sp>
      <p:sp>
        <p:nvSpPr>
          <p:cNvPr id="22" name="Textfeld 21"/>
          <p:cNvSpPr txBox="1"/>
          <p:nvPr/>
        </p:nvSpPr>
        <p:spPr>
          <a:xfrm>
            <a:off x="2822137" y="4602396"/>
            <a:ext cx="1516762" cy="305468"/>
          </a:xfrm>
          <a:prstGeom prst="rect">
            <a:avLst/>
          </a:prstGeom>
          <a:noFill/>
        </p:spPr>
        <p:txBody>
          <a:bodyPr wrap="none" rtlCol="0">
            <a:spAutoFit/>
          </a:bodyPr>
          <a:lstStyle/>
          <a:p>
            <a:pPr algn="ctr"/>
            <a:r>
              <a:rPr lang="en-GB" sz="1385" b="1" dirty="0" err="1">
                <a:solidFill>
                  <a:schemeClr val="bg1"/>
                </a:solidFill>
                <a:latin typeface="+mj-lt"/>
              </a:rPr>
              <a:t>Implementierung</a:t>
            </a:r>
            <a:endParaRPr lang="de-DE" sz="1385" b="1" dirty="0">
              <a:solidFill>
                <a:schemeClr val="bg1"/>
              </a:solidFill>
              <a:latin typeface="+mj-lt"/>
            </a:endParaRPr>
          </a:p>
        </p:txBody>
      </p:sp>
      <p:sp>
        <p:nvSpPr>
          <p:cNvPr id="43" name="Can 8"/>
          <p:cNvSpPr/>
          <p:nvPr/>
        </p:nvSpPr>
        <p:spPr bwMode="auto">
          <a:xfrm>
            <a:off x="6720127" y="4181400"/>
            <a:ext cx="1504950" cy="757850"/>
          </a:xfrm>
          <a:prstGeom prst="can">
            <a:avLst/>
          </a:prstGeom>
          <a:solidFill>
            <a:srgbClr val="012656"/>
          </a:solidFill>
          <a:ln w="12700" cap="flat" cmpd="sng" algn="ctr">
            <a:solidFill>
              <a:schemeClr val="bg1">
                <a:lumMod val="75000"/>
              </a:schemeClr>
            </a:solidFill>
            <a:prstDash val="solid"/>
            <a:round/>
            <a:headEnd type="none" w="sm" len="sm"/>
            <a:tailEnd type="none" w="sm" len="sm"/>
          </a:ln>
          <a:effectLst/>
        </p:spPr>
        <p:txBody>
          <a:bodyPr anchor="ctr"/>
          <a:lstStyle/>
          <a:p>
            <a:pPr algn="ctr">
              <a:defRPr/>
            </a:pPr>
            <a:endParaRPr lang="en-US" sz="2215" dirty="0">
              <a:latin typeface="+mj-lt"/>
            </a:endParaRPr>
          </a:p>
        </p:txBody>
      </p:sp>
      <p:sp>
        <p:nvSpPr>
          <p:cNvPr id="44" name="Can 8"/>
          <p:cNvSpPr/>
          <p:nvPr/>
        </p:nvSpPr>
        <p:spPr bwMode="auto">
          <a:xfrm>
            <a:off x="6720127" y="3762724"/>
            <a:ext cx="1504950" cy="757850"/>
          </a:xfrm>
          <a:prstGeom prst="can">
            <a:avLst/>
          </a:prstGeom>
          <a:solidFill>
            <a:srgbClr val="FFC000"/>
          </a:solidFill>
          <a:ln w="12700" cap="flat" cmpd="sng" algn="ctr">
            <a:solidFill>
              <a:srgbClr val="FF9600"/>
            </a:solidFill>
            <a:prstDash val="solid"/>
            <a:round/>
            <a:headEnd type="none" w="sm" len="sm"/>
            <a:tailEnd type="none" w="sm" len="sm"/>
          </a:ln>
          <a:effectLst/>
        </p:spPr>
        <p:txBody>
          <a:bodyPr anchor="ctr"/>
          <a:lstStyle/>
          <a:p>
            <a:pPr algn="ctr">
              <a:defRPr/>
            </a:pPr>
            <a:endParaRPr lang="en-US" sz="2215" dirty="0">
              <a:solidFill>
                <a:srgbClr val="254061"/>
              </a:solidFill>
              <a:latin typeface="+mj-lt"/>
            </a:endParaRPr>
          </a:p>
        </p:txBody>
      </p:sp>
      <p:sp>
        <p:nvSpPr>
          <p:cNvPr id="45" name="Can 8"/>
          <p:cNvSpPr/>
          <p:nvPr/>
        </p:nvSpPr>
        <p:spPr bwMode="auto">
          <a:xfrm>
            <a:off x="6720127" y="3335555"/>
            <a:ext cx="1504950" cy="757850"/>
          </a:xfrm>
          <a:prstGeom prst="can">
            <a:avLst/>
          </a:prstGeom>
          <a:solidFill>
            <a:srgbClr val="012656"/>
          </a:solidFill>
          <a:ln w="12700" cap="flat" cmpd="sng" algn="ctr">
            <a:solidFill>
              <a:schemeClr val="bg1">
                <a:lumMod val="75000"/>
              </a:schemeClr>
            </a:solidFill>
            <a:prstDash val="solid"/>
            <a:round/>
            <a:headEnd type="none" w="sm" len="sm"/>
            <a:tailEnd type="none" w="sm" len="sm"/>
          </a:ln>
          <a:effectLst/>
        </p:spPr>
        <p:txBody>
          <a:bodyPr anchor="ctr"/>
          <a:lstStyle/>
          <a:p>
            <a:pPr algn="ctr">
              <a:defRPr/>
            </a:pPr>
            <a:endParaRPr lang="en-US" sz="2215" dirty="0">
              <a:latin typeface="+mj-lt"/>
            </a:endParaRPr>
          </a:p>
        </p:txBody>
      </p:sp>
      <p:sp>
        <p:nvSpPr>
          <p:cNvPr id="46" name="Textfeld 45"/>
          <p:cNvSpPr txBox="1"/>
          <p:nvPr/>
        </p:nvSpPr>
        <p:spPr>
          <a:xfrm>
            <a:off x="6925290" y="3658871"/>
            <a:ext cx="1162498" cy="305468"/>
          </a:xfrm>
          <a:prstGeom prst="rect">
            <a:avLst/>
          </a:prstGeom>
          <a:noFill/>
        </p:spPr>
        <p:txBody>
          <a:bodyPr wrap="none" rtlCol="0">
            <a:spAutoFit/>
          </a:bodyPr>
          <a:lstStyle/>
          <a:p>
            <a:pPr algn="ctr"/>
            <a:r>
              <a:rPr lang="en-GB" sz="1385" b="1" dirty="0" err="1">
                <a:solidFill>
                  <a:schemeClr val="bg1"/>
                </a:solidFill>
                <a:latin typeface="+mj-lt"/>
              </a:rPr>
              <a:t>Fachkonzept</a:t>
            </a:r>
            <a:endParaRPr lang="de-DE" sz="1385" b="1" dirty="0">
              <a:solidFill>
                <a:schemeClr val="bg1"/>
              </a:solidFill>
              <a:latin typeface="+mj-lt"/>
            </a:endParaRPr>
          </a:p>
        </p:txBody>
      </p:sp>
      <p:sp>
        <p:nvSpPr>
          <p:cNvPr id="47" name="Textfeld 46"/>
          <p:cNvSpPr txBox="1"/>
          <p:nvPr/>
        </p:nvSpPr>
        <p:spPr>
          <a:xfrm>
            <a:off x="6952541" y="4130634"/>
            <a:ext cx="1107996" cy="305468"/>
          </a:xfrm>
          <a:prstGeom prst="rect">
            <a:avLst/>
          </a:prstGeom>
          <a:noFill/>
        </p:spPr>
        <p:txBody>
          <a:bodyPr wrap="none" rtlCol="0">
            <a:spAutoFit/>
          </a:bodyPr>
          <a:lstStyle/>
          <a:p>
            <a:pPr algn="ctr"/>
            <a:r>
              <a:rPr lang="en-GB" sz="1385" b="1" dirty="0">
                <a:solidFill>
                  <a:srgbClr val="254061"/>
                </a:solidFill>
                <a:latin typeface="+mj-lt"/>
              </a:rPr>
              <a:t>DV-</a:t>
            </a:r>
            <a:r>
              <a:rPr lang="en-GB" sz="1385" b="1" dirty="0" err="1">
                <a:solidFill>
                  <a:srgbClr val="254061"/>
                </a:solidFill>
                <a:latin typeface="+mj-lt"/>
              </a:rPr>
              <a:t>Konzept</a:t>
            </a:r>
            <a:endParaRPr lang="de-DE" sz="1385" b="1" dirty="0">
              <a:solidFill>
                <a:srgbClr val="254061"/>
              </a:solidFill>
              <a:latin typeface="+mj-lt"/>
            </a:endParaRPr>
          </a:p>
        </p:txBody>
      </p:sp>
      <p:sp>
        <p:nvSpPr>
          <p:cNvPr id="48" name="Textfeld 47"/>
          <p:cNvSpPr txBox="1"/>
          <p:nvPr/>
        </p:nvSpPr>
        <p:spPr>
          <a:xfrm>
            <a:off x="6748158" y="4602396"/>
            <a:ext cx="1516762" cy="305468"/>
          </a:xfrm>
          <a:prstGeom prst="rect">
            <a:avLst/>
          </a:prstGeom>
          <a:noFill/>
        </p:spPr>
        <p:txBody>
          <a:bodyPr wrap="none" rtlCol="0">
            <a:spAutoFit/>
          </a:bodyPr>
          <a:lstStyle/>
          <a:p>
            <a:pPr algn="ctr"/>
            <a:r>
              <a:rPr lang="en-GB" sz="1385" b="1" dirty="0" err="1">
                <a:solidFill>
                  <a:schemeClr val="bg1"/>
                </a:solidFill>
                <a:latin typeface="+mj-lt"/>
              </a:rPr>
              <a:t>Implementierung</a:t>
            </a:r>
            <a:endParaRPr lang="de-DE" sz="1385" b="1" dirty="0">
              <a:solidFill>
                <a:schemeClr val="bg1"/>
              </a:solidFill>
              <a:latin typeface="+mj-lt"/>
            </a:endParaRPr>
          </a:p>
        </p:txBody>
      </p:sp>
      <p:sp>
        <p:nvSpPr>
          <p:cNvPr id="49" name="Textfeld 48"/>
          <p:cNvSpPr txBox="1"/>
          <p:nvPr/>
        </p:nvSpPr>
        <p:spPr>
          <a:xfrm>
            <a:off x="4932044" y="3571113"/>
            <a:ext cx="1162498" cy="305468"/>
          </a:xfrm>
          <a:prstGeom prst="rect">
            <a:avLst/>
          </a:prstGeom>
          <a:solidFill>
            <a:srgbClr val="012656"/>
          </a:solidFill>
        </p:spPr>
        <p:txBody>
          <a:bodyPr wrap="none" rtlCol="0">
            <a:spAutoFit/>
          </a:bodyPr>
          <a:lstStyle/>
          <a:p>
            <a:pPr algn="ctr"/>
            <a:r>
              <a:rPr lang="en-GB" sz="1385" b="1" dirty="0" err="1">
                <a:solidFill>
                  <a:schemeClr val="bg1"/>
                </a:solidFill>
                <a:latin typeface="+mj-lt"/>
              </a:rPr>
              <a:t>Fachkonzept</a:t>
            </a:r>
            <a:endParaRPr lang="de-DE" sz="1385" b="1" dirty="0">
              <a:solidFill>
                <a:schemeClr val="bg1"/>
              </a:solidFill>
              <a:latin typeface="+mj-lt"/>
            </a:endParaRPr>
          </a:p>
        </p:txBody>
      </p:sp>
      <p:sp>
        <p:nvSpPr>
          <p:cNvPr id="9" name="Rectangle 10">
            <a:extLst>
              <a:ext uri="{FF2B5EF4-FFF2-40B4-BE49-F238E27FC236}">
                <a16:creationId xmlns:a16="http://schemas.microsoft.com/office/drawing/2014/main" id="{AE74C682-A27D-F22C-DA78-89672A1BA037}"/>
              </a:ext>
            </a:extLst>
          </p:cNvPr>
          <p:cNvSpPr/>
          <p:nvPr/>
        </p:nvSpPr>
        <p:spPr bwMode="auto">
          <a:xfrm>
            <a:off x="4717958" y="3964339"/>
            <a:ext cx="1552575" cy="520137"/>
          </a:xfrm>
          <a:prstGeom prst="rect">
            <a:avLst/>
          </a:prstGeom>
          <a:solidFill>
            <a:srgbClr val="012656"/>
          </a:solidFill>
          <a:ln w="12700" cap="flat" cmpd="sng" algn="ctr">
            <a:solidFill>
              <a:schemeClr val="bg1">
                <a:lumMod val="75000"/>
              </a:schemeClr>
            </a:solidFill>
            <a:prstDash val="solid"/>
            <a:round/>
            <a:headEnd type="none" w="sm" len="sm"/>
            <a:tailEnd type="none" w="sm" len="sm"/>
          </a:ln>
          <a:effectLst/>
        </p:spPr>
        <p:txBody>
          <a:bodyPr anchor="ctr"/>
          <a:lstStyle/>
          <a:p>
            <a:pPr algn="ctr">
              <a:defRPr/>
            </a:pPr>
            <a:endParaRPr lang="en-US" sz="2215" dirty="0">
              <a:latin typeface="+mj-lt"/>
            </a:endParaRPr>
          </a:p>
        </p:txBody>
      </p:sp>
      <p:sp>
        <p:nvSpPr>
          <p:cNvPr id="10" name="Rectangle 10">
            <a:extLst>
              <a:ext uri="{FF2B5EF4-FFF2-40B4-BE49-F238E27FC236}">
                <a16:creationId xmlns:a16="http://schemas.microsoft.com/office/drawing/2014/main" id="{E16C7B8D-6974-3F27-7DDF-869BFFC20375}"/>
              </a:ext>
            </a:extLst>
          </p:cNvPr>
          <p:cNvSpPr/>
          <p:nvPr/>
        </p:nvSpPr>
        <p:spPr bwMode="auto">
          <a:xfrm>
            <a:off x="4717958" y="4387642"/>
            <a:ext cx="1552575" cy="520137"/>
          </a:xfrm>
          <a:prstGeom prst="rect">
            <a:avLst/>
          </a:prstGeom>
          <a:solidFill>
            <a:srgbClr val="012656"/>
          </a:solidFill>
          <a:ln w="12700" cap="flat" cmpd="sng" algn="ctr">
            <a:solidFill>
              <a:schemeClr val="bg1">
                <a:lumMod val="75000"/>
              </a:schemeClr>
            </a:solidFill>
            <a:prstDash val="solid"/>
            <a:round/>
            <a:headEnd type="none" w="sm" len="sm"/>
            <a:tailEnd type="none" w="sm" len="sm"/>
          </a:ln>
          <a:effectLst/>
        </p:spPr>
        <p:txBody>
          <a:bodyPr anchor="ctr"/>
          <a:lstStyle/>
          <a:p>
            <a:pPr algn="ctr">
              <a:defRPr/>
            </a:pPr>
            <a:endParaRPr lang="en-US" sz="2215" dirty="0">
              <a:latin typeface="+mj-lt"/>
            </a:endParaRPr>
          </a:p>
        </p:txBody>
      </p:sp>
      <p:sp>
        <p:nvSpPr>
          <p:cNvPr id="50" name="Textfeld 49"/>
          <p:cNvSpPr txBox="1"/>
          <p:nvPr/>
        </p:nvSpPr>
        <p:spPr>
          <a:xfrm>
            <a:off x="4911207" y="4036847"/>
            <a:ext cx="1107996" cy="305468"/>
          </a:xfrm>
          <a:prstGeom prst="rect">
            <a:avLst/>
          </a:prstGeom>
          <a:solidFill>
            <a:srgbClr val="012656"/>
          </a:solidFill>
        </p:spPr>
        <p:txBody>
          <a:bodyPr wrap="none" rtlCol="0">
            <a:spAutoFit/>
          </a:bodyPr>
          <a:lstStyle/>
          <a:p>
            <a:pPr algn="ctr"/>
            <a:r>
              <a:rPr lang="en-GB" sz="1385" b="1" dirty="0">
                <a:solidFill>
                  <a:schemeClr val="bg1"/>
                </a:solidFill>
                <a:latin typeface="+mj-lt"/>
              </a:rPr>
              <a:t>DV-</a:t>
            </a:r>
            <a:r>
              <a:rPr lang="en-GB" sz="1385" b="1" dirty="0" err="1">
                <a:solidFill>
                  <a:schemeClr val="bg1"/>
                </a:solidFill>
                <a:latin typeface="+mj-lt"/>
              </a:rPr>
              <a:t>Konzept</a:t>
            </a:r>
            <a:endParaRPr lang="de-DE" sz="1385" b="1" dirty="0">
              <a:solidFill>
                <a:schemeClr val="bg1"/>
              </a:solidFill>
              <a:latin typeface="+mj-lt"/>
            </a:endParaRPr>
          </a:p>
        </p:txBody>
      </p:sp>
      <p:sp>
        <p:nvSpPr>
          <p:cNvPr id="51" name="Textfeld 50"/>
          <p:cNvSpPr txBox="1"/>
          <p:nvPr/>
        </p:nvSpPr>
        <p:spPr>
          <a:xfrm>
            <a:off x="4722089" y="4491243"/>
            <a:ext cx="1516762" cy="305468"/>
          </a:xfrm>
          <a:prstGeom prst="rect">
            <a:avLst/>
          </a:prstGeom>
          <a:solidFill>
            <a:srgbClr val="012656"/>
          </a:solidFill>
        </p:spPr>
        <p:txBody>
          <a:bodyPr wrap="none" rtlCol="0">
            <a:spAutoFit/>
          </a:bodyPr>
          <a:lstStyle/>
          <a:p>
            <a:pPr algn="ctr"/>
            <a:r>
              <a:rPr lang="en-GB" sz="1385" b="1" dirty="0" err="1">
                <a:solidFill>
                  <a:schemeClr val="bg1"/>
                </a:solidFill>
                <a:latin typeface="+mj-lt"/>
              </a:rPr>
              <a:t>Implementierung</a:t>
            </a:r>
            <a:endParaRPr lang="de-DE" sz="1385" b="1" dirty="0">
              <a:solidFill>
                <a:schemeClr val="bg1"/>
              </a:solidFill>
              <a:latin typeface="+mj-lt"/>
            </a:endParaRPr>
          </a:p>
        </p:txBody>
      </p:sp>
    </p:spTree>
    <p:extLst>
      <p:ext uri="{BB962C8B-B14F-4D97-AF65-F5344CB8AC3E}">
        <p14:creationId xmlns:p14="http://schemas.microsoft.com/office/powerpoint/2010/main" val="13264127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FDC8E53-2E98-F8A2-BEDC-33742CF8DFCE}"/>
              </a:ext>
            </a:extLst>
          </p:cNvPr>
          <p:cNvSpPr>
            <a:spLocks noGrp="1"/>
          </p:cNvSpPr>
          <p:nvPr>
            <p:ph type="title"/>
          </p:nvPr>
        </p:nvSpPr>
        <p:spPr/>
        <p:txBody>
          <a:bodyPr/>
          <a:lstStyle/>
          <a:p>
            <a:r>
              <a:rPr lang="de-DE" dirty="0" err="1">
                <a:latin typeface="+mn-lt"/>
              </a:rPr>
              <a:t>Sprachkonstrukte</a:t>
            </a:r>
            <a:r>
              <a:rPr lang="de-DE" dirty="0">
                <a:latin typeface="+mn-lt"/>
              </a:rPr>
              <a:t> (Überblick)</a:t>
            </a:r>
          </a:p>
        </p:txBody>
      </p:sp>
      <p:grpSp>
        <p:nvGrpSpPr>
          <p:cNvPr id="76" name="Gruppieren 75">
            <a:extLst>
              <a:ext uri="{FF2B5EF4-FFF2-40B4-BE49-F238E27FC236}">
                <a16:creationId xmlns:a16="http://schemas.microsoft.com/office/drawing/2014/main" id="{8BAB5CC8-B8B2-9A2B-A132-58462F52FA4C}"/>
              </a:ext>
            </a:extLst>
          </p:cNvPr>
          <p:cNvGrpSpPr/>
          <p:nvPr/>
        </p:nvGrpSpPr>
        <p:grpSpPr>
          <a:xfrm>
            <a:off x="5318357" y="3033181"/>
            <a:ext cx="2076452" cy="541852"/>
            <a:chOff x="6332904" y="3945177"/>
            <a:chExt cx="2076452" cy="541852"/>
          </a:xfrm>
        </p:grpSpPr>
        <p:sp>
          <p:nvSpPr>
            <p:cNvPr id="14" name="Textfeld 13">
              <a:extLst>
                <a:ext uri="{FF2B5EF4-FFF2-40B4-BE49-F238E27FC236}">
                  <a16:creationId xmlns:a16="http://schemas.microsoft.com/office/drawing/2014/main" id="{E99C1E28-192F-470E-8FE0-06132E34D18F}"/>
                </a:ext>
              </a:extLst>
            </p:cNvPr>
            <p:cNvSpPr txBox="1"/>
            <p:nvPr/>
          </p:nvSpPr>
          <p:spPr>
            <a:xfrm>
              <a:off x="6332904" y="4117697"/>
              <a:ext cx="1772457" cy="369332"/>
            </a:xfrm>
            <a:prstGeom prst="rect">
              <a:avLst/>
            </a:prstGeom>
            <a:noFill/>
          </p:spPr>
          <p:txBody>
            <a:bodyPr wrap="square">
              <a:spAutoFit/>
            </a:bodyPr>
            <a:lstStyle/>
            <a:p>
              <a:pPr marL="0" marR="0" indent="0" algn="l">
                <a:buNone/>
              </a:pPr>
              <a:r>
                <a:rPr lang="de-DE" b="1" i="0" dirty="0">
                  <a:solidFill>
                    <a:srgbClr val="101418"/>
                  </a:solidFill>
                  <a:effectLst/>
                </a:rPr>
                <a:t>Vererbung</a:t>
              </a:r>
            </a:p>
          </p:txBody>
        </p:sp>
        <p:cxnSp>
          <p:nvCxnSpPr>
            <p:cNvPr id="16" name="Gerader Verbinder 15">
              <a:extLst>
                <a:ext uri="{FF2B5EF4-FFF2-40B4-BE49-F238E27FC236}">
                  <a16:creationId xmlns:a16="http://schemas.microsoft.com/office/drawing/2014/main" id="{B445D965-D907-2B89-B45F-F0CFDB69ACD0}"/>
                </a:ext>
              </a:extLst>
            </p:cNvPr>
            <p:cNvCxnSpPr/>
            <p:nvPr/>
          </p:nvCxnSpPr>
          <p:spPr>
            <a:xfrm>
              <a:off x="6428155" y="4117697"/>
              <a:ext cx="1677206"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7" name="Gleichschenkliges Dreieck 16">
              <a:extLst>
                <a:ext uri="{FF2B5EF4-FFF2-40B4-BE49-F238E27FC236}">
                  <a16:creationId xmlns:a16="http://schemas.microsoft.com/office/drawing/2014/main" id="{A7A4BABD-6671-43DA-664E-A58B0363623A}"/>
                </a:ext>
              </a:extLst>
            </p:cNvPr>
            <p:cNvSpPr/>
            <p:nvPr/>
          </p:nvSpPr>
          <p:spPr>
            <a:xfrm rot="5400000">
              <a:off x="8085909" y="3964630"/>
              <a:ext cx="342900" cy="303994"/>
            </a:xfrm>
            <a:prstGeom prst="triangl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grpSp>
        <p:nvGrpSpPr>
          <p:cNvPr id="79" name="Gruppieren 78">
            <a:extLst>
              <a:ext uri="{FF2B5EF4-FFF2-40B4-BE49-F238E27FC236}">
                <a16:creationId xmlns:a16="http://schemas.microsoft.com/office/drawing/2014/main" id="{383DE7C1-4BAE-EC25-4CC4-F8BB3386014B}"/>
              </a:ext>
            </a:extLst>
          </p:cNvPr>
          <p:cNvGrpSpPr/>
          <p:nvPr/>
        </p:nvGrpSpPr>
        <p:grpSpPr>
          <a:xfrm>
            <a:off x="5357678" y="4994707"/>
            <a:ext cx="1996294" cy="596863"/>
            <a:chOff x="6372225" y="5135705"/>
            <a:chExt cx="1996294" cy="596863"/>
          </a:xfrm>
        </p:grpSpPr>
        <p:sp>
          <p:nvSpPr>
            <p:cNvPr id="26" name="Textfeld 25">
              <a:extLst>
                <a:ext uri="{FF2B5EF4-FFF2-40B4-BE49-F238E27FC236}">
                  <a16:creationId xmlns:a16="http://schemas.microsoft.com/office/drawing/2014/main" id="{77BFA57D-C21A-3CED-1769-69D1A30F98A7}"/>
                </a:ext>
              </a:extLst>
            </p:cNvPr>
            <p:cNvSpPr txBox="1"/>
            <p:nvPr/>
          </p:nvSpPr>
          <p:spPr>
            <a:xfrm>
              <a:off x="6372225" y="5135705"/>
              <a:ext cx="1733137" cy="369332"/>
            </a:xfrm>
            <a:prstGeom prst="rect">
              <a:avLst/>
            </a:prstGeom>
            <a:noFill/>
          </p:spPr>
          <p:txBody>
            <a:bodyPr wrap="square">
              <a:spAutoFit/>
            </a:bodyPr>
            <a:lstStyle/>
            <a:p>
              <a:pPr marL="0" marR="0" indent="0" algn="l">
                <a:buNone/>
              </a:pPr>
              <a:r>
                <a:rPr lang="de-DE" b="1" i="0" dirty="0">
                  <a:solidFill>
                    <a:srgbClr val="101418"/>
                  </a:solidFill>
                  <a:effectLst/>
                </a:rPr>
                <a:t>Komposition </a:t>
              </a:r>
            </a:p>
          </p:txBody>
        </p:sp>
        <p:cxnSp>
          <p:nvCxnSpPr>
            <p:cNvPr id="30" name="Gerader Verbinder 29">
              <a:extLst>
                <a:ext uri="{FF2B5EF4-FFF2-40B4-BE49-F238E27FC236}">
                  <a16:creationId xmlns:a16="http://schemas.microsoft.com/office/drawing/2014/main" id="{F87E8AF6-B720-8D99-A92B-B1A60E69FC26}"/>
                </a:ext>
              </a:extLst>
            </p:cNvPr>
            <p:cNvCxnSpPr/>
            <p:nvPr/>
          </p:nvCxnSpPr>
          <p:spPr>
            <a:xfrm>
              <a:off x="6467476" y="5578989"/>
              <a:ext cx="1677206"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4" name="Raute 33">
              <a:extLst>
                <a:ext uri="{FF2B5EF4-FFF2-40B4-BE49-F238E27FC236}">
                  <a16:creationId xmlns:a16="http://schemas.microsoft.com/office/drawing/2014/main" id="{B0E4D4A7-99F0-A16B-47C0-FDD41B20B007}"/>
                </a:ext>
              </a:extLst>
            </p:cNvPr>
            <p:cNvSpPr/>
            <p:nvPr/>
          </p:nvSpPr>
          <p:spPr>
            <a:xfrm>
              <a:off x="7920844" y="5437188"/>
              <a:ext cx="447675" cy="295380"/>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grpSp>
        <p:nvGrpSpPr>
          <p:cNvPr id="77" name="Gruppieren 76">
            <a:extLst>
              <a:ext uri="{FF2B5EF4-FFF2-40B4-BE49-F238E27FC236}">
                <a16:creationId xmlns:a16="http://schemas.microsoft.com/office/drawing/2014/main" id="{3B26BD4F-D553-C2AE-293C-75EE43471B40}"/>
              </a:ext>
            </a:extLst>
          </p:cNvPr>
          <p:cNvGrpSpPr/>
          <p:nvPr/>
        </p:nvGrpSpPr>
        <p:grpSpPr>
          <a:xfrm>
            <a:off x="5357678" y="4023415"/>
            <a:ext cx="1996294" cy="522911"/>
            <a:chOff x="6372225" y="4627113"/>
            <a:chExt cx="1996294" cy="522911"/>
          </a:xfrm>
        </p:grpSpPr>
        <p:sp>
          <p:nvSpPr>
            <p:cNvPr id="39" name="Textfeld 38">
              <a:extLst>
                <a:ext uri="{FF2B5EF4-FFF2-40B4-BE49-F238E27FC236}">
                  <a16:creationId xmlns:a16="http://schemas.microsoft.com/office/drawing/2014/main" id="{279530F2-DBE3-37D9-037E-3C4DCA377CAE}"/>
                </a:ext>
              </a:extLst>
            </p:cNvPr>
            <p:cNvSpPr txBox="1"/>
            <p:nvPr/>
          </p:nvSpPr>
          <p:spPr>
            <a:xfrm>
              <a:off x="6372225" y="4627113"/>
              <a:ext cx="1733137" cy="369332"/>
            </a:xfrm>
            <a:prstGeom prst="rect">
              <a:avLst/>
            </a:prstGeom>
            <a:noFill/>
          </p:spPr>
          <p:txBody>
            <a:bodyPr wrap="square">
              <a:spAutoFit/>
            </a:bodyPr>
            <a:lstStyle/>
            <a:p>
              <a:pPr marL="0" marR="0" indent="0" algn="l">
                <a:buNone/>
              </a:pPr>
              <a:r>
                <a:rPr lang="de-DE" b="1" i="0" dirty="0">
                  <a:solidFill>
                    <a:srgbClr val="101418"/>
                  </a:solidFill>
                  <a:effectLst/>
                </a:rPr>
                <a:t>Aggregation </a:t>
              </a:r>
            </a:p>
          </p:txBody>
        </p:sp>
        <p:cxnSp>
          <p:nvCxnSpPr>
            <p:cNvPr id="40" name="Gerader Verbinder 39">
              <a:extLst>
                <a:ext uri="{FF2B5EF4-FFF2-40B4-BE49-F238E27FC236}">
                  <a16:creationId xmlns:a16="http://schemas.microsoft.com/office/drawing/2014/main" id="{D6BCFB52-5EBE-FA3E-A272-2BBC1F96CB78}"/>
                </a:ext>
              </a:extLst>
            </p:cNvPr>
            <p:cNvCxnSpPr/>
            <p:nvPr/>
          </p:nvCxnSpPr>
          <p:spPr>
            <a:xfrm>
              <a:off x="6467476" y="4996445"/>
              <a:ext cx="1677206"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1" name="Raute 40">
              <a:extLst>
                <a:ext uri="{FF2B5EF4-FFF2-40B4-BE49-F238E27FC236}">
                  <a16:creationId xmlns:a16="http://schemas.microsoft.com/office/drawing/2014/main" id="{19396D5F-81EF-35B6-F053-2A4396C464C8}"/>
                </a:ext>
              </a:extLst>
            </p:cNvPr>
            <p:cNvSpPr/>
            <p:nvPr/>
          </p:nvSpPr>
          <p:spPr>
            <a:xfrm>
              <a:off x="7920844" y="4854644"/>
              <a:ext cx="447675" cy="295380"/>
            </a:xfrm>
            <a:prstGeom prst="diamond">
              <a:avLst/>
            </a:prstGeom>
            <a:solidFill>
              <a:schemeClr val="bg1"/>
            </a:solidFill>
            <a:ln w="28575">
              <a:solidFill>
                <a:srgbClr val="254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grpSp>
        <p:nvGrpSpPr>
          <p:cNvPr id="75" name="Gruppieren 74">
            <a:extLst>
              <a:ext uri="{FF2B5EF4-FFF2-40B4-BE49-F238E27FC236}">
                <a16:creationId xmlns:a16="http://schemas.microsoft.com/office/drawing/2014/main" id="{4B27F03F-C59D-02B2-9559-2EFED57A437E}"/>
              </a:ext>
            </a:extLst>
          </p:cNvPr>
          <p:cNvGrpSpPr/>
          <p:nvPr/>
        </p:nvGrpSpPr>
        <p:grpSpPr>
          <a:xfrm>
            <a:off x="5318356" y="2330153"/>
            <a:ext cx="1772457" cy="411179"/>
            <a:chOff x="6372225" y="3435592"/>
            <a:chExt cx="1772457" cy="411179"/>
          </a:xfrm>
        </p:grpSpPr>
        <p:cxnSp>
          <p:nvCxnSpPr>
            <p:cNvPr id="42" name="Gerader Verbinder 41">
              <a:extLst>
                <a:ext uri="{FF2B5EF4-FFF2-40B4-BE49-F238E27FC236}">
                  <a16:creationId xmlns:a16="http://schemas.microsoft.com/office/drawing/2014/main" id="{9B318A5C-27E7-A6B8-ECD5-63E71DEC0976}"/>
                </a:ext>
              </a:extLst>
            </p:cNvPr>
            <p:cNvCxnSpPr/>
            <p:nvPr/>
          </p:nvCxnSpPr>
          <p:spPr>
            <a:xfrm>
              <a:off x="6467476" y="3435592"/>
              <a:ext cx="1677206" cy="0"/>
            </a:xfrm>
            <a:prstGeom prst="line">
              <a:avLst/>
            </a:prstGeom>
            <a:ln w="34925">
              <a:headEnd type="none" w="med" len="med"/>
              <a:tailEnd type="none" w="lg" len="lg"/>
            </a:ln>
          </p:spPr>
          <p:style>
            <a:lnRef idx="1">
              <a:schemeClr val="accent1"/>
            </a:lnRef>
            <a:fillRef idx="0">
              <a:schemeClr val="accent1"/>
            </a:fillRef>
            <a:effectRef idx="0">
              <a:schemeClr val="accent1"/>
            </a:effectRef>
            <a:fontRef idx="minor">
              <a:schemeClr val="tx1"/>
            </a:fontRef>
          </p:style>
        </p:cxnSp>
        <p:sp>
          <p:nvSpPr>
            <p:cNvPr id="45" name="Textfeld 44">
              <a:extLst>
                <a:ext uri="{FF2B5EF4-FFF2-40B4-BE49-F238E27FC236}">
                  <a16:creationId xmlns:a16="http://schemas.microsoft.com/office/drawing/2014/main" id="{95C9CAE0-8C33-3DE5-FE05-755F60B56566}"/>
                </a:ext>
              </a:extLst>
            </p:cNvPr>
            <p:cNvSpPr txBox="1"/>
            <p:nvPr/>
          </p:nvSpPr>
          <p:spPr>
            <a:xfrm>
              <a:off x="6372225" y="3477439"/>
              <a:ext cx="1548619" cy="369332"/>
            </a:xfrm>
            <a:prstGeom prst="rect">
              <a:avLst/>
            </a:prstGeom>
            <a:noFill/>
          </p:spPr>
          <p:txBody>
            <a:bodyPr wrap="square">
              <a:spAutoFit/>
            </a:bodyPr>
            <a:lstStyle/>
            <a:p>
              <a:pPr marL="0" marR="0" indent="0" algn="l">
                <a:buNone/>
              </a:pPr>
              <a:r>
                <a:rPr lang="de-DE" b="1" i="0" dirty="0">
                  <a:solidFill>
                    <a:srgbClr val="012656"/>
                  </a:solidFill>
                  <a:effectLst/>
                </a:rPr>
                <a:t>Assoziation</a:t>
              </a:r>
              <a:r>
                <a:rPr lang="de-DE" b="1" i="0" dirty="0">
                  <a:solidFill>
                    <a:srgbClr val="101418"/>
                  </a:solidFill>
                  <a:effectLst/>
                </a:rPr>
                <a:t> </a:t>
              </a:r>
            </a:p>
          </p:txBody>
        </p:sp>
      </p:grpSp>
      <p:sp>
        <p:nvSpPr>
          <p:cNvPr id="70" name="Rechteck 69">
            <a:extLst>
              <a:ext uri="{FF2B5EF4-FFF2-40B4-BE49-F238E27FC236}">
                <a16:creationId xmlns:a16="http://schemas.microsoft.com/office/drawing/2014/main" id="{ECF8C7BE-1F2E-1628-DE6F-1F8279C3CE56}"/>
              </a:ext>
            </a:extLst>
          </p:cNvPr>
          <p:cNvSpPr/>
          <p:nvPr/>
        </p:nvSpPr>
        <p:spPr>
          <a:xfrm>
            <a:off x="944186" y="2372000"/>
            <a:ext cx="3389376"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Klassenname</a:t>
            </a:r>
            <a:endParaRPr lang="de-DE" sz="2800" b="1" dirty="0">
              <a:solidFill>
                <a:srgbClr val="254061"/>
              </a:solidFill>
            </a:endParaRPr>
          </a:p>
        </p:txBody>
      </p:sp>
      <p:sp>
        <p:nvSpPr>
          <p:cNvPr id="71" name="Rechteck 70">
            <a:extLst>
              <a:ext uri="{FF2B5EF4-FFF2-40B4-BE49-F238E27FC236}">
                <a16:creationId xmlns:a16="http://schemas.microsoft.com/office/drawing/2014/main" id="{9E336E86-B2B8-03FD-7DF3-D92ED8C8B57F}"/>
              </a:ext>
            </a:extLst>
          </p:cNvPr>
          <p:cNvSpPr/>
          <p:nvPr/>
        </p:nvSpPr>
        <p:spPr>
          <a:xfrm>
            <a:off x="944186" y="2986096"/>
            <a:ext cx="3389376" cy="1680465"/>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b="1" dirty="0">
                <a:solidFill>
                  <a:srgbClr val="254061"/>
                </a:solidFill>
              </a:rPr>
              <a:t>Attribut1</a:t>
            </a:r>
          </a:p>
          <a:p>
            <a:r>
              <a:rPr lang="de-DE" b="1" dirty="0">
                <a:solidFill>
                  <a:srgbClr val="254061"/>
                </a:solidFill>
              </a:rPr>
              <a:t>Attribut2</a:t>
            </a:r>
          </a:p>
          <a:p>
            <a:r>
              <a:rPr lang="de-DE" b="1" dirty="0">
                <a:solidFill>
                  <a:srgbClr val="254061"/>
                </a:solidFill>
              </a:rPr>
              <a:t>Attribut3</a:t>
            </a:r>
          </a:p>
        </p:txBody>
      </p:sp>
      <p:sp>
        <p:nvSpPr>
          <p:cNvPr id="73" name="Rechteck 72">
            <a:extLst>
              <a:ext uri="{FF2B5EF4-FFF2-40B4-BE49-F238E27FC236}">
                <a16:creationId xmlns:a16="http://schemas.microsoft.com/office/drawing/2014/main" id="{83644123-839D-D606-3357-A62FCA9AD40A}"/>
              </a:ext>
            </a:extLst>
          </p:cNvPr>
          <p:cNvSpPr/>
          <p:nvPr/>
        </p:nvSpPr>
        <p:spPr>
          <a:xfrm>
            <a:off x="944186" y="4640921"/>
            <a:ext cx="3389376" cy="10769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b="1" dirty="0">
                <a:solidFill>
                  <a:srgbClr val="254061"/>
                </a:solidFill>
              </a:rPr>
              <a:t>Methode1</a:t>
            </a:r>
          </a:p>
          <a:p>
            <a:r>
              <a:rPr lang="de-DE" b="1" dirty="0">
                <a:solidFill>
                  <a:srgbClr val="254061"/>
                </a:solidFill>
              </a:rPr>
              <a:t>Methode2</a:t>
            </a:r>
          </a:p>
          <a:p>
            <a:r>
              <a:rPr lang="de-DE" b="1" dirty="0">
                <a:solidFill>
                  <a:srgbClr val="254061"/>
                </a:solidFill>
              </a:rPr>
              <a:t>Methode3</a:t>
            </a:r>
          </a:p>
        </p:txBody>
      </p:sp>
      <p:sp>
        <p:nvSpPr>
          <p:cNvPr id="74" name="Textfeld 73">
            <a:extLst>
              <a:ext uri="{FF2B5EF4-FFF2-40B4-BE49-F238E27FC236}">
                <a16:creationId xmlns:a16="http://schemas.microsoft.com/office/drawing/2014/main" id="{C8D928A9-1A31-04D9-E1D9-9A331C91207D}"/>
              </a:ext>
            </a:extLst>
          </p:cNvPr>
          <p:cNvSpPr txBox="1"/>
          <p:nvPr/>
        </p:nvSpPr>
        <p:spPr>
          <a:xfrm>
            <a:off x="1236794" y="1616356"/>
            <a:ext cx="2735966" cy="461665"/>
          </a:xfrm>
          <a:prstGeom prst="rect">
            <a:avLst/>
          </a:prstGeom>
          <a:noFill/>
        </p:spPr>
        <p:txBody>
          <a:bodyPr wrap="square">
            <a:spAutoFit/>
          </a:bodyPr>
          <a:lstStyle/>
          <a:p>
            <a:pPr marL="0" marR="0" indent="0" algn="l">
              <a:buNone/>
            </a:pPr>
            <a:r>
              <a:rPr lang="de-DE" sz="2400" b="1" dirty="0">
                <a:solidFill>
                  <a:srgbClr val="012656"/>
                </a:solidFill>
              </a:rPr>
              <a:t>Klassendiagramm</a:t>
            </a:r>
            <a:r>
              <a:rPr lang="de-DE" sz="2400" b="1" i="0" dirty="0">
                <a:solidFill>
                  <a:srgbClr val="FFC000"/>
                </a:solidFill>
                <a:effectLst/>
              </a:rPr>
              <a:t> </a:t>
            </a:r>
          </a:p>
        </p:txBody>
      </p:sp>
      <p:sp>
        <p:nvSpPr>
          <p:cNvPr id="80" name="Textfeld 79">
            <a:extLst>
              <a:ext uri="{FF2B5EF4-FFF2-40B4-BE49-F238E27FC236}">
                <a16:creationId xmlns:a16="http://schemas.microsoft.com/office/drawing/2014/main" id="{60EB4FE1-B9D9-5FAE-7444-D45F48FE8AFA}"/>
              </a:ext>
            </a:extLst>
          </p:cNvPr>
          <p:cNvSpPr txBox="1"/>
          <p:nvPr/>
        </p:nvSpPr>
        <p:spPr>
          <a:xfrm>
            <a:off x="5318356" y="1330354"/>
            <a:ext cx="2535936" cy="830997"/>
          </a:xfrm>
          <a:prstGeom prst="rect">
            <a:avLst/>
          </a:prstGeom>
          <a:noFill/>
        </p:spPr>
        <p:txBody>
          <a:bodyPr wrap="square">
            <a:spAutoFit/>
          </a:bodyPr>
          <a:lstStyle/>
          <a:p>
            <a:pPr marL="0" marR="0" indent="0" algn="l">
              <a:buNone/>
            </a:pPr>
            <a:r>
              <a:rPr lang="de-DE" sz="2400" b="1" dirty="0">
                <a:solidFill>
                  <a:srgbClr val="012656"/>
                </a:solidFill>
              </a:rPr>
              <a:t>Beziehungen zwischen Klassen</a:t>
            </a:r>
            <a:r>
              <a:rPr lang="de-DE" sz="2400" b="1" i="0" dirty="0">
                <a:solidFill>
                  <a:srgbClr val="012656"/>
                </a:solidFill>
                <a:effectLst/>
              </a:rPr>
              <a:t> </a:t>
            </a:r>
          </a:p>
        </p:txBody>
      </p:sp>
      <p:sp>
        <p:nvSpPr>
          <p:cNvPr id="82" name="Geschweifte Klammer rechts 81">
            <a:extLst>
              <a:ext uri="{FF2B5EF4-FFF2-40B4-BE49-F238E27FC236}">
                <a16:creationId xmlns:a16="http://schemas.microsoft.com/office/drawing/2014/main" id="{7FA6995B-C203-79CC-DC71-05710F1152DB}"/>
              </a:ext>
            </a:extLst>
          </p:cNvPr>
          <p:cNvSpPr/>
          <p:nvPr/>
        </p:nvSpPr>
        <p:spPr>
          <a:xfrm>
            <a:off x="2216187" y="4812867"/>
            <a:ext cx="219456" cy="778703"/>
          </a:xfrm>
          <a:prstGeom prst="rightBrace">
            <a:avLst>
              <a:gd name="adj1" fmla="val 43056"/>
              <a:gd name="adj2" fmla="val 49432"/>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83" name="Textfeld 82">
            <a:extLst>
              <a:ext uri="{FF2B5EF4-FFF2-40B4-BE49-F238E27FC236}">
                <a16:creationId xmlns:a16="http://schemas.microsoft.com/office/drawing/2014/main" id="{688F9072-359B-8DD1-A306-1F43CBA8A67B}"/>
              </a:ext>
            </a:extLst>
          </p:cNvPr>
          <p:cNvSpPr txBox="1"/>
          <p:nvPr/>
        </p:nvSpPr>
        <p:spPr>
          <a:xfrm>
            <a:off x="2455994" y="5002163"/>
            <a:ext cx="1877568" cy="400110"/>
          </a:xfrm>
          <a:prstGeom prst="rect">
            <a:avLst/>
          </a:prstGeom>
          <a:noFill/>
        </p:spPr>
        <p:txBody>
          <a:bodyPr wrap="square">
            <a:spAutoFit/>
          </a:bodyPr>
          <a:lstStyle/>
          <a:p>
            <a:pPr marL="0" marR="0" indent="0" algn="l">
              <a:buNone/>
            </a:pPr>
            <a:r>
              <a:rPr lang="de-DE" sz="2000" b="1" dirty="0">
                <a:solidFill>
                  <a:srgbClr val="012656"/>
                </a:solidFill>
              </a:rPr>
              <a:t>Operationen</a:t>
            </a:r>
            <a:r>
              <a:rPr lang="de-DE" sz="2000" b="1" i="0" dirty="0">
                <a:solidFill>
                  <a:srgbClr val="FFC000"/>
                </a:solidFill>
                <a:effectLst/>
              </a:rPr>
              <a:t> </a:t>
            </a:r>
          </a:p>
        </p:txBody>
      </p:sp>
      <p:sp>
        <p:nvSpPr>
          <p:cNvPr id="84" name="Textfeld 83">
            <a:extLst>
              <a:ext uri="{FF2B5EF4-FFF2-40B4-BE49-F238E27FC236}">
                <a16:creationId xmlns:a16="http://schemas.microsoft.com/office/drawing/2014/main" id="{8CEB6422-5B10-1EAF-7C50-7FDD39A4A604}"/>
              </a:ext>
            </a:extLst>
          </p:cNvPr>
          <p:cNvSpPr txBox="1"/>
          <p:nvPr/>
        </p:nvSpPr>
        <p:spPr>
          <a:xfrm>
            <a:off x="2455994" y="3675423"/>
            <a:ext cx="1877568" cy="400110"/>
          </a:xfrm>
          <a:prstGeom prst="rect">
            <a:avLst/>
          </a:prstGeom>
          <a:noFill/>
        </p:spPr>
        <p:txBody>
          <a:bodyPr wrap="square">
            <a:spAutoFit/>
          </a:bodyPr>
          <a:lstStyle/>
          <a:p>
            <a:pPr marL="0" marR="0" indent="0" algn="l">
              <a:buNone/>
            </a:pPr>
            <a:r>
              <a:rPr lang="de-DE" sz="2000" b="1" dirty="0">
                <a:solidFill>
                  <a:srgbClr val="012656"/>
                </a:solidFill>
              </a:rPr>
              <a:t>Eigenschaften</a:t>
            </a:r>
            <a:r>
              <a:rPr lang="de-DE" sz="2000" b="1" i="0" dirty="0">
                <a:solidFill>
                  <a:srgbClr val="FFC000"/>
                </a:solidFill>
                <a:effectLst/>
              </a:rPr>
              <a:t> </a:t>
            </a:r>
          </a:p>
        </p:txBody>
      </p:sp>
      <p:sp>
        <p:nvSpPr>
          <p:cNvPr id="85" name="Geschweifte Klammer rechts 84">
            <a:extLst>
              <a:ext uri="{FF2B5EF4-FFF2-40B4-BE49-F238E27FC236}">
                <a16:creationId xmlns:a16="http://schemas.microsoft.com/office/drawing/2014/main" id="{3776DB06-5E7A-0F7F-1F87-43C928098D7C}"/>
              </a:ext>
            </a:extLst>
          </p:cNvPr>
          <p:cNvSpPr/>
          <p:nvPr/>
        </p:nvSpPr>
        <p:spPr>
          <a:xfrm>
            <a:off x="2216187" y="3472243"/>
            <a:ext cx="219456" cy="778703"/>
          </a:xfrm>
          <a:prstGeom prst="rightBrace">
            <a:avLst>
              <a:gd name="adj1" fmla="val 43056"/>
              <a:gd name="adj2" fmla="val 49432"/>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87" name="Textfeld 86">
            <a:extLst>
              <a:ext uri="{FF2B5EF4-FFF2-40B4-BE49-F238E27FC236}">
                <a16:creationId xmlns:a16="http://schemas.microsoft.com/office/drawing/2014/main" id="{CD100EBD-1001-A121-8F25-E0B20930711B}"/>
              </a:ext>
            </a:extLst>
          </p:cNvPr>
          <p:cNvSpPr txBox="1"/>
          <p:nvPr/>
        </p:nvSpPr>
        <p:spPr>
          <a:xfrm>
            <a:off x="8602212" y="3204631"/>
            <a:ext cx="2840488" cy="1077218"/>
          </a:xfrm>
          <a:prstGeom prst="rect">
            <a:avLst/>
          </a:prstGeom>
          <a:noFill/>
        </p:spPr>
        <p:txBody>
          <a:bodyPr wrap="square">
            <a:spAutoFit/>
          </a:bodyPr>
          <a:lstStyle/>
          <a:p>
            <a:pPr lvl="0"/>
            <a:r>
              <a:rPr lang="de-DE" sz="1600" b="1" dirty="0">
                <a:latin typeface="Courier New" panose="02070309020205020404" pitchFamily="49" charset="0"/>
              </a:rPr>
              <a:t>1</a:t>
            </a:r>
            <a:r>
              <a:rPr lang="de-DE" sz="1600" b="1" dirty="0"/>
              <a:t> = genau eins </a:t>
            </a:r>
          </a:p>
          <a:p>
            <a:pPr lvl="0"/>
            <a:r>
              <a:rPr lang="de-DE" sz="1600" b="1" dirty="0">
                <a:latin typeface="Courier New" panose="02070309020205020404" pitchFamily="49" charset="0"/>
              </a:rPr>
              <a:t>0..1</a:t>
            </a:r>
            <a:r>
              <a:rPr lang="de-DE" sz="1600" b="1" dirty="0"/>
              <a:t> = null oder eins </a:t>
            </a:r>
          </a:p>
          <a:p>
            <a:pPr lvl="0"/>
            <a:r>
              <a:rPr lang="de-DE" sz="1600" b="1" dirty="0">
                <a:latin typeface="Courier New" panose="02070309020205020404" pitchFamily="49" charset="0"/>
              </a:rPr>
              <a:t>*</a:t>
            </a:r>
            <a:r>
              <a:rPr lang="de-DE" sz="1600" b="1" dirty="0"/>
              <a:t> bzw. </a:t>
            </a:r>
            <a:r>
              <a:rPr lang="de-DE" sz="1600" b="1" dirty="0">
                <a:latin typeface="Courier New" panose="02070309020205020404" pitchFamily="49" charset="0"/>
              </a:rPr>
              <a:t>0..*</a:t>
            </a:r>
            <a:r>
              <a:rPr lang="de-DE" sz="1600" b="1" dirty="0"/>
              <a:t> = beliebig viele </a:t>
            </a:r>
          </a:p>
          <a:p>
            <a:pPr lvl="0"/>
            <a:r>
              <a:rPr lang="de-DE" sz="1600" b="1" dirty="0">
                <a:latin typeface="Courier New" panose="02070309020205020404" pitchFamily="49" charset="0"/>
              </a:rPr>
              <a:t>1..*</a:t>
            </a:r>
            <a:r>
              <a:rPr lang="de-DE" sz="1600" b="1" dirty="0"/>
              <a:t> = mindestens eins</a:t>
            </a:r>
          </a:p>
        </p:txBody>
      </p:sp>
      <p:sp>
        <p:nvSpPr>
          <p:cNvPr id="88" name="Textfeld 87">
            <a:extLst>
              <a:ext uri="{FF2B5EF4-FFF2-40B4-BE49-F238E27FC236}">
                <a16:creationId xmlns:a16="http://schemas.microsoft.com/office/drawing/2014/main" id="{7266F249-954A-97D3-60F0-CCF4783A59CF}"/>
              </a:ext>
            </a:extLst>
          </p:cNvPr>
          <p:cNvSpPr txBox="1"/>
          <p:nvPr/>
        </p:nvSpPr>
        <p:spPr>
          <a:xfrm>
            <a:off x="8256245" y="2755263"/>
            <a:ext cx="2735966" cy="461665"/>
          </a:xfrm>
          <a:prstGeom prst="rect">
            <a:avLst/>
          </a:prstGeom>
          <a:noFill/>
        </p:spPr>
        <p:txBody>
          <a:bodyPr wrap="square">
            <a:spAutoFit/>
          </a:bodyPr>
          <a:lstStyle/>
          <a:p>
            <a:pPr marL="0" marR="0" indent="0" algn="l">
              <a:buNone/>
            </a:pPr>
            <a:r>
              <a:rPr lang="de-DE" sz="2400" b="1" dirty="0">
                <a:solidFill>
                  <a:srgbClr val="012656"/>
                </a:solidFill>
              </a:rPr>
              <a:t>Kardinalität</a:t>
            </a:r>
            <a:r>
              <a:rPr lang="de-DE" sz="2400" b="1" i="0" dirty="0">
                <a:solidFill>
                  <a:srgbClr val="FFC000"/>
                </a:solidFill>
                <a:effectLst/>
              </a:rPr>
              <a:t> </a:t>
            </a:r>
          </a:p>
        </p:txBody>
      </p:sp>
    </p:spTree>
    <p:extLst>
      <p:ext uri="{BB962C8B-B14F-4D97-AF65-F5344CB8AC3E}">
        <p14:creationId xmlns:p14="http://schemas.microsoft.com/office/powerpoint/2010/main" val="20839009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A6644-45D4-E8DE-7BDE-5F2788632890}"/>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757721A0-E453-5861-9ADA-52507AFAC46B}"/>
              </a:ext>
            </a:extLst>
          </p:cNvPr>
          <p:cNvSpPr>
            <a:spLocks noGrp="1"/>
          </p:cNvSpPr>
          <p:nvPr>
            <p:ph type="title"/>
          </p:nvPr>
        </p:nvSpPr>
        <p:spPr/>
        <p:txBody>
          <a:bodyPr/>
          <a:lstStyle/>
          <a:p>
            <a:r>
              <a:rPr lang="de-DE" dirty="0" err="1">
                <a:latin typeface="+mn-lt"/>
              </a:rPr>
              <a:t>Sprachkonstrukte</a:t>
            </a:r>
            <a:r>
              <a:rPr lang="de-DE" dirty="0">
                <a:latin typeface="+mn-lt"/>
              </a:rPr>
              <a:t>: Klassendiagramm</a:t>
            </a:r>
          </a:p>
        </p:txBody>
      </p:sp>
      <p:sp>
        <p:nvSpPr>
          <p:cNvPr id="6" name="Textplatzhalter 5">
            <a:extLst>
              <a:ext uri="{FF2B5EF4-FFF2-40B4-BE49-F238E27FC236}">
                <a16:creationId xmlns:a16="http://schemas.microsoft.com/office/drawing/2014/main" id="{09E24FDC-2E26-DF55-BFF0-E71D3D16DB89}"/>
              </a:ext>
            </a:extLst>
          </p:cNvPr>
          <p:cNvSpPr>
            <a:spLocks noGrp="1"/>
          </p:cNvSpPr>
          <p:nvPr>
            <p:ph type="body" sz="quarter" idx="12"/>
          </p:nvPr>
        </p:nvSpPr>
        <p:spPr>
          <a:xfrm>
            <a:off x="3390900" y="1511979"/>
            <a:ext cx="8334375" cy="1328177"/>
          </a:xfrm>
        </p:spPr>
        <p:txBody>
          <a:bodyPr/>
          <a:lstStyle/>
          <a:p>
            <a:pPr marL="0" indent="0">
              <a:lnSpc>
                <a:spcPct val="150000"/>
              </a:lnSpc>
              <a:buNone/>
            </a:pPr>
            <a:r>
              <a:rPr lang="de-DE" sz="2000" dirty="0">
                <a:latin typeface="+mn-lt"/>
              </a:rPr>
              <a:t>Eine </a:t>
            </a:r>
            <a:r>
              <a:rPr lang="de-DE" sz="2000" b="1" dirty="0">
                <a:solidFill>
                  <a:srgbClr val="FF9600"/>
                </a:solidFill>
                <a:latin typeface="+mn-lt"/>
              </a:rPr>
              <a:t>Klasse</a:t>
            </a:r>
            <a:r>
              <a:rPr lang="de-DE" sz="2000" dirty="0">
                <a:latin typeface="+mn-lt"/>
              </a:rPr>
              <a:t> ist eine Vorlage (Bauplan) für Objekte. Sie legt fest, welche Eigenschaften (Attribute) und welches Verhalten (Methoden) die daraus erzeugten Objekte haben.</a:t>
            </a:r>
          </a:p>
        </p:txBody>
      </p:sp>
      <p:sp>
        <p:nvSpPr>
          <p:cNvPr id="2" name="Textplatzhalter 5">
            <a:extLst>
              <a:ext uri="{FF2B5EF4-FFF2-40B4-BE49-F238E27FC236}">
                <a16:creationId xmlns:a16="http://schemas.microsoft.com/office/drawing/2014/main" id="{75DA67B4-8EFF-E34F-B892-6A4C41EF5BD6}"/>
              </a:ext>
            </a:extLst>
          </p:cNvPr>
          <p:cNvSpPr txBox="1">
            <a:spLocks/>
          </p:cNvSpPr>
          <p:nvPr/>
        </p:nvSpPr>
        <p:spPr>
          <a:xfrm>
            <a:off x="412749" y="3420025"/>
            <a:ext cx="5060951" cy="3462224"/>
          </a:xfrm>
          <a:prstGeom prst="rect">
            <a:avLst/>
          </a:prstGeom>
        </p:spPr>
        <p:txBody>
          <a:bodyPr vert="horz" lIns="0" tIns="0" rIns="0" bIns="0" rtlCol="0">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tx1"/>
                </a:solidFill>
                <a:latin typeface="+mj-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tx1"/>
                </a:solidFill>
                <a:latin typeface="+mj-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a:buNone/>
            </a:pPr>
            <a:r>
              <a:rPr lang="de-DE" sz="1800" b="1" dirty="0">
                <a:latin typeface="+mn-lt"/>
              </a:rPr>
              <a:t>Merkmale von Klassendiagrammen</a:t>
            </a:r>
          </a:p>
          <a:p>
            <a:pPr>
              <a:buFont typeface="Arial" panose="020B0604020202020204" pitchFamily="34" charset="0"/>
              <a:buChar char="•"/>
            </a:pPr>
            <a:r>
              <a:rPr lang="de-DE" sz="1800" dirty="0">
                <a:latin typeface="+mn-lt"/>
              </a:rPr>
              <a:t>Klassendiagramme haben </a:t>
            </a:r>
            <a:r>
              <a:rPr lang="de-DE" sz="1800" b="1" dirty="0">
                <a:latin typeface="+mn-lt"/>
              </a:rPr>
              <a:t>Namen</a:t>
            </a:r>
          </a:p>
          <a:p>
            <a:pPr>
              <a:buFont typeface="Arial" panose="020B0604020202020204" pitchFamily="34" charset="0"/>
              <a:buChar char="•"/>
            </a:pPr>
            <a:r>
              <a:rPr lang="de-DE" sz="1800" dirty="0">
                <a:latin typeface="+mn-lt"/>
              </a:rPr>
              <a:t>Durch </a:t>
            </a:r>
            <a:r>
              <a:rPr lang="de-DE" sz="1800" b="1" dirty="0">
                <a:latin typeface="+mn-lt"/>
              </a:rPr>
              <a:t>Attribute</a:t>
            </a:r>
            <a:r>
              <a:rPr lang="de-DE" sz="1800" dirty="0">
                <a:latin typeface="+mn-lt"/>
              </a:rPr>
              <a:t> werden die Eigenschaften einer Klasse beschrieben</a:t>
            </a:r>
          </a:p>
          <a:p>
            <a:pPr>
              <a:buFont typeface="Arial" panose="020B0604020202020204" pitchFamily="34" charset="0"/>
              <a:buChar char="•"/>
            </a:pPr>
            <a:r>
              <a:rPr lang="de-DE" sz="1800" b="1" dirty="0">
                <a:latin typeface="+mn-lt"/>
              </a:rPr>
              <a:t>Methoden</a:t>
            </a:r>
            <a:r>
              <a:rPr lang="de-DE" sz="1800" dirty="0">
                <a:latin typeface="+mn-lt"/>
              </a:rPr>
              <a:t> beschreiben das Verhalten einer Klasse.</a:t>
            </a:r>
          </a:p>
          <a:p>
            <a:pPr>
              <a:buFont typeface="Arial" panose="020B0604020202020204" pitchFamily="34" charset="0"/>
              <a:buChar char="•"/>
            </a:pPr>
            <a:r>
              <a:rPr lang="de-DE" sz="1800" dirty="0">
                <a:latin typeface="+mn-lt"/>
              </a:rPr>
              <a:t>Die </a:t>
            </a:r>
            <a:r>
              <a:rPr lang="de-DE" sz="1800" b="1" dirty="0">
                <a:latin typeface="+mn-lt"/>
              </a:rPr>
              <a:t>Sichtbarkeit</a:t>
            </a:r>
            <a:r>
              <a:rPr lang="de-DE" sz="1800" dirty="0">
                <a:latin typeface="+mn-lt"/>
              </a:rPr>
              <a:t> gibt an, wer auf Attribute oder Methoden zugreifen darf.</a:t>
            </a:r>
          </a:p>
          <a:p>
            <a:pPr>
              <a:buFont typeface="Arial" panose="020B0604020202020204" pitchFamily="34" charset="0"/>
              <a:buChar char="•"/>
            </a:pPr>
            <a:r>
              <a:rPr lang="de-DE" sz="1800" dirty="0">
                <a:latin typeface="+mn-lt"/>
              </a:rPr>
              <a:t>Klassen stehen in </a:t>
            </a:r>
            <a:r>
              <a:rPr lang="de-DE" sz="1800" b="1" dirty="0">
                <a:latin typeface="+mn-lt"/>
              </a:rPr>
              <a:t>Beziehung</a:t>
            </a:r>
            <a:r>
              <a:rPr lang="de-DE" sz="1800" dirty="0">
                <a:latin typeface="+mn-lt"/>
              </a:rPr>
              <a:t> zueinander</a:t>
            </a:r>
          </a:p>
        </p:txBody>
      </p:sp>
      <p:sp>
        <p:nvSpPr>
          <p:cNvPr id="3" name="Textplatzhalter 5">
            <a:extLst>
              <a:ext uri="{FF2B5EF4-FFF2-40B4-BE49-F238E27FC236}">
                <a16:creationId xmlns:a16="http://schemas.microsoft.com/office/drawing/2014/main" id="{92257AD2-D9B3-AB02-083D-BA03D423C518}"/>
              </a:ext>
            </a:extLst>
          </p:cNvPr>
          <p:cNvSpPr txBox="1">
            <a:spLocks/>
          </p:cNvSpPr>
          <p:nvPr/>
        </p:nvSpPr>
        <p:spPr>
          <a:xfrm>
            <a:off x="6367506" y="3420025"/>
            <a:ext cx="5238751" cy="2556902"/>
          </a:xfrm>
          <a:prstGeom prst="rect">
            <a:avLst/>
          </a:prstGeom>
        </p:spPr>
        <p:txBody>
          <a:bodyPr vert="horz" lIns="0" tIns="0" rIns="0" bIns="0" rtlCol="0">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tx1"/>
                </a:solidFill>
                <a:latin typeface="+mj-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tx1"/>
                </a:solidFill>
                <a:latin typeface="+mj-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buNone/>
            </a:pPr>
            <a:r>
              <a:rPr lang="de-DE" sz="1800" b="1" dirty="0">
                <a:latin typeface="+mn-lt"/>
              </a:rPr>
              <a:t>Beispiele für Klassendiagramms </a:t>
            </a:r>
          </a:p>
          <a:p>
            <a:pPr marL="0" indent="0">
              <a:buNone/>
            </a:pPr>
            <a:r>
              <a:rPr lang="de-DE" sz="1800" dirty="0">
                <a:latin typeface="+mn-lt"/>
              </a:rPr>
              <a:t>Person</a:t>
            </a:r>
          </a:p>
          <a:p>
            <a:pPr marL="0" indent="0">
              <a:buNone/>
            </a:pPr>
            <a:r>
              <a:rPr lang="de-DE" sz="1800" dirty="0">
                <a:latin typeface="+mn-lt"/>
              </a:rPr>
              <a:t>Auto</a:t>
            </a:r>
          </a:p>
          <a:p>
            <a:pPr marL="0" indent="0">
              <a:buNone/>
            </a:pPr>
            <a:r>
              <a:rPr lang="de-DE" sz="1800" dirty="0">
                <a:latin typeface="+mn-lt"/>
              </a:rPr>
              <a:t>Student</a:t>
            </a:r>
          </a:p>
          <a:p>
            <a:pPr marL="0" indent="0">
              <a:buNone/>
            </a:pPr>
            <a:r>
              <a:rPr lang="de-DE" sz="1800" dirty="0">
                <a:latin typeface="+mn-lt"/>
              </a:rPr>
              <a:t>Kunde</a:t>
            </a:r>
          </a:p>
          <a:p>
            <a:pPr marL="0" indent="0">
              <a:buNone/>
            </a:pPr>
            <a:r>
              <a:rPr lang="de-DE" sz="1800" dirty="0">
                <a:latin typeface="+mn-lt"/>
              </a:rPr>
              <a:t>Bankkonto</a:t>
            </a:r>
          </a:p>
          <a:p>
            <a:pPr marL="0" indent="0">
              <a:buNone/>
            </a:pPr>
            <a:r>
              <a:rPr lang="de-DE" sz="1800" dirty="0">
                <a:latin typeface="+mn-lt"/>
              </a:rPr>
              <a:t>Buch</a:t>
            </a:r>
            <a:endParaRPr lang="de-DE" sz="1800" b="1" dirty="0">
              <a:latin typeface="+mn-lt"/>
            </a:endParaRPr>
          </a:p>
        </p:txBody>
      </p:sp>
      <p:grpSp>
        <p:nvGrpSpPr>
          <p:cNvPr id="21" name="Gruppieren 20">
            <a:extLst>
              <a:ext uri="{FF2B5EF4-FFF2-40B4-BE49-F238E27FC236}">
                <a16:creationId xmlns:a16="http://schemas.microsoft.com/office/drawing/2014/main" id="{2E7D881D-71A0-91E2-5502-DC5FD6DB0AB7}"/>
              </a:ext>
            </a:extLst>
          </p:cNvPr>
          <p:cNvGrpSpPr/>
          <p:nvPr/>
        </p:nvGrpSpPr>
        <p:grpSpPr>
          <a:xfrm>
            <a:off x="815069" y="1452561"/>
            <a:ext cx="2203904" cy="1783233"/>
            <a:chOff x="2518986" y="2410100"/>
            <a:chExt cx="3389376" cy="3548960"/>
          </a:xfrm>
        </p:grpSpPr>
        <p:sp>
          <p:nvSpPr>
            <p:cNvPr id="8" name="Rechteck 7">
              <a:extLst>
                <a:ext uri="{FF2B5EF4-FFF2-40B4-BE49-F238E27FC236}">
                  <a16:creationId xmlns:a16="http://schemas.microsoft.com/office/drawing/2014/main" id="{8743A9ED-2562-530F-E1FC-1C0564763472}"/>
                </a:ext>
              </a:extLst>
            </p:cNvPr>
            <p:cNvSpPr/>
            <p:nvPr/>
          </p:nvSpPr>
          <p:spPr>
            <a:xfrm>
              <a:off x="2518986" y="2410100"/>
              <a:ext cx="3389376" cy="623142"/>
            </a:xfrm>
            <a:prstGeom prst="rect">
              <a:avLst/>
            </a:prstGeom>
            <a:solidFill>
              <a:schemeClr val="bg1">
                <a:lumMod val="95000"/>
              </a:schemeClr>
            </a:solidFill>
            <a:ln w="1905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400" b="1" dirty="0">
                  <a:solidFill>
                    <a:srgbClr val="254061"/>
                  </a:solidFill>
                </a:rPr>
                <a:t>Klassenname</a:t>
              </a:r>
              <a:endParaRPr lang="de-DE" sz="1600" b="1" dirty="0">
                <a:solidFill>
                  <a:srgbClr val="254061"/>
                </a:solidFill>
              </a:endParaRPr>
            </a:p>
          </p:txBody>
        </p:sp>
        <p:sp>
          <p:nvSpPr>
            <p:cNvPr id="10" name="Rechteck 9">
              <a:extLst>
                <a:ext uri="{FF2B5EF4-FFF2-40B4-BE49-F238E27FC236}">
                  <a16:creationId xmlns:a16="http://schemas.microsoft.com/office/drawing/2014/main" id="{5348E997-A393-8496-1C52-2E961765150C}"/>
                </a:ext>
              </a:extLst>
            </p:cNvPr>
            <p:cNvSpPr/>
            <p:nvPr/>
          </p:nvSpPr>
          <p:spPr>
            <a:xfrm>
              <a:off x="2518986" y="3024196"/>
              <a:ext cx="3389376" cy="1680465"/>
            </a:xfrm>
            <a:prstGeom prst="rect">
              <a:avLst/>
            </a:prstGeom>
            <a:solidFill>
              <a:schemeClr val="bg1">
                <a:lumMod val="95000"/>
              </a:schemeClr>
            </a:solidFill>
            <a:ln w="1905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1100" b="1" dirty="0">
                  <a:solidFill>
                    <a:srgbClr val="254061"/>
                  </a:solidFill>
                </a:rPr>
                <a:t>Attribut1</a:t>
              </a:r>
            </a:p>
            <a:p>
              <a:r>
                <a:rPr lang="de-DE" sz="1100" b="1" dirty="0">
                  <a:solidFill>
                    <a:srgbClr val="254061"/>
                  </a:solidFill>
                </a:rPr>
                <a:t>Attribut2</a:t>
              </a:r>
            </a:p>
            <a:p>
              <a:r>
                <a:rPr lang="de-DE" sz="1100" b="1" dirty="0">
                  <a:solidFill>
                    <a:srgbClr val="254061"/>
                  </a:solidFill>
                </a:rPr>
                <a:t>Attribut3</a:t>
              </a:r>
            </a:p>
          </p:txBody>
        </p:sp>
        <p:sp>
          <p:nvSpPr>
            <p:cNvPr id="12" name="Rechteck 11">
              <a:extLst>
                <a:ext uri="{FF2B5EF4-FFF2-40B4-BE49-F238E27FC236}">
                  <a16:creationId xmlns:a16="http://schemas.microsoft.com/office/drawing/2014/main" id="{C0A65363-51F5-7310-9EE0-79EB56383DCF}"/>
                </a:ext>
              </a:extLst>
            </p:cNvPr>
            <p:cNvSpPr/>
            <p:nvPr/>
          </p:nvSpPr>
          <p:spPr>
            <a:xfrm>
              <a:off x="2518986" y="4679021"/>
              <a:ext cx="3389376" cy="1076903"/>
            </a:xfrm>
            <a:prstGeom prst="rect">
              <a:avLst/>
            </a:prstGeom>
            <a:solidFill>
              <a:schemeClr val="bg1">
                <a:lumMod val="95000"/>
              </a:schemeClr>
            </a:solidFill>
            <a:ln w="1905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1100" b="1" dirty="0">
                  <a:solidFill>
                    <a:srgbClr val="254061"/>
                  </a:solidFill>
                </a:rPr>
                <a:t>Methode1</a:t>
              </a:r>
            </a:p>
            <a:p>
              <a:r>
                <a:rPr lang="de-DE" sz="1100" b="1" dirty="0">
                  <a:solidFill>
                    <a:srgbClr val="254061"/>
                  </a:solidFill>
                </a:rPr>
                <a:t>Methode2</a:t>
              </a:r>
            </a:p>
            <a:p>
              <a:r>
                <a:rPr lang="de-DE" sz="1100" b="1" dirty="0">
                  <a:solidFill>
                    <a:srgbClr val="254061"/>
                  </a:solidFill>
                </a:rPr>
                <a:t>Methode3</a:t>
              </a:r>
            </a:p>
          </p:txBody>
        </p:sp>
        <p:sp>
          <p:nvSpPr>
            <p:cNvPr id="14" name="Geschweifte Klammer rechts 13">
              <a:extLst>
                <a:ext uri="{FF2B5EF4-FFF2-40B4-BE49-F238E27FC236}">
                  <a16:creationId xmlns:a16="http://schemas.microsoft.com/office/drawing/2014/main" id="{98662A87-197C-BB47-3FCF-CDAA605731D4}"/>
                </a:ext>
              </a:extLst>
            </p:cNvPr>
            <p:cNvSpPr/>
            <p:nvPr/>
          </p:nvSpPr>
          <p:spPr>
            <a:xfrm>
              <a:off x="3790987" y="4850967"/>
              <a:ext cx="219456" cy="778703"/>
            </a:xfrm>
            <a:prstGeom prst="rightBrace">
              <a:avLst>
                <a:gd name="adj1" fmla="val 43056"/>
                <a:gd name="adj2" fmla="val 49432"/>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sz="1100"/>
            </a:p>
          </p:txBody>
        </p:sp>
        <p:sp>
          <p:nvSpPr>
            <p:cNvPr id="16" name="Textfeld 15">
              <a:extLst>
                <a:ext uri="{FF2B5EF4-FFF2-40B4-BE49-F238E27FC236}">
                  <a16:creationId xmlns:a16="http://schemas.microsoft.com/office/drawing/2014/main" id="{08444652-7F67-B607-C410-F79740B3350E}"/>
                </a:ext>
              </a:extLst>
            </p:cNvPr>
            <p:cNvSpPr txBox="1"/>
            <p:nvPr/>
          </p:nvSpPr>
          <p:spPr>
            <a:xfrm>
              <a:off x="4030794" y="5040262"/>
              <a:ext cx="1516766" cy="918798"/>
            </a:xfrm>
            <a:prstGeom prst="rect">
              <a:avLst/>
            </a:prstGeom>
            <a:noFill/>
            <a:ln w="19050">
              <a:noFill/>
            </a:ln>
          </p:spPr>
          <p:txBody>
            <a:bodyPr wrap="square">
              <a:spAutoFit/>
            </a:bodyPr>
            <a:lstStyle/>
            <a:p>
              <a:pPr marL="0" marR="0" indent="0" algn="l">
                <a:buNone/>
              </a:pPr>
              <a:r>
                <a:rPr lang="de-DE" sz="1200" b="1" dirty="0">
                  <a:solidFill>
                    <a:srgbClr val="012656"/>
                  </a:solidFill>
                </a:rPr>
                <a:t>Operationen</a:t>
              </a:r>
              <a:r>
                <a:rPr lang="de-DE" sz="1200" b="1" i="0" dirty="0">
                  <a:solidFill>
                    <a:srgbClr val="FFC000"/>
                  </a:solidFill>
                  <a:effectLst/>
                </a:rPr>
                <a:t> </a:t>
              </a:r>
            </a:p>
          </p:txBody>
        </p:sp>
        <p:sp>
          <p:nvSpPr>
            <p:cNvPr id="18" name="Textfeld 17">
              <a:extLst>
                <a:ext uri="{FF2B5EF4-FFF2-40B4-BE49-F238E27FC236}">
                  <a16:creationId xmlns:a16="http://schemas.microsoft.com/office/drawing/2014/main" id="{1A7600DF-7869-9EFA-6853-002D10999B72}"/>
                </a:ext>
              </a:extLst>
            </p:cNvPr>
            <p:cNvSpPr txBox="1"/>
            <p:nvPr/>
          </p:nvSpPr>
          <p:spPr>
            <a:xfrm>
              <a:off x="4030794" y="3713523"/>
              <a:ext cx="1694690" cy="918798"/>
            </a:xfrm>
            <a:prstGeom prst="rect">
              <a:avLst/>
            </a:prstGeom>
            <a:noFill/>
            <a:ln w="19050">
              <a:noFill/>
            </a:ln>
          </p:spPr>
          <p:txBody>
            <a:bodyPr wrap="square">
              <a:spAutoFit/>
            </a:bodyPr>
            <a:lstStyle/>
            <a:p>
              <a:pPr marL="0" marR="0" indent="0" algn="l">
                <a:buNone/>
              </a:pPr>
              <a:r>
                <a:rPr lang="de-DE" sz="1200" b="1" dirty="0">
                  <a:solidFill>
                    <a:srgbClr val="012656"/>
                  </a:solidFill>
                </a:rPr>
                <a:t>Eigenschaften</a:t>
              </a:r>
              <a:r>
                <a:rPr lang="de-DE" sz="1200" b="1" i="0" dirty="0">
                  <a:solidFill>
                    <a:srgbClr val="FFC000"/>
                  </a:solidFill>
                  <a:effectLst/>
                </a:rPr>
                <a:t> </a:t>
              </a:r>
            </a:p>
          </p:txBody>
        </p:sp>
        <p:sp>
          <p:nvSpPr>
            <p:cNvPr id="20" name="Geschweifte Klammer rechts 19">
              <a:extLst>
                <a:ext uri="{FF2B5EF4-FFF2-40B4-BE49-F238E27FC236}">
                  <a16:creationId xmlns:a16="http://schemas.microsoft.com/office/drawing/2014/main" id="{86466E37-E342-F028-492F-9491C7792579}"/>
                </a:ext>
              </a:extLst>
            </p:cNvPr>
            <p:cNvSpPr/>
            <p:nvPr/>
          </p:nvSpPr>
          <p:spPr>
            <a:xfrm>
              <a:off x="3790987" y="3510343"/>
              <a:ext cx="219456" cy="778703"/>
            </a:xfrm>
            <a:prstGeom prst="rightBrace">
              <a:avLst>
                <a:gd name="adj1" fmla="val 43056"/>
                <a:gd name="adj2" fmla="val 49432"/>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sz="1100"/>
            </a:p>
          </p:txBody>
        </p:sp>
      </p:grpSp>
    </p:spTree>
    <p:extLst>
      <p:ext uri="{BB962C8B-B14F-4D97-AF65-F5344CB8AC3E}">
        <p14:creationId xmlns:p14="http://schemas.microsoft.com/office/powerpoint/2010/main" val="9255224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1DE25DB-E3B4-92BF-2DFC-E560A3E566F7}"/>
              </a:ext>
            </a:extLst>
          </p:cNvPr>
          <p:cNvSpPr>
            <a:spLocks noGrp="1"/>
          </p:cNvSpPr>
          <p:nvPr>
            <p:ph type="title"/>
          </p:nvPr>
        </p:nvSpPr>
        <p:spPr/>
        <p:txBody>
          <a:bodyPr/>
          <a:lstStyle/>
          <a:p>
            <a:r>
              <a:rPr lang="de-DE" dirty="0"/>
              <a:t>Beispiel: Klassen</a:t>
            </a:r>
          </a:p>
        </p:txBody>
      </p:sp>
      <p:graphicFrame>
        <p:nvGraphicFramePr>
          <p:cNvPr id="6" name="Tabelle 5">
            <a:extLst>
              <a:ext uri="{FF2B5EF4-FFF2-40B4-BE49-F238E27FC236}">
                <a16:creationId xmlns:a16="http://schemas.microsoft.com/office/drawing/2014/main" id="{7B66B6AE-7E01-4F6F-2776-EA77535BD430}"/>
              </a:ext>
            </a:extLst>
          </p:cNvPr>
          <p:cNvGraphicFramePr>
            <a:graphicFrameLocks noGrp="1"/>
          </p:cNvGraphicFramePr>
          <p:nvPr>
            <p:extLst>
              <p:ext uri="{D42A27DB-BD31-4B8C-83A1-F6EECF244321}">
                <p14:modId xmlns:p14="http://schemas.microsoft.com/office/powerpoint/2010/main" val="2463673658"/>
              </p:ext>
            </p:extLst>
          </p:nvPr>
        </p:nvGraphicFramePr>
        <p:xfrm>
          <a:off x="685800" y="1189566"/>
          <a:ext cx="10744200" cy="4830233"/>
        </p:xfrm>
        <a:graphic>
          <a:graphicData uri="http://schemas.openxmlformats.org/drawingml/2006/table">
            <a:tbl>
              <a:tblPr firstRow="1" bandRow="1">
                <a:tableStyleId>{5C22544A-7EE6-4342-B048-85BDC9FD1C3A}</a:tableStyleId>
              </a:tblPr>
              <a:tblGrid>
                <a:gridCol w="3581400">
                  <a:extLst>
                    <a:ext uri="{9D8B030D-6E8A-4147-A177-3AD203B41FA5}">
                      <a16:colId xmlns:a16="http://schemas.microsoft.com/office/drawing/2014/main" val="1455012160"/>
                    </a:ext>
                  </a:extLst>
                </a:gridCol>
                <a:gridCol w="3581400">
                  <a:extLst>
                    <a:ext uri="{9D8B030D-6E8A-4147-A177-3AD203B41FA5}">
                      <a16:colId xmlns:a16="http://schemas.microsoft.com/office/drawing/2014/main" val="780157520"/>
                    </a:ext>
                  </a:extLst>
                </a:gridCol>
                <a:gridCol w="3581400">
                  <a:extLst>
                    <a:ext uri="{9D8B030D-6E8A-4147-A177-3AD203B41FA5}">
                      <a16:colId xmlns:a16="http://schemas.microsoft.com/office/drawing/2014/main" val="164547488"/>
                    </a:ext>
                  </a:extLst>
                </a:gridCol>
              </a:tblGrid>
              <a:tr h="953822">
                <a:tc>
                  <a:txBody>
                    <a:bodyPr/>
                    <a:lstStyle/>
                    <a:p>
                      <a:r>
                        <a:rPr lang="de-DE" sz="2400" dirty="0"/>
                        <a:t>Klasse</a:t>
                      </a:r>
                    </a:p>
                  </a:txBody>
                  <a:tcPr anchor="ctr"/>
                </a:tc>
                <a:tc>
                  <a:txBody>
                    <a:bodyPr/>
                    <a:lstStyle/>
                    <a:p>
                      <a:pPr>
                        <a:buNone/>
                      </a:pPr>
                      <a:r>
                        <a:rPr lang="de-DE" sz="2400" b="1" dirty="0"/>
                        <a:t>Mögliche Attribute</a:t>
                      </a:r>
                      <a:endParaRPr lang="de-DE" sz="2400" dirty="0"/>
                    </a:p>
                  </a:txBody>
                  <a:tcPr anchor="ctr"/>
                </a:tc>
                <a:tc>
                  <a:txBody>
                    <a:bodyPr/>
                    <a:lstStyle/>
                    <a:p>
                      <a:r>
                        <a:rPr lang="de-DE" sz="2400" dirty="0"/>
                        <a:t>Mögliche Methoden</a:t>
                      </a:r>
                    </a:p>
                  </a:txBody>
                  <a:tcPr anchor="ctr"/>
                </a:tc>
                <a:extLst>
                  <a:ext uri="{0D108BD9-81ED-4DB2-BD59-A6C34878D82A}">
                    <a16:rowId xmlns:a16="http://schemas.microsoft.com/office/drawing/2014/main" val="3526028503"/>
                  </a:ext>
                </a:extLst>
              </a:tr>
              <a:tr h="461628">
                <a:tc>
                  <a:txBody>
                    <a:bodyPr/>
                    <a:lstStyle/>
                    <a:p>
                      <a:r>
                        <a:rPr lang="de-DE" dirty="0"/>
                        <a:t>Person</a:t>
                      </a:r>
                    </a:p>
                  </a:txBody>
                  <a:tcPr/>
                </a:tc>
                <a:tc>
                  <a:txBody>
                    <a:bodyPr/>
                    <a:lstStyle/>
                    <a:p>
                      <a:r>
                        <a:rPr lang="de-DE" sz="1400" dirty="0"/>
                        <a:t>Name, Vorname, Alter, Adresse</a:t>
                      </a:r>
                    </a:p>
                  </a:txBody>
                  <a:tcPr/>
                </a:tc>
                <a:tc>
                  <a:txBody>
                    <a:bodyPr/>
                    <a:lstStyle/>
                    <a:p>
                      <a:r>
                        <a:rPr lang="de-DE" sz="1400" dirty="0"/>
                        <a:t>sprechen(), laufen(), essen()</a:t>
                      </a:r>
                    </a:p>
                  </a:txBody>
                  <a:tcPr/>
                </a:tc>
                <a:extLst>
                  <a:ext uri="{0D108BD9-81ED-4DB2-BD59-A6C34878D82A}">
                    <a16:rowId xmlns:a16="http://schemas.microsoft.com/office/drawing/2014/main" val="3745838298"/>
                  </a:ext>
                </a:extLst>
              </a:tr>
              <a:tr h="461628">
                <a:tc>
                  <a:txBody>
                    <a:bodyPr/>
                    <a:lstStyle/>
                    <a:p>
                      <a:r>
                        <a:rPr lang="de-DE" dirty="0"/>
                        <a:t>Auto</a:t>
                      </a:r>
                    </a:p>
                  </a:txBody>
                  <a:tcPr/>
                </a:tc>
                <a:tc>
                  <a:txBody>
                    <a:bodyPr/>
                    <a:lstStyle/>
                    <a:p>
                      <a:r>
                        <a:rPr lang="de-DE" sz="1400" dirty="0"/>
                        <a:t>Marke, Farbe, Baujahr, Anz Türen</a:t>
                      </a:r>
                    </a:p>
                  </a:txBody>
                  <a:tcPr/>
                </a:tc>
                <a:tc>
                  <a:txBody>
                    <a:bodyPr/>
                    <a:lstStyle/>
                    <a:p>
                      <a:pPr>
                        <a:buNone/>
                      </a:pPr>
                      <a:r>
                        <a:rPr lang="de-DE" sz="1400" dirty="0"/>
                        <a:t>fahren(), bremsen(), tanken()</a:t>
                      </a:r>
                    </a:p>
                  </a:txBody>
                  <a:tcPr anchor="ctr"/>
                </a:tc>
                <a:extLst>
                  <a:ext uri="{0D108BD9-81ED-4DB2-BD59-A6C34878D82A}">
                    <a16:rowId xmlns:a16="http://schemas.microsoft.com/office/drawing/2014/main" val="2466958162"/>
                  </a:ext>
                </a:extLst>
              </a:tr>
              <a:tr h="645015">
                <a:tc>
                  <a:txBody>
                    <a:bodyPr/>
                    <a:lstStyle/>
                    <a:p>
                      <a:r>
                        <a:rPr lang="de-DE" dirty="0"/>
                        <a:t>Student</a:t>
                      </a:r>
                    </a:p>
                  </a:txBody>
                  <a:tcPr/>
                </a:tc>
                <a:tc>
                  <a:txBody>
                    <a:bodyPr/>
                    <a:lstStyle/>
                    <a:p>
                      <a:r>
                        <a:rPr lang="de-DE" sz="1400" dirty="0"/>
                        <a:t>Matrikelnummer, Studiengang, Semester, Notenschnitt</a:t>
                      </a:r>
                    </a:p>
                  </a:txBody>
                  <a:tcPr/>
                </a:tc>
                <a:tc>
                  <a:txBody>
                    <a:bodyPr/>
                    <a:lstStyle/>
                    <a:p>
                      <a:pPr>
                        <a:buNone/>
                      </a:pPr>
                      <a:r>
                        <a:rPr lang="de-DE" sz="1400" dirty="0"/>
                        <a:t>lernen(), </a:t>
                      </a:r>
                      <a:r>
                        <a:rPr lang="de-DE" sz="1400" dirty="0" err="1"/>
                        <a:t>prüfungSchreiben</a:t>
                      </a:r>
                      <a:r>
                        <a:rPr lang="de-DE" sz="1400" dirty="0"/>
                        <a:t>(), anmelden()</a:t>
                      </a:r>
                    </a:p>
                  </a:txBody>
                  <a:tcPr anchor="ctr"/>
                </a:tc>
                <a:extLst>
                  <a:ext uri="{0D108BD9-81ED-4DB2-BD59-A6C34878D82A}">
                    <a16:rowId xmlns:a16="http://schemas.microsoft.com/office/drawing/2014/main" val="411529400"/>
                  </a:ext>
                </a:extLst>
              </a:tr>
              <a:tr h="461628">
                <a:tc>
                  <a:txBody>
                    <a:bodyPr/>
                    <a:lstStyle/>
                    <a:p>
                      <a:r>
                        <a:rPr lang="de-DE" dirty="0"/>
                        <a:t>Kunde</a:t>
                      </a:r>
                    </a:p>
                  </a:txBody>
                  <a:tcPr/>
                </a:tc>
                <a:tc>
                  <a:txBody>
                    <a:bodyPr/>
                    <a:lstStyle/>
                    <a:p>
                      <a:r>
                        <a:rPr lang="de-DE" sz="1400" dirty="0"/>
                        <a:t>Kundennummer, Name, Vorname E-Mail</a:t>
                      </a:r>
                    </a:p>
                  </a:txBody>
                  <a:tcPr/>
                </a:tc>
                <a:tc>
                  <a:txBody>
                    <a:bodyPr/>
                    <a:lstStyle/>
                    <a:p>
                      <a:pPr>
                        <a:buNone/>
                      </a:pPr>
                      <a:r>
                        <a:rPr lang="de-DE" sz="1400" dirty="0"/>
                        <a:t>bestellen(), bezahlen(), stornieren()</a:t>
                      </a:r>
                    </a:p>
                  </a:txBody>
                  <a:tcPr anchor="ctr"/>
                </a:tc>
                <a:extLst>
                  <a:ext uri="{0D108BD9-81ED-4DB2-BD59-A6C34878D82A}">
                    <a16:rowId xmlns:a16="http://schemas.microsoft.com/office/drawing/2014/main" val="1628188504"/>
                  </a:ext>
                </a:extLst>
              </a:tr>
              <a:tr h="461628">
                <a:tc>
                  <a:txBody>
                    <a:bodyPr/>
                    <a:lstStyle/>
                    <a:p>
                      <a:r>
                        <a:rPr lang="de-DE" dirty="0"/>
                        <a:t>Bankkonto</a:t>
                      </a:r>
                    </a:p>
                  </a:txBody>
                  <a:tcPr/>
                </a:tc>
                <a:tc>
                  <a:txBody>
                    <a:bodyPr/>
                    <a:lstStyle/>
                    <a:p>
                      <a:r>
                        <a:rPr lang="de-DE" sz="1400" dirty="0"/>
                        <a:t>Kontonummer, Kontostand, Kontoart</a:t>
                      </a:r>
                    </a:p>
                  </a:txBody>
                  <a:tcPr/>
                </a:tc>
                <a:tc>
                  <a:txBody>
                    <a:bodyPr/>
                    <a:lstStyle/>
                    <a:p>
                      <a:pPr>
                        <a:buNone/>
                      </a:pPr>
                      <a:r>
                        <a:rPr lang="de-DE" sz="1400" dirty="0"/>
                        <a:t>einzahlen(), abheben(), überweisen()</a:t>
                      </a:r>
                    </a:p>
                  </a:txBody>
                  <a:tcPr anchor="ctr"/>
                </a:tc>
                <a:extLst>
                  <a:ext uri="{0D108BD9-81ED-4DB2-BD59-A6C34878D82A}">
                    <a16:rowId xmlns:a16="http://schemas.microsoft.com/office/drawing/2014/main" val="2351347919"/>
                  </a:ext>
                </a:extLst>
              </a:tr>
              <a:tr h="461628">
                <a:tc>
                  <a:txBody>
                    <a:bodyPr/>
                    <a:lstStyle/>
                    <a:p>
                      <a:r>
                        <a:rPr lang="de-DE" dirty="0"/>
                        <a:t>Buch</a:t>
                      </a:r>
                    </a:p>
                  </a:txBody>
                  <a:tcPr/>
                </a:tc>
                <a:tc>
                  <a:txBody>
                    <a:bodyPr/>
                    <a:lstStyle/>
                    <a:p>
                      <a:pPr>
                        <a:buNone/>
                      </a:pPr>
                      <a:r>
                        <a:rPr lang="de-DE" sz="1400" dirty="0"/>
                        <a:t>Titel, Autor, ISBN, Preis</a:t>
                      </a:r>
                    </a:p>
                  </a:txBody>
                  <a:tcPr anchor="ctr"/>
                </a:tc>
                <a:tc>
                  <a:txBody>
                    <a:bodyPr/>
                    <a:lstStyle/>
                    <a:p>
                      <a:pPr>
                        <a:buNone/>
                      </a:pPr>
                      <a:r>
                        <a:rPr lang="de-DE" sz="1400" dirty="0"/>
                        <a:t>ausleihen(), zurückgeben()</a:t>
                      </a:r>
                    </a:p>
                  </a:txBody>
                  <a:tcPr anchor="ctr"/>
                </a:tc>
                <a:extLst>
                  <a:ext uri="{0D108BD9-81ED-4DB2-BD59-A6C34878D82A}">
                    <a16:rowId xmlns:a16="http://schemas.microsoft.com/office/drawing/2014/main" val="3052696265"/>
                  </a:ext>
                </a:extLst>
              </a:tr>
              <a:tr h="461628">
                <a:tc>
                  <a:txBody>
                    <a:bodyPr/>
                    <a:lstStyle/>
                    <a:p>
                      <a:r>
                        <a:rPr lang="de-DE" dirty="0"/>
                        <a:t>Mitarbeiter</a:t>
                      </a:r>
                    </a:p>
                  </a:txBody>
                  <a:tcPr/>
                </a:tc>
                <a:tc>
                  <a:txBody>
                    <a:bodyPr/>
                    <a:lstStyle/>
                    <a:p>
                      <a:pPr>
                        <a:buNone/>
                      </a:pPr>
                      <a:r>
                        <a:rPr lang="de-DE" sz="1400" dirty="0"/>
                        <a:t>Personalnummer, Gehalt, Abteilung, Alter</a:t>
                      </a:r>
                    </a:p>
                  </a:txBody>
                  <a:tcPr anchor="ctr"/>
                </a:tc>
                <a:tc>
                  <a:txBody>
                    <a:bodyPr/>
                    <a:lstStyle/>
                    <a:p>
                      <a:pPr>
                        <a:buNone/>
                      </a:pPr>
                      <a:r>
                        <a:rPr lang="de-DE" sz="1400" dirty="0"/>
                        <a:t>arbeiten(), </a:t>
                      </a:r>
                      <a:r>
                        <a:rPr lang="de-DE" sz="1400" dirty="0" err="1"/>
                        <a:t>urlaubBeantragen</a:t>
                      </a:r>
                      <a:r>
                        <a:rPr lang="de-DE" sz="1400" dirty="0"/>
                        <a:t>()</a:t>
                      </a:r>
                    </a:p>
                  </a:txBody>
                  <a:tcPr anchor="ctr"/>
                </a:tc>
                <a:extLst>
                  <a:ext uri="{0D108BD9-81ED-4DB2-BD59-A6C34878D82A}">
                    <a16:rowId xmlns:a16="http://schemas.microsoft.com/office/drawing/2014/main" val="2682761783"/>
                  </a:ext>
                </a:extLst>
              </a:tr>
              <a:tr h="461628">
                <a:tc>
                  <a:txBody>
                    <a:bodyPr/>
                    <a:lstStyle/>
                    <a:p>
                      <a:r>
                        <a:rPr lang="de-DE" dirty="0"/>
                        <a:t>Fahrrad</a:t>
                      </a:r>
                    </a:p>
                  </a:txBody>
                  <a:tcPr/>
                </a:tc>
                <a:tc>
                  <a:txBody>
                    <a:bodyPr/>
                    <a:lstStyle/>
                    <a:p>
                      <a:pPr>
                        <a:buNone/>
                      </a:pPr>
                      <a:r>
                        <a:rPr lang="de-DE" sz="1400" dirty="0"/>
                        <a:t>Marke, Farbe, Gangzahl, Antrieb</a:t>
                      </a:r>
                    </a:p>
                  </a:txBody>
                  <a:tcPr anchor="ctr"/>
                </a:tc>
                <a:tc>
                  <a:txBody>
                    <a:bodyPr/>
                    <a:lstStyle/>
                    <a:p>
                      <a:pPr>
                        <a:buNone/>
                      </a:pPr>
                      <a:r>
                        <a:rPr lang="de-DE" sz="1400" dirty="0"/>
                        <a:t>fahren(), bremsen(), schalten()</a:t>
                      </a:r>
                    </a:p>
                  </a:txBody>
                  <a:tcPr anchor="ctr"/>
                </a:tc>
                <a:extLst>
                  <a:ext uri="{0D108BD9-81ED-4DB2-BD59-A6C34878D82A}">
                    <a16:rowId xmlns:a16="http://schemas.microsoft.com/office/drawing/2014/main" val="3993722367"/>
                  </a:ext>
                </a:extLst>
              </a:tr>
            </a:tbl>
          </a:graphicData>
        </a:graphic>
      </p:graphicFrame>
    </p:spTree>
    <p:extLst>
      <p:ext uri="{BB962C8B-B14F-4D97-AF65-F5344CB8AC3E}">
        <p14:creationId xmlns:p14="http://schemas.microsoft.com/office/powerpoint/2010/main" val="30724703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6B161EE-2301-5D4E-BD52-032FEA2B1602}"/>
              </a:ext>
            </a:extLst>
          </p:cNvPr>
          <p:cNvSpPr>
            <a:spLocks noGrp="1"/>
          </p:cNvSpPr>
          <p:nvPr>
            <p:ph type="title"/>
          </p:nvPr>
        </p:nvSpPr>
        <p:spPr/>
        <p:txBody>
          <a:bodyPr/>
          <a:lstStyle/>
          <a:p>
            <a:r>
              <a:rPr lang="de-DE" dirty="0"/>
              <a:t>Beispiel: Klassen</a:t>
            </a:r>
          </a:p>
        </p:txBody>
      </p:sp>
      <p:grpSp>
        <p:nvGrpSpPr>
          <p:cNvPr id="27" name="Gruppieren 26">
            <a:extLst>
              <a:ext uri="{FF2B5EF4-FFF2-40B4-BE49-F238E27FC236}">
                <a16:creationId xmlns:a16="http://schemas.microsoft.com/office/drawing/2014/main" id="{210DC5E2-9922-D400-CADD-A88D1C69D797}"/>
              </a:ext>
            </a:extLst>
          </p:cNvPr>
          <p:cNvGrpSpPr/>
          <p:nvPr/>
        </p:nvGrpSpPr>
        <p:grpSpPr>
          <a:xfrm>
            <a:off x="2010986" y="2384700"/>
            <a:ext cx="2370514" cy="3345824"/>
            <a:chOff x="461586" y="2219600"/>
            <a:chExt cx="2370514" cy="3345824"/>
          </a:xfrm>
        </p:grpSpPr>
        <p:sp>
          <p:nvSpPr>
            <p:cNvPr id="5" name="Rechteck 4">
              <a:extLst>
                <a:ext uri="{FF2B5EF4-FFF2-40B4-BE49-F238E27FC236}">
                  <a16:creationId xmlns:a16="http://schemas.microsoft.com/office/drawing/2014/main" id="{F837D90D-2315-08E8-B167-62D5CCA665B6}"/>
                </a:ext>
              </a:extLst>
            </p:cNvPr>
            <p:cNvSpPr/>
            <p:nvPr/>
          </p:nvSpPr>
          <p:spPr>
            <a:xfrm>
              <a:off x="461586" y="2219600"/>
              <a:ext cx="2370514"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Person</a:t>
              </a:r>
              <a:endParaRPr lang="de-DE" sz="2800" b="1" dirty="0">
                <a:solidFill>
                  <a:srgbClr val="254061"/>
                </a:solidFill>
              </a:endParaRPr>
            </a:p>
          </p:txBody>
        </p:sp>
        <p:sp>
          <p:nvSpPr>
            <p:cNvPr id="7" name="Rechteck 6">
              <a:extLst>
                <a:ext uri="{FF2B5EF4-FFF2-40B4-BE49-F238E27FC236}">
                  <a16:creationId xmlns:a16="http://schemas.microsoft.com/office/drawing/2014/main" id="{2573CCAA-093E-E51C-6794-87D93FDA5E70}"/>
                </a:ext>
              </a:extLst>
            </p:cNvPr>
            <p:cNvSpPr/>
            <p:nvPr/>
          </p:nvSpPr>
          <p:spPr>
            <a:xfrm>
              <a:off x="461586" y="2833696"/>
              <a:ext cx="2370514" cy="1680465"/>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Tx/>
                <a:buChar char="-"/>
              </a:pPr>
              <a:r>
                <a:rPr lang="de-DE" dirty="0">
                  <a:solidFill>
                    <a:srgbClr val="254061"/>
                  </a:solidFill>
                </a:rPr>
                <a:t>Name</a:t>
              </a:r>
            </a:p>
            <a:p>
              <a:pPr marL="285750" indent="-285750">
                <a:buFontTx/>
                <a:buChar char="-"/>
              </a:pPr>
              <a:r>
                <a:rPr lang="de-DE" dirty="0">
                  <a:solidFill>
                    <a:srgbClr val="254061"/>
                  </a:solidFill>
                </a:rPr>
                <a:t>Vorname</a:t>
              </a:r>
            </a:p>
            <a:p>
              <a:pPr marL="285750" indent="-285750">
                <a:buFontTx/>
                <a:buChar char="-"/>
              </a:pPr>
              <a:r>
                <a:rPr lang="de-DE" dirty="0">
                  <a:solidFill>
                    <a:srgbClr val="254061"/>
                  </a:solidFill>
                </a:rPr>
                <a:t>Alter</a:t>
              </a:r>
            </a:p>
            <a:p>
              <a:pPr marL="285750" indent="-285750">
                <a:buFontTx/>
                <a:buChar char="-"/>
              </a:pPr>
              <a:r>
                <a:rPr lang="de-DE" dirty="0">
                  <a:solidFill>
                    <a:srgbClr val="254061"/>
                  </a:solidFill>
                </a:rPr>
                <a:t>Adresse</a:t>
              </a:r>
            </a:p>
          </p:txBody>
        </p:sp>
        <p:sp>
          <p:nvSpPr>
            <p:cNvPr id="9" name="Rechteck 8">
              <a:extLst>
                <a:ext uri="{FF2B5EF4-FFF2-40B4-BE49-F238E27FC236}">
                  <a16:creationId xmlns:a16="http://schemas.microsoft.com/office/drawing/2014/main" id="{11BF713F-A8EA-27F7-617D-DFF0F8AA74F2}"/>
                </a:ext>
              </a:extLst>
            </p:cNvPr>
            <p:cNvSpPr/>
            <p:nvPr/>
          </p:nvSpPr>
          <p:spPr>
            <a:xfrm>
              <a:off x="461586" y="4488521"/>
              <a:ext cx="2370514" cy="10769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Tx/>
                <a:buChar char="-"/>
              </a:pPr>
              <a:r>
                <a:rPr lang="de-DE" dirty="0">
                  <a:solidFill>
                    <a:srgbClr val="254061"/>
                  </a:solidFill>
                </a:rPr>
                <a:t>sprechen()</a:t>
              </a:r>
            </a:p>
            <a:p>
              <a:pPr marL="285750" indent="-285750">
                <a:buFontTx/>
                <a:buChar char="-"/>
              </a:pPr>
              <a:r>
                <a:rPr lang="de-DE" dirty="0">
                  <a:solidFill>
                    <a:srgbClr val="254061"/>
                  </a:solidFill>
                </a:rPr>
                <a:t>laufen()</a:t>
              </a:r>
            </a:p>
            <a:p>
              <a:pPr marL="285750" indent="-285750">
                <a:buFontTx/>
                <a:buChar char="-"/>
              </a:pPr>
              <a:r>
                <a:rPr lang="de-DE" dirty="0">
                  <a:solidFill>
                    <a:srgbClr val="254061"/>
                  </a:solidFill>
                </a:rPr>
                <a:t>essen()</a:t>
              </a:r>
            </a:p>
          </p:txBody>
        </p:sp>
      </p:grpSp>
      <p:grpSp>
        <p:nvGrpSpPr>
          <p:cNvPr id="30" name="Gruppieren 29">
            <a:extLst>
              <a:ext uri="{FF2B5EF4-FFF2-40B4-BE49-F238E27FC236}">
                <a16:creationId xmlns:a16="http://schemas.microsoft.com/office/drawing/2014/main" id="{4619DF91-2E01-9CAF-A1F9-CF055DDFEDBB}"/>
              </a:ext>
            </a:extLst>
          </p:cNvPr>
          <p:cNvGrpSpPr/>
          <p:nvPr/>
        </p:nvGrpSpPr>
        <p:grpSpPr>
          <a:xfrm>
            <a:off x="4512886" y="2384700"/>
            <a:ext cx="2370514" cy="3345824"/>
            <a:chOff x="3496886" y="2219600"/>
            <a:chExt cx="2370514" cy="3345824"/>
          </a:xfrm>
        </p:grpSpPr>
        <p:sp>
          <p:nvSpPr>
            <p:cNvPr id="18" name="Rechteck 17">
              <a:extLst>
                <a:ext uri="{FF2B5EF4-FFF2-40B4-BE49-F238E27FC236}">
                  <a16:creationId xmlns:a16="http://schemas.microsoft.com/office/drawing/2014/main" id="{A838F99C-EB72-666A-5118-71143835D91E}"/>
                </a:ext>
              </a:extLst>
            </p:cNvPr>
            <p:cNvSpPr/>
            <p:nvPr/>
          </p:nvSpPr>
          <p:spPr>
            <a:xfrm>
              <a:off x="3496886" y="2219600"/>
              <a:ext cx="2370514"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Auto</a:t>
              </a:r>
              <a:endParaRPr lang="de-DE" sz="2800" b="1" dirty="0">
                <a:solidFill>
                  <a:srgbClr val="254061"/>
                </a:solidFill>
              </a:endParaRPr>
            </a:p>
          </p:txBody>
        </p:sp>
        <p:sp>
          <p:nvSpPr>
            <p:cNvPr id="19" name="Rechteck 18">
              <a:extLst>
                <a:ext uri="{FF2B5EF4-FFF2-40B4-BE49-F238E27FC236}">
                  <a16:creationId xmlns:a16="http://schemas.microsoft.com/office/drawing/2014/main" id="{5BBC0B3E-686A-F25E-092C-0C7CF2394743}"/>
                </a:ext>
              </a:extLst>
            </p:cNvPr>
            <p:cNvSpPr/>
            <p:nvPr/>
          </p:nvSpPr>
          <p:spPr>
            <a:xfrm>
              <a:off x="3496886" y="2833696"/>
              <a:ext cx="2370514" cy="1680465"/>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Tx/>
                <a:buChar char="-"/>
              </a:pPr>
              <a:r>
                <a:rPr lang="de-DE" dirty="0">
                  <a:solidFill>
                    <a:srgbClr val="254061"/>
                  </a:solidFill>
                </a:rPr>
                <a:t>Marke</a:t>
              </a:r>
            </a:p>
            <a:p>
              <a:pPr marL="285750" indent="-285750">
                <a:buFontTx/>
                <a:buChar char="-"/>
              </a:pPr>
              <a:r>
                <a:rPr lang="de-DE" dirty="0">
                  <a:solidFill>
                    <a:srgbClr val="254061"/>
                  </a:solidFill>
                </a:rPr>
                <a:t>Farbe</a:t>
              </a:r>
            </a:p>
            <a:p>
              <a:pPr marL="285750" indent="-285750">
                <a:buFontTx/>
                <a:buChar char="-"/>
              </a:pPr>
              <a:r>
                <a:rPr lang="de-DE" dirty="0">
                  <a:solidFill>
                    <a:srgbClr val="254061"/>
                  </a:solidFill>
                </a:rPr>
                <a:t>Baujahr</a:t>
              </a:r>
            </a:p>
            <a:p>
              <a:pPr marL="285750" indent="-285750">
                <a:buFontTx/>
                <a:buChar char="-"/>
              </a:pPr>
              <a:r>
                <a:rPr lang="de-DE" dirty="0">
                  <a:solidFill>
                    <a:srgbClr val="254061"/>
                  </a:solidFill>
                </a:rPr>
                <a:t>Anz Türen</a:t>
              </a:r>
            </a:p>
          </p:txBody>
        </p:sp>
        <p:sp>
          <p:nvSpPr>
            <p:cNvPr id="20" name="Rechteck 19">
              <a:extLst>
                <a:ext uri="{FF2B5EF4-FFF2-40B4-BE49-F238E27FC236}">
                  <a16:creationId xmlns:a16="http://schemas.microsoft.com/office/drawing/2014/main" id="{37C9CFA6-98CF-9EED-7178-700D998E645E}"/>
                </a:ext>
              </a:extLst>
            </p:cNvPr>
            <p:cNvSpPr/>
            <p:nvPr/>
          </p:nvSpPr>
          <p:spPr>
            <a:xfrm>
              <a:off x="3496886" y="4488521"/>
              <a:ext cx="2370514" cy="10769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Tx/>
                <a:buChar char="-"/>
              </a:pPr>
              <a:r>
                <a:rPr lang="de-DE" dirty="0">
                  <a:solidFill>
                    <a:srgbClr val="254061"/>
                  </a:solidFill>
                </a:rPr>
                <a:t>fahren()</a:t>
              </a:r>
            </a:p>
            <a:p>
              <a:pPr marL="285750" indent="-285750">
                <a:buFontTx/>
                <a:buChar char="-"/>
              </a:pPr>
              <a:r>
                <a:rPr lang="de-DE" dirty="0">
                  <a:solidFill>
                    <a:srgbClr val="254061"/>
                  </a:solidFill>
                </a:rPr>
                <a:t>bremsen()</a:t>
              </a:r>
            </a:p>
            <a:p>
              <a:pPr marL="285750" indent="-285750">
                <a:buFontTx/>
                <a:buChar char="-"/>
              </a:pPr>
              <a:r>
                <a:rPr lang="de-DE" dirty="0">
                  <a:solidFill>
                    <a:srgbClr val="254061"/>
                  </a:solidFill>
                </a:rPr>
                <a:t>tanken()</a:t>
              </a:r>
            </a:p>
          </p:txBody>
        </p:sp>
      </p:grpSp>
      <p:grpSp>
        <p:nvGrpSpPr>
          <p:cNvPr id="28" name="Gruppieren 27">
            <a:extLst>
              <a:ext uri="{FF2B5EF4-FFF2-40B4-BE49-F238E27FC236}">
                <a16:creationId xmlns:a16="http://schemas.microsoft.com/office/drawing/2014/main" id="{D5D051F9-D776-C34B-0FA8-E171023F3056}"/>
              </a:ext>
            </a:extLst>
          </p:cNvPr>
          <p:cNvGrpSpPr/>
          <p:nvPr/>
        </p:nvGrpSpPr>
        <p:grpSpPr>
          <a:xfrm>
            <a:off x="7002086" y="2384700"/>
            <a:ext cx="2370514" cy="3345824"/>
            <a:chOff x="6417886" y="2219600"/>
            <a:chExt cx="2370514" cy="3345824"/>
          </a:xfrm>
        </p:grpSpPr>
        <p:sp>
          <p:nvSpPr>
            <p:cNvPr id="21" name="Rechteck 20">
              <a:extLst>
                <a:ext uri="{FF2B5EF4-FFF2-40B4-BE49-F238E27FC236}">
                  <a16:creationId xmlns:a16="http://schemas.microsoft.com/office/drawing/2014/main" id="{CF214FC4-EA06-ED2B-FFEF-0AA4FAFC566B}"/>
                </a:ext>
              </a:extLst>
            </p:cNvPr>
            <p:cNvSpPr/>
            <p:nvPr/>
          </p:nvSpPr>
          <p:spPr>
            <a:xfrm>
              <a:off x="6417886" y="2219600"/>
              <a:ext cx="2370514"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Student</a:t>
              </a:r>
              <a:endParaRPr lang="de-DE" sz="2800" b="1" dirty="0">
                <a:solidFill>
                  <a:srgbClr val="254061"/>
                </a:solidFill>
              </a:endParaRPr>
            </a:p>
          </p:txBody>
        </p:sp>
        <p:sp>
          <p:nvSpPr>
            <p:cNvPr id="22" name="Rechteck 21">
              <a:extLst>
                <a:ext uri="{FF2B5EF4-FFF2-40B4-BE49-F238E27FC236}">
                  <a16:creationId xmlns:a16="http://schemas.microsoft.com/office/drawing/2014/main" id="{C85A3E3B-3DF9-651F-1668-49A7A454551E}"/>
                </a:ext>
              </a:extLst>
            </p:cNvPr>
            <p:cNvSpPr/>
            <p:nvPr/>
          </p:nvSpPr>
          <p:spPr>
            <a:xfrm>
              <a:off x="6417886" y="2833696"/>
              <a:ext cx="2370514" cy="1680465"/>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Tx/>
                <a:buChar char="-"/>
              </a:pPr>
              <a:r>
                <a:rPr lang="de-DE" dirty="0">
                  <a:solidFill>
                    <a:srgbClr val="254061"/>
                  </a:solidFill>
                </a:rPr>
                <a:t>Matrikelnummer</a:t>
              </a:r>
            </a:p>
            <a:p>
              <a:pPr marL="285750" indent="-285750">
                <a:buFontTx/>
                <a:buChar char="-"/>
              </a:pPr>
              <a:r>
                <a:rPr lang="de-DE" dirty="0">
                  <a:solidFill>
                    <a:srgbClr val="254061"/>
                  </a:solidFill>
                </a:rPr>
                <a:t>Studiengang</a:t>
              </a:r>
            </a:p>
            <a:p>
              <a:pPr marL="285750" indent="-285750">
                <a:buFontTx/>
                <a:buChar char="-"/>
              </a:pPr>
              <a:r>
                <a:rPr lang="de-DE" dirty="0">
                  <a:solidFill>
                    <a:srgbClr val="254061"/>
                  </a:solidFill>
                </a:rPr>
                <a:t>Semester</a:t>
              </a:r>
            </a:p>
            <a:p>
              <a:pPr marL="285750" indent="-285750">
                <a:buFontTx/>
                <a:buChar char="-"/>
              </a:pPr>
              <a:r>
                <a:rPr lang="de-DE" dirty="0">
                  <a:solidFill>
                    <a:srgbClr val="254061"/>
                  </a:solidFill>
                </a:rPr>
                <a:t>Notenschnitt</a:t>
              </a:r>
            </a:p>
          </p:txBody>
        </p:sp>
        <p:sp>
          <p:nvSpPr>
            <p:cNvPr id="23" name="Rechteck 22">
              <a:extLst>
                <a:ext uri="{FF2B5EF4-FFF2-40B4-BE49-F238E27FC236}">
                  <a16:creationId xmlns:a16="http://schemas.microsoft.com/office/drawing/2014/main" id="{0FE97058-A08D-3274-A0E8-CC4668A80FD8}"/>
                </a:ext>
              </a:extLst>
            </p:cNvPr>
            <p:cNvSpPr/>
            <p:nvPr/>
          </p:nvSpPr>
          <p:spPr>
            <a:xfrm>
              <a:off x="6417886" y="4488521"/>
              <a:ext cx="2370514" cy="10769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Tx/>
                <a:buChar char="-"/>
              </a:pPr>
              <a:r>
                <a:rPr lang="de-DE" dirty="0">
                  <a:solidFill>
                    <a:srgbClr val="254061"/>
                  </a:solidFill>
                </a:rPr>
                <a:t>lernen(),</a:t>
              </a:r>
            </a:p>
            <a:p>
              <a:pPr marL="285750" indent="-285750">
                <a:buFontTx/>
                <a:buChar char="-"/>
              </a:pPr>
              <a:r>
                <a:rPr lang="de-DE" dirty="0" err="1">
                  <a:solidFill>
                    <a:srgbClr val="254061"/>
                  </a:solidFill>
                </a:rPr>
                <a:t>prüfungSchreiben</a:t>
              </a:r>
              <a:r>
                <a:rPr lang="de-DE" dirty="0">
                  <a:solidFill>
                    <a:srgbClr val="254061"/>
                  </a:solidFill>
                </a:rPr>
                <a:t>()</a:t>
              </a:r>
            </a:p>
            <a:p>
              <a:pPr marL="285750" indent="-285750">
                <a:buFontTx/>
                <a:buChar char="-"/>
              </a:pPr>
              <a:r>
                <a:rPr lang="de-DE" dirty="0">
                  <a:solidFill>
                    <a:srgbClr val="254061"/>
                  </a:solidFill>
                </a:rPr>
                <a:t>anmelden()</a:t>
              </a:r>
            </a:p>
          </p:txBody>
        </p:sp>
      </p:grpSp>
      <p:grpSp>
        <p:nvGrpSpPr>
          <p:cNvPr id="29" name="Gruppieren 28">
            <a:extLst>
              <a:ext uri="{FF2B5EF4-FFF2-40B4-BE49-F238E27FC236}">
                <a16:creationId xmlns:a16="http://schemas.microsoft.com/office/drawing/2014/main" id="{BE0E4D4F-A3DA-7ED2-066A-36236E8767AC}"/>
              </a:ext>
            </a:extLst>
          </p:cNvPr>
          <p:cNvGrpSpPr/>
          <p:nvPr/>
        </p:nvGrpSpPr>
        <p:grpSpPr>
          <a:xfrm>
            <a:off x="9471149" y="2384700"/>
            <a:ext cx="2370514" cy="3345824"/>
            <a:chOff x="9267949" y="2219600"/>
            <a:chExt cx="2370514" cy="3345824"/>
          </a:xfrm>
        </p:grpSpPr>
        <p:sp>
          <p:nvSpPr>
            <p:cNvPr id="24" name="Rechteck 23">
              <a:extLst>
                <a:ext uri="{FF2B5EF4-FFF2-40B4-BE49-F238E27FC236}">
                  <a16:creationId xmlns:a16="http://schemas.microsoft.com/office/drawing/2014/main" id="{9AC583F3-88F9-7FB3-042B-C2903C60169E}"/>
                </a:ext>
              </a:extLst>
            </p:cNvPr>
            <p:cNvSpPr/>
            <p:nvPr/>
          </p:nvSpPr>
          <p:spPr>
            <a:xfrm>
              <a:off x="9267949" y="2219600"/>
              <a:ext cx="2370514"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Kunde</a:t>
              </a:r>
              <a:endParaRPr lang="de-DE" sz="2800" b="1" dirty="0">
                <a:solidFill>
                  <a:srgbClr val="254061"/>
                </a:solidFill>
              </a:endParaRPr>
            </a:p>
          </p:txBody>
        </p:sp>
        <p:sp>
          <p:nvSpPr>
            <p:cNvPr id="25" name="Rechteck 24">
              <a:extLst>
                <a:ext uri="{FF2B5EF4-FFF2-40B4-BE49-F238E27FC236}">
                  <a16:creationId xmlns:a16="http://schemas.microsoft.com/office/drawing/2014/main" id="{0EA1553B-7FED-A57D-B57A-5BFC7D41A328}"/>
                </a:ext>
              </a:extLst>
            </p:cNvPr>
            <p:cNvSpPr/>
            <p:nvPr/>
          </p:nvSpPr>
          <p:spPr>
            <a:xfrm>
              <a:off x="9267949" y="2833696"/>
              <a:ext cx="2370514" cy="1680465"/>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Tx/>
                <a:buChar char="-"/>
              </a:pPr>
              <a:r>
                <a:rPr lang="de-DE" dirty="0">
                  <a:solidFill>
                    <a:srgbClr val="254061"/>
                  </a:solidFill>
                </a:rPr>
                <a:t>Name</a:t>
              </a:r>
            </a:p>
            <a:p>
              <a:pPr marL="285750" indent="-285750">
                <a:buFontTx/>
                <a:buChar char="-"/>
              </a:pPr>
              <a:r>
                <a:rPr lang="de-DE" dirty="0">
                  <a:solidFill>
                    <a:srgbClr val="254061"/>
                  </a:solidFill>
                </a:rPr>
                <a:t>Vorname</a:t>
              </a:r>
            </a:p>
            <a:p>
              <a:pPr marL="285750" indent="-285750">
                <a:buFontTx/>
                <a:buChar char="-"/>
              </a:pPr>
              <a:r>
                <a:rPr lang="de-DE" dirty="0">
                  <a:solidFill>
                    <a:srgbClr val="254061"/>
                  </a:solidFill>
                </a:rPr>
                <a:t>Alter</a:t>
              </a:r>
            </a:p>
            <a:p>
              <a:pPr marL="285750" indent="-285750">
                <a:buFontTx/>
                <a:buChar char="-"/>
              </a:pPr>
              <a:r>
                <a:rPr lang="de-DE" dirty="0">
                  <a:solidFill>
                    <a:srgbClr val="254061"/>
                  </a:solidFill>
                </a:rPr>
                <a:t>Adresse</a:t>
              </a:r>
            </a:p>
          </p:txBody>
        </p:sp>
        <p:sp>
          <p:nvSpPr>
            <p:cNvPr id="26" name="Rechteck 25">
              <a:extLst>
                <a:ext uri="{FF2B5EF4-FFF2-40B4-BE49-F238E27FC236}">
                  <a16:creationId xmlns:a16="http://schemas.microsoft.com/office/drawing/2014/main" id="{5AA5A0DC-D2E7-F815-721B-804062C1C8D9}"/>
                </a:ext>
              </a:extLst>
            </p:cNvPr>
            <p:cNvSpPr/>
            <p:nvPr/>
          </p:nvSpPr>
          <p:spPr>
            <a:xfrm>
              <a:off x="9267949" y="4488521"/>
              <a:ext cx="2370514" cy="10769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Tx/>
                <a:buChar char="-"/>
              </a:pPr>
              <a:r>
                <a:rPr lang="de-DE" dirty="0">
                  <a:solidFill>
                    <a:srgbClr val="254061"/>
                  </a:solidFill>
                </a:rPr>
                <a:t>bestellen()</a:t>
              </a:r>
            </a:p>
            <a:p>
              <a:pPr marL="285750" indent="-285750">
                <a:buFontTx/>
                <a:buChar char="-"/>
              </a:pPr>
              <a:r>
                <a:rPr lang="de-DE" dirty="0">
                  <a:solidFill>
                    <a:srgbClr val="254061"/>
                  </a:solidFill>
                </a:rPr>
                <a:t>bezahlen()</a:t>
              </a:r>
            </a:p>
            <a:p>
              <a:pPr marL="285750" indent="-285750">
                <a:buFontTx/>
                <a:buChar char="-"/>
              </a:pPr>
              <a:r>
                <a:rPr lang="de-DE" dirty="0">
                  <a:solidFill>
                    <a:srgbClr val="254061"/>
                  </a:solidFill>
                </a:rPr>
                <a:t>stornieren()</a:t>
              </a:r>
            </a:p>
          </p:txBody>
        </p:sp>
      </p:grpSp>
      <p:sp>
        <p:nvSpPr>
          <p:cNvPr id="32" name="Textfeld 31">
            <a:extLst>
              <a:ext uri="{FF2B5EF4-FFF2-40B4-BE49-F238E27FC236}">
                <a16:creationId xmlns:a16="http://schemas.microsoft.com/office/drawing/2014/main" id="{E88EFAAD-E666-B922-4809-4E33D17D2200}"/>
              </a:ext>
            </a:extLst>
          </p:cNvPr>
          <p:cNvSpPr txBox="1"/>
          <p:nvPr/>
        </p:nvSpPr>
        <p:spPr>
          <a:xfrm>
            <a:off x="310712" y="2881833"/>
            <a:ext cx="1601725" cy="830997"/>
          </a:xfrm>
          <a:prstGeom prst="rect">
            <a:avLst/>
          </a:prstGeom>
          <a:noFill/>
        </p:spPr>
        <p:txBody>
          <a:bodyPr wrap="square">
            <a:spAutoFit/>
          </a:bodyPr>
          <a:lstStyle/>
          <a:p>
            <a:pPr>
              <a:buNone/>
            </a:pPr>
            <a:r>
              <a:rPr lang="de-DE" sz="2400" b="1" dirty="0">
                <a:solidFill>
                  <a:srgbClr val="FF9600"/>
                </a:solidFill>
              </a:rPr>
              <a:t>Mögliche </a:t>
            </a:r>
          </a:p>
          <a:p>
            <a:pPr>
              <a:buNone/>
            </a:pPr>
            <a:r>
              <a:rPr lang="de-DE" sz="2400" b="1" dirty="0">
                <a:solidFill>
                  <a:srgbClr val="FF9600"/>
                </a:solidFill>
              </a:rPr>
              <a:t>Attribute</a:t>
            </a:r>
            <a:endParaRPr lang="de-DE" sz="2400" dirty="0">
              <a:solidFill>
                <a:srgbClr val="FF9600"/>
              </a:solidFill>
            </a:endParaRPr>
          </a:p>
        </p:txBody>
      </p:sp>
      <p:sp>
        <p:nvSpPr>
          <p:cNvPr id="34" name="Textfeld 33">
            <a:extLst>
              <a:ext uri="{FF2B5EF4-FFF2-40B4-BE49-F238E27FC236}">
                <a16:creationId xmlns:a16="http://schemas.microsoft.com/office/drawing/2014/main" id="{76205491-8DC1-2B1D-32B5-8CDD69285296}"/>
              </a:ext>
            </a:extLst>
          </p:cNvPr>
          <p:cNvSpPr txBox="1"/>
          <p:nvPr/>
        </p:nvSpPr>
        <p:spPr>
          <a:xfrm>
            <a:off x="284837" y="4349061"/>
            <a:ext cx="1627600" cy="830997"/>
          </a:xfrm>
          <a:prstGeom prst="rect">
            <a:avLst/>
          </a:prstGeom>
          <a:noFill/>
        </p:spPr>
        <p:txBody>
          <a:bodyPr wrap="square">
            <a:spAutoFit/>
          </a:bodyPr>
          <a:lstStyle/>
          <a:p>
            <a:r>
              <a:rPr lang="de-DE" sz="2400" b="1" dirty="0">
                <a:solidFill>
                  <a:srgbClr val="FF9600"/>
                </a:solidFill>
              </a:rPr>
              <a:t>Mögliche </a:t>
            </a:r>
          </a:p>
          <a:p>
            <a:r>
              <a:rPr lang="de-DE" sz="2400" b="1" dirty="0">
                <a:solidFill>
                  <a:srgbClr val="FF9600"/>
                </a:solidFill>
              </a:rPr>
              <a:t>Methoden</a:t>
            </a:r>
          </a:p>
        </p:txBody>
      </p:sp>
      <p:cxnSp>
        <p:nvCxnSpPr>
          <p:cNvPr id="36" name="Gerade Verbindung mit Pfeil 35">
            <a:extLst>
              <a:ext uri="{FF2B5EF4-FFF2-40B4-BE49-F238E27FC236}">
                <a16:creationId xmlns:a16="http://schemas.microsoft.com/office/drawing/2014/main" id="{3A0983DC-9137-86CD-E31C-106B52A2D18D}"/>
              </a:ext>
            </a:extLst>
          </p:cNvPr>
          <p:cNvCxnSpPr/>
          <p:nvPr/>
        </p:nvCxnSpPr>
        <p:spPr>
          <a:xfrm>
            <a:off x="439237" y="3712830"/>
            <a:ext cx="1257300"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37" name="Gerade Verbindung mit Pfeil 36">
            <a:extLst>
              <a:ext uri="{FF2B5EF4-FFF2-40B4-BE49-F238E27FC236}">
                <a16:creationId xmlns:a16="http://schemas.microsoft.com/office/drawing/2014/main" id="{AA61DC16-C5E5-39B1-043C-AF141F97A759}"/>
              </a:ext>
            </a:extLst>
          </p:cNvPr>
          <p:cNvCxnSpPr/>
          <p:nvPr/>
        </p:nvCxnSpPr>
        <p:spPr>
          <a:xfrm>
            <a:off x="439237" y="5180058"/>
            <a:ext cx="1257300"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03166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0276F7A-8039-FBB4-BD24-23CA36809D86}"/>
              </a:ext>
            </a:extLst>
          </p:cNvPr>
          <p:cNvSpPr>
            <a:spLocks noGrp="1"/>
          </p:cNvSpPr>
          <p:nvPr>
            <p:ph type="title"/>
          </p:nvPr>
        </p:nvSpPr>
        <p:spPr/>
        <p:txBody>
          <a:bodyPr/>
          <a:lstStyle/>
          <a:p>
            <a:r>
              <a:rPr lang="de-DE" dirty="0" err="1"/>
              <a:t>Sprachkonstrukte</a:t>
            </a:r>
            <a:r>
              <a:rPr lang="de-DE" dirty="0"/>
              <a:t>: Assoziation</a:t>
            </a:r>
          </a:p>
        </p:txBody>
      </p:sp>
      <p:sp>
        <p:nvSpPr>
          <p:cNvPr id="4" name="Textplatzhalter 5">
            <a:extLst>
              <a:ext uri="{FF2B5EF4-FFF2-40B4-BE49-F238E27FC236}">
                <a16:creationId xmlns:a16="http://schemas.microsoft.com/office/drawing/2014/main" id="{F448428E-2715-366F-DB8C-F36467D6CAD6}"/>
              </a:ext>
            </a:extLst>
          </p:cNvPr>
          <p:cNvSpPr>
            <a:spLocks noGrp="1"/>
          </p:cNvSpPr>
          <p:nvPr>
            <p:ph type="body" sz="quarter" idx="12"/>
          </p:nvPr>
        </p:nvSpPr>
        <p:spPr>
          <a:xfrm>
            <a:off x="3390900" y="1511979"/>
            <a:ext cx="8334375" cy="1328177"/>
          </a:xfrm>
        </p:spPr>
        <p:txBody>
          <a:bodyPr/>
          <a:lstStyle/>
          <a:p>
            <a:pPr marL="0" indent="0">
              <a:lnSpc>
                <a:spcPct val="150000"/>
              </a:lnSpc>
              <a:buNone/>
            </a:pPr>
            <a:r>
              <a:rPr lang="de-DE" sz="2000" dirty="0">
                <a:latin typeface="+mn-lt"/>
              </a:rPr>
              <a:t>Eine </a:t>
            </a:r>
            <a:r>
              <a:rPr lang="de-DE" sz="2000" b="1" dirty="0">
                <a:solidFill>
                  <a:srgbClr val="FF9600"/>
                </a:solidFill>
                <a:latin typeface="+mn-lt"/>
              </a:rPr>
              <a:t>Assoziation (</a:t>
            </a:r>
            <a:r>
              <a:rPr lang="de-DE" sz="2000" b="1" dirty="0" err="1">
                <a:solidFill>
                  <a:srgbClr val="FF9600"/>
                </a:solidFill>
                <a:latin typeface="+mn-lt"/>
              </a:rPr>
              <a:t>Association</a:t>
            </a:r>
            <a:r>
              <a:rPr lang="de-DE" sz="2000" b="1" dirty="0">
                <a:solidFill>
                  <a:srgbClr val="FF9600"/>
                </a:solidFill>
                <a:latin typeface="+mn-lt"/>
              </a:rPr>
              <a:t>) </a:t>
            </a:r>
            <a:r>
              <a:rPr lang="de-DE" sz="2000" dirty="0">
                <a:latin typeface="+mn-lt"/>
              </a:rPr>
              <a:t>ist eine Beziehung zwischen zwei Klassen in einem UML-Klassendiagramm. Sie zeigt, dass Objekte der einen Klasse mit Objekten der anderen Klasse verbunden sind oder miteinander interagieren.</a:t>
            </a:r>
          </a:p>
        </p:txBody>
      </p:sp>
      <p:sp>
        <p:nvSpPr>
          <p:cNvPr id="5" name="Textplatzhalter 5">
            <a:extLst>
              <a:ext uri="{FF2B5EF4-FFF2-40B4-BE49-F238E27FC236}">
                <a16:creationId xmlns:a16="http://schemas.microsoft.com/office/drawing/2014/main" id="{A8823A89-147A-235F-F6D1-995D3126C202}"/>
              </a:ext>
            </a:extLst>
          </p:cNvPr>
          <p:cNvSpPr txBox="1">
            <a:spLocks/>
          </p:cNvSpPr>
          <p:nvPr/>
        </p:nvSpPr>
        <p:spPr>
          <a:xfrm>
            <a:off x="412749" y="3420025"/>
            <a:ext cx="5060951" cy="3462224"/>
          </a:xfrm>
          <a:prstGeom prst="rect">
            <a:avLst/>
          </a:prstGeom>
        </p:spPr>
        <p:txBody>
          <a:bodyPr vert="horz" lIns="0" tIns="0" rIns="0" bIns="0" rtlCol="0">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tx1"/>
                </a:solidFill>
                <a:latin typeface="+mj-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tx1"/>
                </a:solidFill>
                <a:latin typeface="+mj-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a:buNone/>
            </a:pPr>
            <a:r>
              <a:rPr lang="de-DE" sz="1800" b="1" dirty="0">
                <a:solidFill>
                  <a:srgbClr val="254061"/>
                </a:solidFill>
                <a:latin typeface="+mn-lt"/>
              </a:rPr>
              <a:t>Merkmale von </a:t>
            </a:r>
            <a:r>
              <a:rPr lang="de-DE" sz="1800" b="1" dirty="0">
                <a:solidFill>
                  <a:srgbClr val="254061"/>
                </a:solidFill>
              </a:rPr>
              <a:t>Assoziation</a:t>
            </a:r>
            <a:endParaRPr lang="de-DE" sz="1800" b="1" dirty="0">
              <a:solidFill>
                <a:srgbClr val="254061"/>
              </a:solidFill>
              <a:latin typeface="+mn-lt"/>
            </a:endParaRPr>
          </a:p>
          <a:p>
            <a:pPr>
              <a:buFont typeface="Arial" panose="020B0604020202020204" pitchFamily="34" charset="0"/>
              <a:buChar char="•"/>
            </a:pPr>
            <a:r>
              <a:rPr lang="de-DE" sz="1800" dirty="0">
                <a:latin typeface="+mn-lt"/>
              </a:rPr>
              <a:t>Verbindet </a:t>
            </a:r>
            <a:r>
              <a:rPr lang="de-DE" sz="1800" b="1" dirty="0">
                <a:latin typeface="+mn-lt"/>
              </a:rPr>
              <a:t>zwei oder mehr</a:t>
            </a:r>
            <a:r>
              <a:rPr lang="de-DE" sz="1800" dirty="0">
                <a:latin typeface="+mn-lt"/>
              </a:rPr>
              <a:t> Klassen.</a:t>
            </a:r>
          </a:p>
          <a:p>
            <a:pPr>
              <a:buFont typeface="Arial" panose="020B0604020202020204" pitchFamily="34" charset="0"/>
              <a:buChar char="•"/>
            </a:pPr>
            <a:r>
              <a:rPr lang="de-DE" sz="1800" dirty="0">
                <a:latin typeface="+mn-lt"/>
              </a:rPr>
              <a:t>Beschreibt eine </a:t>
            </a:r>
            <a:r>
              <a:rPr lang="de-DE" sz="1800" b="1" dirty="0">
                <a:latin typeface="+mn-lt"/>
              </a:rPr>
              <a:t>dauerhafte oder länger </a:t>
            </a:r>
            <a:r>
              <a:rPr lang="de-DE" sz="1800" dirty="0">
                <a:latin typeface="+mn-lt"/>
              </a:rPr>
              <a:t>bestehende Beziehung.</a:t>
            </a:r>
          </a:p>
          <a:p>
            <a:pPr>
              <a:buFont typeface="Arial" panose="020B0604020202020204" pitchFamily="34" charset="0"/>
              <a:buChar char="•"/>
            </a:pPr>
            <a:r>
              <a:rPr lang="de-DE" sz="1800" dirty="0">
                <a:latin typeface="+mn-lt"/>
              </a:rPr>
              <a:t>Wird als </a:t>
            </a:r>
            <a:r>
              <a:rPr lang="de-DE" sz="1800" b="1" dirty="0">
                <a:latin typeface="+mn-lt"/>
              </a:rPr>
              <a:t>durchgezogene Linie </a:t>
            </a:r>
            <a:r>
              <a:rPr lang="de-DE" sz="1800" dirty="0">
                <a:latin typeface="+mn-lt"/>
              </a:rPr>
              <a:t>zwischen den Klassen dargestellt.</a:t>
            </a:r>
          </a:p>
          <a:p>
            <a:pPr>
              <a:buFont typeface="Arial" panose="020B0604020202020204" pitchFamily="34" charset="0"/>
              <a:buChar char="•"/>
            </a:pPr>
            <a:r>
              <a:rPr lang="de-DE" sz="1800" b="1" dirty="0">
                <a:latin typeface="+mn-lt"/>
              </a:rPr>
              <a:t>Kann Multiplizitäten (Kardinalitäten) enthalten</a:t>
            </a:r>
          </a:p>
        </p:txBody>
      </p:sp>
      <p:sp>
        <p:nvSpPr>
          <p:cNvPr id="6" name="Textplatzhalter 5">
            <a:extLst>
              <a:ext uri="{FF2B5EF4-FFF2-40B4-BE49-F238E27FC236}">
                <a16:creationId xmlns:a16="http://schemas.microsoft.com/office/drawing/2014/main" id="{0739CF40-C332-BBAF-1735-C215529D758E}"/>
              </a:ext>
            </a:extLst>
          </p:cNvPr>
          <p:cNvSpPr txBox="1">
            <a:spLocks/>
          </p:cNvSpPr>
          <p:nvPr/>
        </p:nvSpPr>
        <p:spPr>
          <a:xfrm>
            <a:off x="6367506" y="3420025"/>
            <a:ext cx="5238751" cy="2556902"/>
          </a:xfrm>
          <a:prstGeom prst="rect">
            <a:avLst/>
          </a:prstGeom>
        </p:spPr>
        <p:txBody>
          <a:bodyPr vert="horz" lIns="0" tIns="0" rIns="0" bIns="0" rtlCol="0">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tx1"/>
                </a:solidFill>
                <a:latin typeface="+mj-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tx1"/>
                </a:solidFill>
                <a:latin typeface="+mj-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buNone/>
            </a:pPr>
            <a:r>
              <a:rPr lang="de-DE" sz="1800" b="1" dirty="0">
                <a:solidFill>
                  <a:srgbClr val="254061"/>
                </a:solidFill>
                <a:latin typeface="+mn-lt"/>
              </a:rPr>
              <a:t>Beispiele für </a:t>
            </a:r>
            <a:r>
              <a:rPr lang="de-DE" sz="1800" b="1" dirty="0">
                <a:solidFill>
                  <a:srgbClr val="254061"/>
                </a:solidFill>
              </a:rPr>
              <a:t>Assoziation</a:t>
            </a:r>
            <a:r>
              <a:rPr lang="de-DE" sz="1800" b="1" dirty="0">
                <a:solidFill>
                  <a:srgbClr val="254061"/>
                </a:solidFill>
                <a:latin typeface="+mn-lt"/>
              </a:rPr>
              <a:t> </a:t>
            </a:r>
          </a:p>
          <a:p>
            <a:pPr marL="0" indent="0">
              <a:buNone/>
            </a:pPr>
            <a:r>
              <a:rPr lang="de-DE" sz="1800" dirty="0">
                <a:latin typeface="+mn-lt"/>
              </a:rPr>
              <a:t>Kunde / Bestellung</a:t>
            </a:r>
          </a:p>
          <a:p>
            <a:pPr marL="0" indent="0">
              <a:buNone/>
            </a:pPr>
            <a:r>
              <a:rPr lang="de-DE" sz="1800" dirty="0">
                <a:latin typeface="+mn-lt"/>
              </a:rPr>
              <a:t>Fahrer / Auto</a:t>
            </a:r>
          </a:p>
          <a:p>
            <a:pPr marL="0" indent="0">
              <a:buNone/>
            </a:pPr>
            <a:r>
              <a:rPr lang="de-DE" sz="1800" dirty="0">
                <a:latin typeface="+mn-lt"/>
              </a:rPr>
              <a:t>Lehrer / Schüler</a:t>
            </a:r>
          </a:p>
          <a:p>
            <a:pPr marL="0" indent="0">
              <a:buNone/>
            </a:pPr>
            <a:r>
              <a:rPr lang="de-DE" sz="1800" dirty="0">
                <a:latin typeface="+mn-lt"/>
              </a:rPr>
              <a:t>Student / Kurs</a:t>
            </a:r>
          </a:p>
          <a:p>
            <a:pPr marL="0" indent="0">
              <a:buNone/>
            </a:pPr>
            <a:r>
              <a:rPr lang="de-DE" sz="1800" dirty="0">
                <a:latin typeface="+mn-lt"/>
              </a:rPr>
              <a:t>Autor / Buch</a:t>
            </a:r>
          </a:p>
          <a:p>
            <a:pPr marL="0" indent="0">
              <a:buNone/>
            </a:pPr>
            <a:r>
              <a:rPr lang="de-DE" sz="1800" dirty="0">
                <a:latin typeface="+mn-lt"/>
              </a:rPr>
              <a:t>Arzt / Patient</a:t>
            </a:r>
            <a:endParaRPr lang="de-DE" sz="1800" b="1" dirty="0">
              <a:latin typeface="+mn-lt"/>
            </a:endParaRPr>
          </a:p>
        </p:txBody>
      </p:sp>
      <p:grpSp>
        <p:nvGrpSpPr>
          <p:cNvPr id="11" name="Gruppieren 10">
            <a:extLst>
              <a:ext uri="{FF2B5EF4-FFF2-40B4-BE49-F238E27FC236}">
                <a16:creationId xmlns:a16="http://schemas.microsoft.com/office/drawing/2014/main" id="{9FB3D50C-234B-6DCF-C9F3-619CA6E6C2E0}"/>
              </a:ext>
            </a:extLst>
          </p:cNvPr>
          <p:cNvGrpSpPr/>
          <p:nvPr/>
        </p:nvGrpSpPr>
        <p:grpSpPr>
          <a:xfrm>
            <a:off x="898756" y="2120623"/>
            <a:ext cx="1772457" cy="411179"/>
            <a:chOff x="6372225" y="3435592"/>
            <a:chExt cx="1772457" cy="411179"/>
          </a:xfrm>
        </p:grpSpPr>
        <p:cxnSp>
          <p:nvCxnSpPr>
            <p:cNvPr id="12" name="Gerader Verbinder 11">
              <a:extLst>
                <a:ext uri="{FF2B5EF4-FFF2-40B4-BE49-F238E27FC236}">
                  <a16:creationId xmlns:a16="http://schemas.microsoft.com/office/drawing/2014/main" id="{22A55EA6-E621-DDF6-CA66-E789BF21903C}"/>
                </a:ext>
              </a:extLst>
            </p:cNvPr>
            <p:cNvCxnSpPr/>
            <p:nvPr/>
          </p:nvCxnSpPr>
          <p:spPr>
            <a:xfrm>
              <a:off x="6467476" y="3435592"/>
              <a:ext cx="1677206" cy="0"/>
            </a:xfrm>
            <a:prstGeom prst="line">
              <a:avLst/>
            </a:prstGeom>
            <a:ln w="34925">
              <a:headEnd type="none" w="med" len="med"/>
              <a:tailEnd type="none" w="lg" len="lg"/>
            </a:ln>
          </p:spPr>
          <p:style>
            <a:lnRef idx="1">
              <a:schemeClr val="accent1"/>
            </a:lnRef>
            <a:fillRef idx="0">
              <a:schemeClr val="accent1"/>
            </a:fillRef>
            <a:effectRef idx="0">
              <a:schemeClr val="accent1"/>
            </a:effectRef>
            <a:fontRef idx="minor">
              <a:schemeClr val="tx1"/>
            </a:fontRef>
          </p:style>
        </p:cxnSp>
        <p:sp>
          <p:nvSpPr>
            <p:cNvPr id="13" name="Textfeld 12">
              <a:extLst>
                <a:ext uri="{FF2B5EF4-FFF2-40B4-BE49-F238E27FC236}">
                  <a16:creationId xmlns:a16="http://schemas.microsoft.com/office/drawing/2014/main" id="{B8C8771A-729F-5B33-0471-4A6EBFBDD974}"/>
                </a:ext>
              </a:extLst>
            </p:cNvPr>
            <p:cNvSpPr txBox="1"/>
            <p:nvPr/>
          </p:nvSpPr>
          <p:spPr>
            <a:xfrm>
              <a:off x="6372225" y="3477439"/>
              <a:ext cx="1548619" cy="369332"/>
            </a:xfrm>
            <a:prstGeom prst="rect">
              <a:avLst/>
            </a:prstGeom>
            <a:noFill/>
          </p:spPr>
          <p:txBody>
            <a:bodyPr wrap="square">
              <a:spAutoFit/>
            </a:bodyPr>
            <a:lstStyle/>
            <a:p>
              <a:pPr marL="0" marR="0" indent="0" algn="l">
                <a:buNone/>
              </a:pPr>
              <a:r>
                <a:rPr lang="de-DE" b="1" i="0" dirty="0">
                  <a:solidFill>
                    <a:srgbClr val="012656"/>
                  </a:solidFill>
                  <a:effectLst/>
                </a:rPr>
                <a:t>Assoziation</a:t>
              </a:r>
              <a:r>
                <a:rPr lang="de-DE" b="1" i="0" dirty="0">
                  <a:solidFill>
                    <a:srgbClr val="101418"/>
                  </a:solidFill>
                  <a:effectLst/>
                </a:rPr>
                <a:t> </a:t>
              </a:r>
            </a:p>
          </p:txBody>
        </p:sp>
      </p:grpSp>
    </p:spTree>
    <p:extLst>
      <p:ext uri="{BB962C8B-B14F-4D97-AF65-F5344CB8AC3E}">
        <p14:creationId xmlns:p14="http://schemas.microsoft.com/office/powerpoint/2010/main" val="12043839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0135427-73F6-623B-5EEA-160F2F9DDD91}"/>
              </a:ext>
            </a:extLst>
          </p:cNvPr>
          <p:cNvSpPr>
            <a:spLocks noGrp="1"/>
          </p:cNvSpPr>
          <p:nvPr>
            <p:ph type="title"/>
          </p:nvPr>
        </p:nvSpPr>
        <p:spPr/>
        <p:txBody>
          <a:bodyPr/>
          <a:lstStyle/>
          <a:p>
            <a:r>
              <a:rPr lang="de-DE" dirty="0"/>
              <a:t>Beispiel: Assoziation</a:t>
            </a:r>
          </a:p>
        </p:txBody>
      </p:sp>
      <p:sp>
        <p:nvSpPr>
          <p:cNvPr id="7" name="Rechteck 6">
            <a:extLst>
              <a:ext uri="{FF2B5EF4-FFF2-40B4-BE49-F238E27FC236}">
                <a16:creationId xmlns:a16="http://schemas.microsoft.com/office/drawing/2014/main" id="{53B593CB-3946-43EA-5732-6B3F61F81DE6}"/>
              </a:ext>
            </a:extLst>
          </p:cNvPr>
          <p:cNvSpPr/>
          <p:nvPr/>
        </p:nvSpPr>
        <p:spPr>
          <a:xfrm>
            <a:off x="2137986" y="1263993"/>
            <a:ext cx="2370514"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Kunde</a:t>
            </a:r>
            <a:endParaRPr lang="de-DE" sz="2800" b="1" dirty="0">
              <a:solidFill>
                <a:srgbClr val="254061"/>
              </a:solidFill>
            </a:endParaRPr>
          </a:p>
        </p:txBody>
      </p:sp>
      <p:sp>
        <p:nvSpPr>
          <p:cNvPr id="8" name="Rechteck 7">
            <a:extLst>
              <a:ext uri="{FF2B5EF4-FFF2-40B4-BE49-F238E27FC236}">
                <a16:creationId xmlns:a16="http://schemas.microsoft.com/office/drawing/2014/main" id="{E986800A-EA38-932E-C711-EB97EBC910AD}"/>
              </a:ext>
            </a:extLst>
          </p:cNvPr>
          <p:cNvSpPr/>
          <p:nvPr/>
        </p:nvSpPr>
        <p:spPr>
          <a:xfrm>
            <a:off x="2137986" y="1878090"/>
            <a:ext cx="2370514" cy="443938"/>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9" name="Rechteck 8">
            <a:extLst>
              <a:ext uri="{FF2B5EF4-FFF2-40B4-BE49-F238E27FC236}">
                <a16:creationId xmlns:a16="http://schemas.microsoft.com/office/drawing/2014/main" id="{260CF89F-3540-4322-E31C-ED2D0E3E41C4}"/>
              </a:ext>
            </a:extLst>
          </p:cNvPr>
          <p:cNvSpPr/>
          <p:nvPr/>
        </p:nvSpPr>
        <p:spPr>
          <a:xfrm>
            <a:off x="2137986" y="2311297"/>
            <a:ext cx="2370514" cy="4954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10" name="Rechteck 9">
            <a:extLst>
              <a:ext uri="{FF2B5EF4-FFF2-40B4-BE49-F238E27FC236}">
                <a16:creationId xmlns:a16="http://schemas.microsoft.com/office/drawing/2014/main" id="{3FC11678-115C-405D-2F2F-629A4E63D199}"/>
              </a:ext>
            </a:extLst>
          </p:cNvPr>
          <p:cNvSpPr/>
          <p:nvPr/>
        </p:nvSpPr>
        <p:spPr>
          <a:xfrm>
            <a:off x="7954586" y="1263993"/>
            <a:ext cx="2370514"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Bestellung</a:t>
            </a:r>
            <a:endParaRPr lang="de-DE" sz="2800" b="1" dirty="0">
              <a:solidFill>
                <a:srgbClr val="254061"/>
              </a:solidFill>
            </a:endParaRPr>
          </a:p>
        </p:txBody>
      </p:sp>
      <p:sp>
        <p:nvSpPr>
          <p:cNvPr id="11" name="Rechteck 10">
            <a:extLst>
              <a:ext uri="{FF2B5EF4-FFF2-40B4-BE49-F238E27FC236}">
                <a16:creationId xmlns:a16="http://schemas.microsoft.com/office/drawing/2014/main" id="{6F5CD483-02B6-121A-B2C1-0DE8B2996F73}"/>
              </a:ext>
            </a:extLst>
          </p:cNvPr>
          <p:cNvSpPr/>
          <p:nvPr/>
        </p:nvSpPr>
        <p:spPr>
          <a:xfrm>
            <a:off x="7954586" y="1878090"/>
            <a:ext cx="2370514" cy="443938"/>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12" name="Rechteck 11">
            <a:extLst>
              <a:ext uri="{FF2B5EF4-FFF2-40B4-BE49-F238E27FC236}">
                <a16:creationId xmlns:a16="http://schemas.microsoft.com/office/drawing/2014/main" id="{BF4489B8-6D27-5209-D0B2-23CE57D74DBD}"/>
              </a:ext>
            </a:extLst>
          </p:cNvPr>
          <p:cNvSpPr/>
          <p:nvPr/>
        </p:nvSpPr>
        <p:spPr>
          <a:xfrm>
            <a:off x="7954586" y="2271786"/>
            <a:ext cx="2370514" cy="4954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cxnSp>
        <p:nvCxnSpPr>
          <p:cNvPr id="13" name="Gerader Verbinder 12">
            <a:extLst>
              <a:ext uri="{FF2B5EF4-FFF2-40B4-BE49-F238E27FC236}">
                <a16:creationId xmlns:a16="http://schemas.microsoft.com/office/drawing/2014/main" id="{6CF25E02-3E66-2939-31A9-E404B4587DC2}"/>
              </a:ext>
            </a:extLst>
          </p:cNvPr>
          <p:cNvCxnSpPr>
            <a:cxnSpLocks/>
          </p:cNvCxnSpPr>
          <p:nvPr/>
        </p:nvCxnSpPr>
        <p:spPr>
          <a:xfrm>
            <a:off x="4508500" y="1739058"/>
            <a:ext cx="3446086" cy="0"/>
          </a:xfrm>
          <a:prstGeom prst="line">
            <a:avLst/>
          </a:prstGeom>
          <a:ln w="34925">
            <a:headEnd type="none" w="med" len="med"/>
            <a:tailEnd type="none" w="lg" len="lg"/>
          </a:ln>
        </p:spPr>
        <p:style>
          <a:lnRef idx="1">
            <a:schemeClr val="accent1"/>
          </a:lnRef>
          <a:fillRef idx="0">
            <a:schemeClr val="accent1"/>
          </a:fillRef>
          <a:effectRef idx="0">
            <a:schemeClr val="accent1"/>
          </a:effectRef>
          <a:fontRef idx="minor">
            <a:schemeClr val="tx1"/>
          </a:fontRef>
        </p:style>
      </p:cxnSp>
      <p:sp>
        <p:nvSpPr>
          <p:cNvPr id="16" name="Textfeld 15">
            <a:extLst>
              <a:ext uri="{FF2B5EF4-FFF2-40B4-BE49-F238E27FC236}">
                <a16:creationId xmlns:a16="http://schemas.microsoft.com/office/drawing/2014/main" id="{63C6A32F-2C5C-18E8-2327-FB2DE556A9F2}"/>
              </a:ext>
            </a:extLst>
          </p:cNvPr>
          <p:cNvSpPr txBox="1"/>
          <p:nvPr/>
        </p:nvSpPr>
        <p:spPr>
          <a:xfrm>
            <a:off x="4682923" y="1369726"/>
            <a:ext cx="1548619" cy="369332"/>
          </a:xfrm>
          <a:prstGeom prst="rect">
            <a:avLst/>
          </a:prstGeom>
          <a:noFill/>
        </p:spPr>
        <p:txBody>
          <a:bodyPr wrap="square">
            <a:spAutoFit/>
          </a:bodyPr>
          <a:lstStyle/>
          <a:p>
            <a:pPr marL="0" marR="0" indent="0" algn="l">
              <a:buNone/>
            </a:pPr>
            <a:r>
              <a:rPr lang="de-DE" b="1" i="0" dirty="0">
                <a:solidFill>
                  <a:srgbClr val="012656"/>
                </a:solidFill>
                <a:effectLst/>
              </a:rPr>
              <a:t>1</a:t>
            </a:r>
            <a:endParaRPr lang="de-DE" b="1" i="0" dirty="0">
              <a:solidFill>
                <a:srgbClr val="101418"/>
              </a:solidFill>
              <a:effectLst/>
            </a:endParaRPr>
          </a:p>
        </p:txBody>
      </p:sp>
      <p:sp>
        <p:nvSpPr>
          <p:cNvPr id="18" name="Textfeld 17">
            <a:extLst>
              <a:ext uri="{FF2B5EF4-FFF2-40B4-BE49-F238E27FC236}">
                <a16:creationId xmlns:a16="http://schemas.microsoft.com/office/drawing/2014/main" id="{E31EB277-8834-D262-535D-32F1E25A57DE}"/>
              </a:ext>
            </a:extLst>
          </p:cNvPr>
          <p:cNvSpPr txBox="1"/>
          <p:nvPr/>
        </p:nvSpPr>
        <p:spPr>
          <a:xfrm>
            <a:off x="7282265" y="1369726"/>
            <a:ext cx="672321" cy="369332"/>
          </a:xfrm>
          <a:prstGeom prst="rect">
            <a:avLst/>
          </a:prstGeom>
          <a:noFill/>
        </p:spPr>
        <p:txBody>
          <a:bodyPr wrap="square">
            <a:spAutoFit/>
          </a:bodyPr>
          <a:lstStyle/>
          <a:p>
            <a:pPr marL="0" marR="0" indent="0" algn="l">
              <a:buNone/>
            </a:pPr>
            <a:r>
              <a:rPr lang="de-DE" b="1" i="0" dirty="0">
                <a:solidFill>
                  <a:srgbClr val="012656"/>
                </a:solidFill>
                <a:effectLst/>
              </a:rPr>
              <a:t>0..*</a:t>
            </a:r>
            <a:endParaRPr lang="de-DE" b="1" i="0" dirty="0">
              <a:solidFill>
                <a:srgbClr val="101418"/>
              </a:solidFill>
              <a:effectLst/>
            </a:endParaRPr>
          </a:p>
        </p:txBody>
      </p:sp>
      <p:sp>
        <p:nvSpPr>
          <p:cNvPr id="19" name="Rechteck 18">
            <a:extLst>
              <a:ext uri="{FF2B5EF4-FFF2-40B4-BE49-F238E27FC236}">
                <a16:creationId xmlns:a16="http://schemas.microsoft.com/office/drawing/2014/main" id="{E28D984D-1F1C-A6D7-151A-231645B610A2}"/>
              </a:ext>
            </a:extLst>
          </p:cNvPr>
          <p:cNvSpPr/>
          <p:nvPr/>
        </p:nvSpPr>
        <p:spPr>
          <a:xfrm>
            <a:off x="2137986" y="3074443"/>
            <a:ext cx="2370514"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Lehrer</a:t>
            </a:r>
            <a:endParaRPr lang="de-DE" sz="2800" b="1" dirty="0">
              <a:solidFill>
                <a:srgbClr val="254061"/>
              </a:solidFill>
            </a:endParaRPr>
          </a:p>
        </p:txBody>
      </p:sp>
      <p:sp>
        <p:nvSpPr>
          <p:cNvPr id="20" name="Rechteck 19">
            <a:extLst>
              <a:ext uri="{FF2B5EF4-FFF2-40B4-BE49-F238E27FC236}">
                <a16:creationId xmlns:a16="http://schemas.microsoft.com/office/drawing/2014/main" id="{1A30CED2-9FAF-E5E1-4D90-5BDBDAC72266}"/>
              </a:ext>
            </a:extLst>
          </p:cNvPr>
          <p:cNvSpPr/>
          <p:nvPr/>
        </p:nvSpPr>
        <p:spPr>
          <a:xfrm>
            <a:off x="2137986" y="3688540"/>
            <a:ext cx="2370514" cy="443938"/>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21" name="Rechteck 20">
            <a:extLst>
              <a:ext uri="{FF2B5EF4-FFF2-40B4-BE49-F238E27FC236}">
                <a16:creationId xmlns:a16="http://schemas.microsoft.com/office/drawing/2014/main" id="{DF460F76-48FE-5743-4578-6A9FA7B88F8B}"/>
              </a:ext>
            </a:extLst>
          </p:cNvPr>
          <p:cNvSpPr/>
          <p:nvPr/>
        </p:nvSpPr>
        <p:spPr>
          <a:xfrm>
            <a:off x="2137986" y="4121747"/>
            <a:ext cx="2370514" cy="4954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22" name="Rechteck 21">
            <a:extLst>
              <a:ext uri="{FF2B5EF4-FFF2-40B4-BE49-F238E27FC236}">
                <a16:creationId xmlns:a16="http://schemas.microsoft.com/office/drawing/2014/main" id="{C020C70C-920A-6334-B67B-591D9219658E}"/>
              </a:ext>
            </a:extLst>
          </p:cNvPr>
          <p:cNvSpPr/>
          <p:nvPr/>
        </p:nvSpPr>
        <p:spPr>
          <a:xfrm>
            <a:off x="7954586" y="3074443"/>
            <a:ext cx="2370514"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Schüler</a:t>
            </a:r>
            <a:endParaRPr lang="de-DE" sz="2800" b="1" dirty="0">
              <a:solidFill>
                <a:srgbClr val="254061"/>
              </a:solidFill>
            </a:endParaRPr>
          </a:p>
        </p:txBody>
      </p:sp>
      <p:sp>
        <p:nvSpPr>
          <p:cNvPr id="23" name="Rechteck 22">
            <a:extLst>
              <a:ext uri="{FF2B5EF4-FFF2-40B4-BE49-F238E27FC236}">
                <a16:creationId xmlns:a16="http://schemas.microsoft.com/office/drawing/2014/main" id="{BBB036A7-BDAD-5B0D-AC91-4740B0D9C8A2}"/>
              </a:ext>
            </a:extLst>
          </p:cNvPr>
          <p:cNvSpPr/>
          <p:nvPr/>
        </p:nvSpPr>
        <p:spPr>
          <a:xfrm>
            <a:off x="7954586" y="3688540"/>
            <a:ext cx="2370514" cy="443938"/>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24" name="Rechteck 23">
            <a:extLst>
              <a:ext uri="{FF2B5EF4-FFF2-40B4-BE49-F238E27FC236}">
                <a16:creationId xmlns:a16="http://schemas.microsoft.com/office/drawing/2014/main" id="{96C48318-ACE5-AF04-BDCE-085F10756B37}"/>
              </a:ext>
            </a:extLst>
          </p:cNvPr>
          <p:cNvSpPr/>
          <p:nvPr/>
        </p:nvSpPr>
        <p:spPr>
          <a:xfrm>
            <a:off x="7954586" y="4082236"/>
            <a:ext cx="2370514" cy="4954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cxnSp>
        <p:nvCxnSpPr>
          <p:cNvPr id="25" name="Gerader Verbinder 24">
            <a:extLst>
              <a:ext uri="{FF2B5EF4-FFF2-40B4-BE49-F238E27FC236}">
                <a16:creationId xmlns:a16="http://schemas.microsoft.com/office/drawing/2014/main" id="{2DBC2878-F42F-97AD-F4FF-9E3443964176}"/>
              </a:ext>
            </a:extLst>
          </p:cNvPr>
          <p:cNvCxnSpPr>
            <a:cxnSpLocks/>
          </p:cNvCxnSpPr>
          <p:nvPr/>
        </p:nvCxnSpPr>
        <p:spPr>
          <a:xfrm>
            <a:off x="4508500" y="3549508"/>
            <a:ext cx="3446086" cy="0"/>
          </a:xfrm>
          <a:prstGeom prst="line">
            <a:avLst/>
          </a:prstGeom>
          <a:ln w="34925">
            <a:headEnd type="none" w="med" len="med"/>
            <a:tailEnd type="none" w="lg" len="lg"/>
          </a:ln>
        </p:spPr>
        <p:style>
          <a:lnRef idx="1">
            <a:schemeClr val="accent1"/>
          </a:lnRef>
          <a:fillRef idx="0">
            <a:schemeClr val="accent1"/>
          </a:fillRef>
          <a:effectRef idx="0">
            <a:schemeClr val="accent1"/>
          </a:effectRef>
          <a:fontRef idx="minor">
            <a:schemeClr val="tx1"/>
          </a:fontRef>
        </p:style>
      </p:cxnSp>
      <p:sp>
        <p:nvSpPr>
          <p:cNvPr id="26" name="Textfeld 25">
            <a:extLst>
              <a:ext uri="{FF2B5EF4-FFF2-40B4-BE49-F238E27FC236}">
                <a16:creationId xmlns:a16="http://schemas.microsoft.com/office/drawing/2014/main" id="{818559C9-527B-9790-8AEA-A7AB08DE170B}"/>
              </a:ext>
            </a:extLst>
          </p:cNvPr>
          <p:cNvSpPr txBox="1"/>
          <p:nvPr/>
        </p:nvSpPr>
        <p:spPr>
          <a:xfrm>
            <a:off x="4682923" y="3180176"/>
            <a:ext cx="1548619" cy="369332"/>
          </a:xfrm>
          <a:prstGeom prst="rect">
            <a:avLst/>
          </a:prstGeom>
          <a:noFill/>
        </p:spPr>
        <p:txBody>
          <a:bodyPr wrap="square">
            <a:spAutoFit/>
          </a:bodyPr>
          <a:lstStyle/>
          <a:p>
            <a:pPr marL="0" marR="0" indent="0" algn="l">
              <a:buNone/>
            </a:pPr>
            <a:r>
              <a:rPr lang="de-DE" b="1" i="0" dirty="0">
                <a:solidFill>
                  <a:srgbClr val="012656"/>
                </a:solidFill>
                <a:effectLst/>
              </a:rPr>
              <a:t>1</a:t>
            </a:r>
            <a:endParaRPr lang="de-DE" b="1" i="0" dirty="0">
              <a:solidFill>
                <a:srgbClr val="101418"/>
              </a:solidFill>
              <a:effectLst/>
            </a:endParaRPr>
          </a:p>
        </p:txBody>
      </p:sp>
      <p:sp>
        <p:nvSpPr>
          <p:cNvPr id="27" name="Textfeld 26">
            <a:extLst>
              <a:ext uri="{FF2B5EF4-FFF2-40B4-BE49-F238E27FC236}">
                <a16:creationId xmlns:a16="http://schemas.microsoft.com/office/drawing/2014/main" id="{61D47B03-62B9-627E-CF7B-C412AA3B2354}"/>
              </a:ext>
            </a:extLst>
          </p:cNvPr>
          <p:cNvSpPr txBox="1"/>
          <p:nvPr/>
        </p:nvSpPr>
        <p:spPr>
          <a:xfrm>
            <a:off x="7618425" y="3180176"/>
            <a:ext cx="672321" cy="369332"/>
          </a:xfrm>
          <a:prstGeom prst="rect">
            <a:avLst/>
          </a:prstGeom>
          <a:noFill/>
        </p:spPr>
        <p:txBody>
          <a:bodyPr wrap="square">
            <a:spAutoFit/>
          </a:bodyPr>
          <a:lstStyle/>
          <a:p>
            <a:pPr marL="0" marR="0" indent="0" algn="l">
              <a:buNone/>
            </a:pPr>
            <a:r>
              <a:rPr lang="de-DE" b="1" i="0" dirty="0">
                <a:solidFill>
                  <a:srgbClr val="012656"/>
                </a:solidFill>
                <a:effectLst/>
              </a:rPr>
              <a:t>*</a:t>
            </a:r>
            <a:endParaRPr lang="de-DE" b="1" i="0" dirty="0">
              <a:solidFill>
                <a:srgbClr val="101418"/>
              </a:solidFill>
              <a:effectLst/>
            </a:endParaRPr>
          </a:p>
        </p:txBody>
      </p:sp>
      <p:sp>
        <p:nvSpPr>
          <p:cNvPr id="28" name="Rechteck 27">
            <a:extLst>
              <a:ext uri="{FF2B5EF4-FFF2-40B4-BE49-F238E27FC236}">
                <a16:creationId xmlns:a16="http://schemas.microsoft.com/office/drawing/2014/main" id="{521E0100-F397-D404-B28C-5573A01BBF3E}"/>
              </a:ext>
            </a:extLst>
          </p:cNvPr>
          <p:cNvSpPr/>
          <p:nvPr/>
        </p:nvSpPr>
        <p:spPr>
          <a:xfrm>
            <a:off x="2137986" y="4925065"/>
            <a:ext cx="2370514"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Student</a:t>
            </a:r>
            <a:endParaRPr lang="de-DE" sz="2800" b="1" dirty="0">
              <a:solidFill>
                <a:srgbClr val="254061"/>
              </a:solidFill>
            </a:endParaRPr>
          </a:p>
        </p:txBody>
      </p:sp>
      <p:sp>
        <p:nvSpPr>
          <p:cNvPr id="29" name="Rechteck 28">
            <a:extLst>
              <a:ext uri="{FF2B5EF4-FFF2-40B4-BE49-F238E27FC236}">
                <a16:creationId xmlns:a16="http://schemas.microsoft.com/office/drawing/2014/main" id="{A2DC985B-1C03-487F-62F1-0A7604F5FC29}"/>
              </a:ext>
            </a:extLst>
          </p:cNvPr>
          <p:cNvSpPr/>
          <p:nvPr/>
        </p:nvSpPr>
        <p:spPr>
          <a:xfrm>
            <a:off x="2137986" y="5539162"/>
            <a:ext cx="2370514" cy="443938"/>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30" name="Rechteck 29">
            <a:extLst>
              <a:ext uri="{FF2B5EF4-FFF2-40B4-BE49-F238E27FC236}">
                <a16:creationId xmlns:a16="http://schemas.microsoft.com/office/drawing/2014/main" id="{BB6F74D6-5E02-9F76-8BCE-F118E767B957}"/>
              </a:ext>
            </a:extLst>
          </p:cNvPr>
          <p:cNvSpPr/>
          <p:nvPr/>
        </p:nvSpPr>
        <p:spPr>
          <a:xfrm>
            <a:off x="2137986" y="5972369"/>
            <a:ext cx="2370514" cy="4954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31" name="Rechteck 30">
            <a:extLst>
              <a:ext uri="{FF2B5EF4-FFF2-40B4-BE49-F238E27FC236}">
                <a16:creationId xmlns:a16="http://schemas.microsoft.com/office/drawing/2014/main" id="{099683B9-DA58-F654-F6CD-ABB10AC11F41}"/>
              </a:ext>
            </a:extLst>
          </p:cNvPr>
          <p:cNvSpPr/>
          <p:nvPr/>
        </p:nvSpPr>
        <p:spPr>
          <a:xfrm>
            <a:off x="7954586" y="4925065"/>
            <a:ext cx="2370514"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Kurs</a:t>
            </a:r>
            <a:endParaRPr lang="de-DE" sz="2800" b="1" dirty="0">
              <a:solidFill>
                <a:srgbClr val="254061"/>
              </a:solidFill>
            </a:endParaRPr>
          </a:p>
        </p:txBody>
      </p:sp>
      <p:sp>
        <p:nvSpPr>
          <p:cNvPr id="32" name="Rechteck 31">
            <a:extLst>
              <a:ext uri="{FF2B5EF4-FFF2-40B4-BE49-F238E27FC236}">
                <a16:creationId xmlns:a16="http://schemas.microsoft.com/office/drawing/2014/main" id="{8D895C87-70DA-54A6-B491-21F2032C1E94}"/>
              </a:ext>
            </a:extLst>
          </p:cNvPr>
          <p:cNvSpPr/>
          <p:nvPr/>
        </p:nvSpPr>
        <p:spPr>
          <a:xfrm>
            <a:off x="7954586" y="5539162"/>
            <a:ext cx="2370514" cy="443938"/>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33" name="Rechteck 32">
            <a:extLst>
              <a:ext uri="{FF2B5EF4-FFF2-40B4-BE49-F238E27FC236}">
                <a16:creationId xmlns:a16="http://schemas.microsoft.com/office/drawing/2014/main" id="{50D38FE4-4DB3-7F76-1CC7-B704DD2C02AA}"/>
              </a:ext>
            </a:extLst>
          </p:cNvPr>
          <p:cNvSpPr/>
          <p:nvPr/>
        </p:nvSpPr>
        <p:spPr>
          <a:xfrm>
            <a:off x="7954586" y="5932858"/>
            <a:ext cx="2370514" cy="4954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cxnSp>
        <p:nvCxnSpPr>
          <p:cNvPr id="34" name="Gerader Verbinder 33">
            <a:extLst>
              <a:ext uri="{FF2B5EF4-FFF2-40B4-BE49-F238E27FC236}">
                <a16:creationId xmlns:a16="http://schemas.microsoft.com/office/drawing/2014/main" id="{C8465E1D-E664-88DE-8D94-7C5D2AFBD1FA}"/>
              </a:ext>
            </a:extLst>
          </p:cNvPr>
          <p:cNvCxnSpPr>
            <a:cxnSpLocks/>
          </p:cNvCxnSpPr>
          <p:nvPr/>
        </p:nvCxnSpPr>
        <p:spPr>
          <a:xfrm>
            <a:off x="4508500" y="5400130"/>
            <a:ext cx="3446086" cy="0"/>
          </a:xfrm>
          <a:prstGeom prst="line">
            <a:avLst/>
          </a:prstGeom>
          <a:ln w="34925">
            <a:headEnd type="none" w="med" len="med"/>
            <a:tailEnd type="none" w="lg" len="lg"/>
          </a:ln>
        </p:spPr>
        <p:style>
          <a:lnRef idx="1">
            <a:schemeClr val="accent1"/>
          </a:lnRef>
          <a:fillRef idx="0">
            <a:schemeClr val="accent1"/>
          </a:fillRef>
          <a:effectRef idx="0">
            <a:schemeClr val="accent1"/>
          </a:effectRef>
          <a:fontRef idx="minor">
            <a:schemeClr val="tx1"/>
          </a:fontRef>
        </p:style>
      </p:cxnSp>
      <p:sp>
        <p:nvSpPr>
          <p:cNvPr id="35" name="Textfeld 34">
            <a:extLst>
              <a:ext uri="{FF2B5EF4-FFF2-40B4-BE49-F238E27FC236}">
                <a16:creationId xmlns:a16="http://schemas.microsoft.com/office/drawing/2014/main" id="{B1D2EA6F-A770-2398-DC60-6364B7616A30}"/>
              </a:ext>
            </a:extLst>
          </p:cNvPr>
          <p:cNvSpPr txBox="1"/>
          <p:nvPr/>
        </p:nvSpPr>
        <p:spPr>
          <a:xfrm>
            <a:off x="4682923" y="5030798"/>
            <a:ext cx="1548619" cy="369332"/>
          </a:xfrm>
          <a:prstGeom prst="rect">
            <a:avLst/>
          </a:prstGeom>
          <a:noFill/>
        </p:spPr>
        <p:txBody>
          <a:bodyPr wrap="square">
            <a:spAutoFit/>
          </a:bodyPr>
          <a:lstStyle/>
          <a:p>
            <a:r>
              <a:rPr lang="de-DE" b="1" dirty="0">
                <a:solidFill>
                  <a:srgbClr val="012656"/>
                </a:solidFill>
              </a:rPr>
              <a:t>*</a:t>
            </a:r>
            <a:endParaRPr lang="de-DE" b="1" dirty="0">
              <a:solidFill>
                <a:srgbClr val="101418"/>
              </a:solidFill>
            </a:endParaRPr>
          </a:p>
        </p:txBody>
      </p:sp>
      <p:sp>
        <p:nvSpPr>
          <p:cNvPr id="36" name="Textfeld 35">
            <a:extLst>
              <a:ext uri="{FF2B5EF4-FFF2-40B4-BE49-F238E27FC236}">
                <a16:creationId xmlns:a16="http://schemas.microsoft.com/office/drawing/2014/main" id="{5094F2D7-63A3-43D5-39BF-8D44BE4DB59B}"/>
              </a:ext>
            </a:extLst>
          </p:cNvPr>
          <p:cNvSpPr txBox="1"/>
          <p:nvPr/>
        </p:nvSpPr>
        <p:spPr>
          <a:xfrm>
            <a:off x="7618425" y="5030798"/>
            <a:ext cx="672321" cy="369332"/>
          </a:xfrm>
          <a:prstGeom prst="rect">
            <a:avLst/>
          </a:prstGeom>
          <a:noFill/>
        </p:spPr>
        <p:txBody>
          <a:bodyPr wrap="square">
            <a:spAutoFit/>
          </a:bodyPr>
          <a:lstStyle/>
          <a:p>
            <a:pPr marL="0" marR="0" indent="0" algn="l">
              <a:buNone/>
            </a:pPr>
            <a:r>
              <a:rPr lang="de-DE" b="1" i="0" dirty="0">
                <a:solidFill>
                  <a:srgbClr val="012656"/>
                </a:solidFill>
                <a:effectLst/>
              </a:rPr>
              <a:t>*</a:t>
            </a:r>
            <a:endParaRPr lang="de-DE" b="1" i="0" dirty="0">
              <a:solidFill>
                <a:srgbClr val="101418"/>
              </a:solidFill>
              <a:effectLst/>
            </a:endParaRPr>
          </a:p>
        </p:txBody>
      </p:sp>
    </p:spTree>
    <p:extLst>
      <p:ext uri="{BB962C8B-B14F-4D97-AF65-F5344CB8AC3E}">
        <p14:creationId xmlns:p14="http://schemas.microsoft.com/office/powerpoint/2010/main" val="30071026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54DE6-85C8-A2F9-4AFB-E200B195126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AB11D9E-E966-1069-65B7-6BF3825FC810}"/>
              </a:ext>
            </a:extLst>
          </p:cNvPr>
          <p:cNvSpPr>
            <a:spLocks noGrp="1"/>
          </p:cNvSpPr>
          <p:nvPr>
            <p:ph type="title"/>
          </p:nvPr>
        </p:nvSpPr>
        <p:spPr/>
        <p:txBody>
          <a:bodyPr/>
          <a:lstStyle/>
          <a:p>
            <a:r>
              <a:rPr lang="de-DE" dirty="0"/>
              <a:t>Beispiel: Assoziation</a:t>
            </a:r>
          </a:p>
        </p:txBody>
      </p:sp>
      <p:sp>
        <p:nvSpPr>
          <p:cNvPr id="7" name="Rechteck 6">
            <a:extLst>
              <a:ext uri="{FF2B5EF4-FFF2-40B4-BE49-F238E27FC236}">
                <a16:creationId xmlns:a16="http://schemas.microsoft.com/office/drawing/2014/main" id="{14D57715-9D6B-E01D-44B8-A7E1321763D5}"/>
              </a:ext>
            </a:extLst>
          </p:cNvPr>
          <p:cNvSpPr/>
          <p:nvPr/>
        </p:nvSpPr>
        <p:spPr>
          <a:xfrm>
            <a:off x="2137986" y="1263993"/>
            <a:ext cx="2370514"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Fahrer</a:t>
            </a:r>
            <a:endParaRPr lang="de-DE" sz="2800" b="1" dirty="0">
              <a:solidFill>
                <a:srgbClr val="254061"/>
              </a:solidFill>
            </a:endParaRPr>
          </a:p>
        </p:txBody>
      </p:sp>
      <p:sp>
        <p:nvSpPr>
          <p:cNvPr id="8" name="Rechteck 7">
            <a:extLst>
              <a:ext uri="{FF2B5EF4-FFF2-40B4-BE49-F238E27FC236}">
                <a16:creationId xmlns:a16="http://schemas.microsoft.com/office/drawing/2014/main" id="{A329163B-1693-40B5-3800-4FABC23F4033}"/>
              </a:ext>
            </a:extLst>
          </p:cNvPr>
          <p:cNvSpPr/>
          <p:nvPr/>
        </p:nvSpPr>
        <p:spPr>
          <a:xfrm>
            <a:off x="2137986" y="1878090"/>
            <a:ext cx="2370514" cy="443938"/>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9" name="Rechteck 8">
            <a:extLst>
              <a:ext uri="{FF2B5EF4-FFF2-40B4-BE49-F238E27FC236}">
                <a16:creationId xmlns:a16="http://schemas.microsoft.com/office/drawing/2014/main" id="{2DB8D830-7096-3A7A-193C-3C7393AD0D27}"/>
              </a:ext>
            </a:extLst>
          </p:cNvPr>
          <p:cNvSpPr/>
          <p:nvPr/>
        </p:nvSpPr>
        <p:spPr>
          <a:xfrm>
            <a:off x="2137986" y="2311297"/>
            <a:ext cx="2370514" cy="4954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10" name="Rechteck 9">
            <a:extLst>
              <a:ext uri="{FF2B5EF4-FFF2-40B4-BE49-F238E27FC236}">
                <a16:creationId xmlns:a16="http://schemas.microsoft.com/office/drawing/2014/main" id="{61B99F79-A456-E6F3-07CE-916673A5204D}"/>
              </a:ext>
            </a:extLst>
          </p:cNvPr>
          <p:cNvSpPr/>
          <p:nvPr/>
        </p:nvSpPr>
        <p:spPr>
          <a:xfrm>
            <a:off x="7954586" y="1263993"/>
            <a:ext cx="2370514"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Auto</a:t>
            </a:r>
            <a:endParaRPr lang="de-DE" sz="2800" b="1" dirty="0">
              <a:solidFill>
                <a:srgbClr val="254061"/>
              </a:solidFill>
            </a:endParaRPr>
          </a:p>
        </p:txBody>
      </p:sp>
      <p:sp>
        <p:nvSpPr>
          <p:cNvPr id="11" name="Rechteck 10">
            <a:extLst>
              <a:ext uri="{FF2B5EF4-FFF2-40B4-BE49-F238E27FC236}">
                <a16:creationId xmlns:a16="http://schemas.microsoft.com/office/drawing/2014/main" id="{922D371A-067B-91A2-8209-A820869B5AAB}"/>
              </a:ext>
            </a:extLst>
          </p:cNvPr>
          <p:cNvSpPr/>
          <p:nvPr/>
        </p:nvSpPr>
        <p:spPr>
          <a:xfrm>
            <a:off x="7954586" y="1878090"/>
            <a:ext cx="2370514" cy="443938"/>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12" name="Rechteck 11">
            <a:extLst>
              <a:ext uri="{FF2B5EF4-FFF2-40B4-BE49-F238E27FC236}">
                <a16:creationId xmlns:a16="http://schemas.microsoft.com/office/drawing/2014/main" id="{5B700176-F24A-C932-0D4E-1F7C877BEA3D}"/>
              </a:ext>
            </a:extLst>
          </p:cNvPr>
          <p:cNvSpPr/>
          <p:nvPr/>
        </p:nvSpPr>
        <p:spPr>
          <a:xfrm>
            <a:off x="7954586" y="2271786"/>
            <a:ext cx="2370514" cy="4954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cxnSp>
        <p:nvCxnSpPr>
          <p:cNvPr id="13" name="Gerader Verbinder 12">
            <a:extLst>
              <a:ext uri="{FF2B5EF4-FFF2-40B4-BE49-F238E27FC236}">
                <a16:creationId xmlns:a16="http://schemas.microsoft.com/office/drawing/2014/main" id="{14DAC5E3-E15E-4C1F-F774-418EDF8CC523}"/>
              </a:ext>
            </a:extLst>
          </p:cNvPr>
          <p:cNvCxnSpPr>
            <a:cxnSpLocks/>
          </p:cNvCxnSpPr>
          <p:nvPr/>
        </p:nvCxnSpPr>
        <p:spPr>
          <a:xfrm>
            <a:off x="4508500" y="1739058"/>
            <a:ext cx="3446086" cy="0"/>
          </a:xfrm>
          <a:prstGeom prst="line">
            <a:avLst/>
          </a:prstGeom>
          <a:ln w="34925">
            <a:headEnd type="none" w="med" len="med"/>
            <a:tailEnd type="none" w="lg" len="lg"/>
          </a:ln>
        </p:spPr>
        <p:style>
          <a:lnRef idx="1">
            <a:schemeClr val="accent1"/>
          </a:lnRef>
          <a:fillRef idx="0">
            <a:schemeClr val="accent1"/>
          </a:fillRef>
          <a:effectRef idx="0">
            <a:schemeClr val="accent1"/>
          </a:effectRef>
          <a:fontRef idx="minor">
            <a:schemeClr val="tx1"/>
          </a:fontRef>
        </p:style>
      </p:cxnSp>
      <p:sp>
        <p:nvSpPr>
          <p:cNvPr id="16" name="Textfeld 15">
            <a:extLst>
              <a:ext uri="{FF2B5EF4-FFF2-40B4-BE49-F238E27FC236}">
                <a16:creationId xmlns:a16="http://schemas.microsoft.com/office/drawing/2014/main" id="{F1CFBAF3-2C06-732E-08B8-077C055A4D5A}"/>
              </a:ext>
            </a:extLst>
          </p:cNvPr>
          <p:cNvSpPr txBox="1"/>
          <p:nvPr/>
        </p:nvSpPr>
        <p:spPr>
          <a:xfrm>
            <a:off x="4682923" y="1369726"/>
            <a:ext cx="1548619" cy="369332"/>
          </a:xfrm>
          <a:prstGeom prst="rect">
            <a:avLst/>
          </a:prstGeom>
          <a:noFill/>
        </p:spPr>
        <p:txBody>
          <a:bodyPr wrap="square">
            <a:spAutoFit/>
          </a:bodyPr>
          <a:lstStyle/>
          <a:p>
            <a:pPr marL="0" marR="0" indent="0" algn="l">
              <a:buNone/>
            </a:pPr>
            <a:r>
              <a:rPr lang="de-DE" b="1" i="0" dirty="0">
                <a:solidFill>
                  <a:srgbClr val="012656"/>
                </a:solidFill>
                <a:effectLst/>
              </a:rPr>
              <a:t>1</a:t>
            </a:r>
            <a:endParaRPr lang="de-DE" b="1" i="0" dirty="0">
              <a:solidFill>
                <a:srgbClr val="101418"/>
              </a:solidFill>
              <a:effectLst/>
            </a:endParaRPr>
          </a:p>
        </p:txBody>
      </p:sp>
      <p:sp>
        <p:nvSpPr>
          <p:cNvPr id="18" name="Textfeld 17">
            <a:extLst>
              <a:ext uri="{FF2B5EF4-FFF2-40B4-BE49-F238E27FC236}">
                <a16:creationId xmlns:a16="http://schemas.microsoft.com/office/drawing/2014/main" id="{D333F614-E0D6-9AFD-551B-F0C7D9FC2912}"/>
              </a:ext>
            </a:extLst>
          </p:cNvPr>
          <p:cNvSpPr txBox="1"/>
          <p:nvPr/>
        </p:nvSpPr>
        <p:spPr>
          <a:xfrm>
            <a:off x="7282265" y="1369726"/>
            <a:ext cx="672321" cy="369332"/>
          </a:xfrm>
          <a:prstGeom prst="rect">
            <a:avLst/>
          </a:prstGeom>
          <a:noFill/>
        </p:spPr>
        <p:txBody>
          <a:bodyPr wrap="square">
            <a:spAutoFit/>
          </a:bodyPr>
          <a:lstStyle/>
          <a:p>
            <a:pPr marL="0" marR="0" indent="0" algn="l">
              <a:buNone/>
            </a:pPr>
            <a:r>
              <a:rPr lang="de-DE" b="1" i="0" dirty="0">
                <a:solidFill>
                  <a:srgbClr val="012656"/>
                </a:solidFill>
                <a:effectLst/>
              </a:rPr>
              <a:t>1</a:t>
            </a:r>
            <a:endParaRPr lang="de-DE" b="1" i="0" dirty="0">
              <a:solidFill>
                <a:srgbClr val="101418"/>
              </a:solidFill>
              <a:effectLst/>
            </a:endParaRPr>
          </a:p>
        </p:txBody>
      </p:sp>
      <p:sp>
        <p:nvSpPr>
          <p:cNvPr id="19" name="Rechteck 18">
            <a:extLst>
              <a:ext uri="{FF2B5EF4-FFF2-40B4-BE49-F238E27FC236}">
                <a16:creationId xmlns:a16="http://schemas.microsoft.com/office/drawing/2014/main" id="{A70017C2-BF0B-6337-20C9-E5A583D4457C}"/>
              </a:ext>
            </a:extLst>
          </p:cNvPr>
          <p:cNvSpPr/>
          <p:nvPr/>
        </p:nvSpPr>
        <p:spPr>
          <a:xfrm>
            <a:off x="2137986" y="3074443"/>
            <a:ext cx="2370514"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Arzt</a:t>
            </a:r>
            <a:endParaRPr lang="de-DE" sz="2800" b="1" dirty="0">
              <a:solidFill>
                <a:srgbClr val="254061"/>
              </a:solidFill>
            </a:endParaRPr>
          </a:p>
        </p:txBody>
      </p:sp>
      <p:sp>
        <p:nvSpPr>
          <p:cNvPr id="20" name="Rechteck 19">
            <a:extLst>
              <a:ext uri="{FF2B5EF4-FFF2-40B4-BE49-F238E27FC236}">
                <a16:creationId xmlns:a16="http://schemas.microsoft.com/office/drawing/2014/main" id="{D724B467-4AF6-AEE6-4F3A-78DB55908495}"/>
              </a:ext>
            </a:extLst>
          </p:cNvPr>
          <p:cNvSpPr/>
          <p:nvPr/>
        </p:nvSpPr>
        <p:spPr>
          <a:xfrm>
            <a:off x="2137986" y="3688540"/>
            <a:ext cx="2370514" cy="443938"/>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21" name="Rechteck 20">
            <a:extLst>
              <a:ext uri="{FF2B5EF4-FFF2-40B4-BE49-F238E27FC236}">
                <a16:creationId xmlns:a16="http://schemas.microsoft.com/office/drawing/2014/main" id="{404273BA-390C-C173-EAA6-7D785A924A30}"/>
              </a:ext>
            </a:extLst>
          </p:cNvPr>
          <p:cNvSpPr/>
          <p:nvPr/>
        </p:nvSpPr>
        <p:spPr>
          <a:xfrm>
            <a:off x="2137986" y="4121747"/>
            <a:ext cx="2370514" cy="4954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22" name="Rechteck 21">
            <a:extLst>
              <a:ext uri="{FF2B5EF4-FFF2-40B4-BE49-F238E27FC236}">
                <a16:creationId xmlns:a16="http://schemas.microsoft.com/office/drawing/2014/main" id="{872A35EC-5283-38DE-18D8-7FA6EC451C42}"/>
              </a:ext>
            </a:extLst>
          </p:cNvPr>
          <p:cNvSpPr/>
          <p:nvPr/>
        </p:nvSpPr>
        <p:spPr>
          <a:xfrm>
            <a:off x="7954586" y="3074443"/>
            <a:ext cx="2370514"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Patient</a:t>
            </a:r>
            <a:endParaRPr lang="de-DE" sz="2800" b="1" dirty="0">
              <a:solidFill>
                <a:srgbClr val="254061"/>
              </a:solidFill>
            </a:endParaRPr>
          </a:p>
        </p:txBody>
      </p:sp>
      <p:sp>
        <p:nvSpPr>
          <p:cNvPr id="23" name="Rechteck 22">
            <a:extLst>
              <a:ext uri="{FF2B5EF4-FFF2-40B4-BE49-F238E27FC236}">
                <a16:creationId xmlns:a16="http://schemas.microsoft.com/office/drawing/2014/main" id="{1E7D12A5-B804-EAA4-9D5A-3905D9CA17C8}"/>
              </a:ext>
            </a:extLst>
          </p:cNvPr>
          <p:cNvSpPr/>
          <p:nvPr/>
        </p:nvSpPr>
        <p:spPr>
          <a:xfrm>
            <a:off x="7954586" y="3688540"/>
            <a:ext cx="2370514" cy="443938"/>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24" name="Rechteck 23">
            <a:extLst>
              <a:ext uri="{FF2B5EF4-FFF2-40B4-BE49-F238E27FC236}">
                <a16:creationId xmlns:a16="http://schemas.microsoft.com/office/drawing/2014/main" id="{A0B24C69-9E91-8E7F-B781-5FF26E3F64E8}"/>
              </a:ext>
            </a:extLst>
          </p:cNvPr>
          <p:cNvSpPr/>
          <p:nvPr/>
        </p:nvSpPr>
        <p:spPr>
          <a:xfrm>
            <a:off x="7954586" y="4082236"/>
            <a:ext cx="2370514" cy="4954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cxnSp>
        <p:nvCxnSpPr>
          <p:cNvPr id="25" name="Gerader Verbinder 24">
            <a:extLst>
              <a:ext uri="{FF2B5EF4-FFF2-40B4-BE49-F238E27FC236}">
                <a16:creationId xmlns:a16="http://schemas.microsoft.com/office/drawing/2014/main" id="{7FA6F60E-E4CD-C29F-0DDF-7D29A9886F02}"/>
              </a:ext>
            </a:extLst>
          </p:cNvPr>
          <p:cNvCxnSpPr>
            <a:cxnSpLocks/>
          </p:cNvCxnSpPr>
          <p:nvPr/>
        </p:nvCxnSpPr>
        <p:spPr>
          <a:xfrm>
            <a:off x="4508500" y="3549508"/>
            <a:ext cx="3446086" cy="0"/>
          </a:xfrm>
          <a:prstGeom prst="line">
            <a:avLst/>
          </a:prstGeom>
          <a:ln w="34925">
            <a:headEnd type="none" w="med" len="med"/>
            <a:tailEnd type="none" w="lg" len="lg"/>
          </a:ln>
        </p:spPr>
        <p:style>
          <a:lnRef idx="1">
            <a:schemeClr val="accent1"/>
          </a:lnRef>
          <a:fillRef idx="0">
            <a:schemeClr val="accent1"/>
          </a:fillRef>
          <a:effectRef idx="0">
            <a:schemeClr val="accent1"/>
          </a:effectRef>
          <a:fontRef idx="minor">
            <a:schemeClr val="tx1"/>
          </a:fontRef>
        </p:style>
      </p:cxnSp>
      <p:sp>
        <p:nvSpPr>
          <p:cNvPr id="26" name="Textfeld 25">
            <a:extLst>
              <a:ext uri="{FF2B5EF4-FFF2-40B4-BE49-F238E27FC236}">
                <a16:creationId xmlns:a16="http://schemas.microsoft.com/office/drawing/2014/main" id="{8919780E-2192-EDB9-B22F-C9EB50B488B5}"/>
              </a:ext>
            </a:extLst>
          </p:cNvPr>
          <p:cNvSpPr txBox="1"/>
          <p:nvPr/>
        </p:nvSpPr>
        <p:spPr>
          <a:xfrm>
            <a:off x="4682923" y="3180176"/>
            <a:ext cx="1548619" cy="369332"/>
          </a:xfrm>
          <a:prstGeom prst="rect">
            <a:avLst/>
          </a:prstGeom>
          <a:noFill/>
        </p:spPr>
        <p:txBody>
          <a:bodyPr wrap="square">
            <a:spAutoFit/>
          </a:bodyPr>
          <a:lstStyle/>
          <a:p>
            <a:pPr marL="0" marR="0" indent="0" algn="l">
              <a:buNone/>
            </a:pPr>
            <a:r>
              <a:rPr lang="de-DE" b="1" i="0" dirty="0">
                <a:solidFill>
                  <a:srgbClr val="012656"/>
                </a:solidFill>
                <a:effectLst/>
              </a:rPr>
              <a:t>1</a:t>
            </a:r>
            <a:endParaRPr lang="de-DE" b="1" i="0" dirty="0">
              <a:solidFill>
                <a:srgbClr val="101418"/>
              </a:solidFill>
              <a:effectLst/>
            </a:endParaRPr>
          </a:p>
        </p:txBody>
      </p:sp>
      <p:sp>
        <p:nvSpPr>
          <p:cNvPr id="27" name="Textfeld 26">
            <a:extLst>
              <a:ext uri="{FF2B5EF4-FFF2-40B4-BE49-F238E27FC236}">
                <a16:creationId xmlns:a16="http://schemas.microsoft.com/office/drawing/2014/main" id="{C8585346-AB63-7DFE-F92D-7D642D699D20}"/>
              </a:ext>
            </a:extLst>
          </p:cNvPr>
          <p:cNvSpPr txBox="1"/>
          <p:nvPr/>
        </p:nvSpPr>
        <p:spPr>
          <a:xfrm>
            <a:off x="7618425" y="3180176"/>
            <a:ext cx="672321" cy="369332"/>
          </a:xfrm>
          <a:prstGeom prst="rect">
            <a:avLst/>
          </a:prstGeom>
          <a:noFill/>
        </p:spPr>
        <p:txBody>
          <a:bodyPr wrap="square">
            <a:spAutoFit/>
          </a:bodyPr>
          <a:lstStyle/>
          <a:p>
            <a:pPr marL="0" marR="0" indent="0" algn="l">
              <a:buNone/>
            </a:pPr>
            <a:r>
              <a:rPr lang="de-DE" b="1" i="0" dirty="0">
                <a:solidFill>
                  <a:srgbClr val="012656"/>
                </a:solidFill>
                <a:effectLst/>
              </a:rPr>
              <a:t>*</a:t>
            </a:r>
            <a:endParaRPr lang="de-DE" b="1" i="0" dirty="0">
              <a:solidFill>
                <a:srgbClr val="101418"/>
              </a:solidFill>
              <a:effectLst/>
            </a:endParaRPr>
          </a:p>
        </p:txBody>
      </p:sp>
      <p:sp>
        <p:nvSpPr>
          <p:cNvPr id="28" name="Rechteck 27">
            <a:extLst>
              <a:ext uri="{FF2B5EF4-FFF2-40B4-BE49-F238E27FC236}">
                <a16:creationId xmlns:a16="http://schemas.microsoft.com/office/drawing/2014/main" id="{DC4C1372-415D-66FA-BDCB-262E04835BBD}"/>
              </a:ext>
            </a:extLst>
          </p:cNvPr>
          <p:cNvSpPr/>
          <p:nvPr/>
        </p:nvSpPr>
        <p:spPr>
          <a:xfrm>
            <a:off x="2137986" y="4925065"/>
            <a:ext cx="2370514"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Autor</a:t>
            </a:r>
            <a:endParaRPr lang="de-DE" sz="2800" b="1" dirty="0">
              <a:solidFill>
                <a:srgbClr val="254061"/>
              </a:solidFill>
            </a:endParaRPr>
          </a:p>
        </p:txBody>
      </p:sp>
      <p:sp>
        <p:nvSpPr>
          <p:cNvPr id="29" name="Rechteck 28">
            <a:extLst>
              <a:ext uri="{FF2B5EF4-FFF2-40B4-BE49-F238E27FC236}">
                <a16:creationId xmlns:a16="http://schemas.microsoft.com/office/drawing/2014/main" id="{B5CFF652-6105-131F-B17D-49457B316594}"/>
              </a:ext>
            </a:extLst>
          </p:cNvPr>
          <p:cNvSpPr/>
          <p:nvPr/>
        </p:nvSpPr>
        <p:spPr>
          <a:xfrm>
            <a:off x="2137986" y="5539162"/>
            <a:ext cx="2370514" cy="443938"/>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30" name="Rechteck 29">
            <a:extLst>
              <a:ext uri="{FF2B5EF4-FFF2-40B4-BE49-F238E27FC236}">
                <a16:creationId xmlns:a16="http://schemas.microsoft.com/office/drawing/2014/main" id="{30CF5122-AD0E-05F8-4EA2-C8AB1601E86C}"/>
              </a:ext>
            </a:extLst>
          </p:cNvPr>
          <p:cNvSpPr/>
          <p:nvPr/>
        </p:nvSpPr>
        <p:spPr>
          <a:xfrm>
            <a:off x="2137986" y="5972369"/>
            <a:ext cx="2370514" cy="4954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31" name="Rechteck 30">
            <a:extLst>
              <a:ext uri="{FF2B5EF4-FFF2-40B4-BE49-F238E27FC236}">
                <a16:creationId xmlns:a16="http://schemas.microsoft.com/office/drawing/2014/main" id="{8E6FED2B-2D86-AB41-C0AD-BD13E6259DAA}"/>
              </a:ext>
            </a:extLst>
          </p:cNvPr>
          <p:cNvSpPr/>
          <p:nvPr/>
        </p:nvSpPr>
        <p:spPr>
          <a:xfrm>
            <a:off x="7954586" y="4925065"/>
            <a:ext cx="2370514"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Buch</a:t>
            </a:r>
            <a:endParaRPr lang="de-DE" sz="2800" b="1" dirty="0">
              <a:solidFill>
                <a:srgbClr val="254061"/>
              </a:solidFill>
            </a:endParaRPr>
          </a:p>
        </p:txBody>
      </p:sp>
      <p:sp>
        <p:nvSpPr>
          <p:cNvPr id="32" name="Rechteck 31">
            <a:extLst>
              <a:ext uri="{FF2B5EF4-FFF2-40B4-BE49-F238E27FC236}">
                <a16:creationId xmlns:a16="http://schemas.microsoft.com/office/drawing/2014/main" id="{462F8F92-2154-6E16-6280-E1CD9AF9A65F}"/>
              </a:ext>
            </a:extLst>
          </p:cNvPr>
          <p:cNvSpPr/>
          <p:nvPr/>
        </p:nvSpPr>
        <p:spPr>
          <a:xfrm>
            <a:off x="7954586" y="5539162"/>
            <a:ext cx="2370514" cy="443938"/>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33" name="Rechteck 32">
            <a:extLst>
              <a:ext uri="{FF2B5EF4-FFF2-40B4-BE49-F238E27FC236}">
                <a16:creationId xmlns:a16="http://schemas.microsoft.com/office/drawing/2014/main" id="{7F6D2427-6FC0-54D3-D35B-D2F984CCDBB3}"/>
              </a:ext>
            </a:extLst>
          </p:cNvPr>
          <p:cNvSpPr/>
          <p:nvPr/>
        </p:nvSpPr>
        <p:spPr>
          <a:xfrm>
            <a:off x="7954586" y="5932858"/>
            <a:ext cx="2370514" cy="4954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cxnSp>
        <p:nvCxnSpPr>
          <p:cNvPr id="34" name="Gerader Verbinder 33">
            <a:extLst>
              <a:ext uri="{FF2B5EF4-FFF2-40B4-BE49-F238E27FC236}">
                <a16:creationId xmlns:a16="http://schemas.microsoft.com/office/drawing/2014/main" id="{58462085-5C5D-B29D-F3B4-45A1E6E6B262}"/>
              </a:ext>
            </a:extLst>
          </p:cNvPr>
          <p:cNvCxnSpPr>
            <a:cxnSpLocks/>
          </p:cNvCxnSpPr>
          <p:nvPr/>
        </p:nvCxnSpPr>
        <p:spPr>
          <a:xfrm>
            <a:off x="4508500" y="5400130"/>
            <a:ext cx="3446086" cy="0"/>
          </a:xfrm>
          <a:prstGeom prst="line">
            <a:avLst/>
          </a:prstGeom>
          <a:ln w="34925">
            <a:headEnd type="none" w="med" len="med"/>
            <a:tailEnd type="none" w="lg" len="lg"/>
          </a:ln>
        </p:spPr>
        <p:style>
          <a:lnRef idx="1">
            <a:schemeClr val="accent1"/>
          </a:lnRef>
          <a:fillRef idx="0">
            <a:schemeClr val="accent1"/>
          </a:fillRef>
          <a:effectRef idx="0">
            <a:schemeClr val="accent1"/>
          </a:effectRef>
          <a:fontRef idx="minor">
            <a:schemeClr val="tx1"/>
          </a:fontRef>
        </p:style>
      </p:cxnSp>
      <p:sp>
        <p:nvSpPr>
          <p:cNvPr id="35" name="Textfeld 34">
            <a:extLst>
              <a:ext uri="{FF2B5EF4-FFF2-40B4-BE49-F238E27FC236}">
                <a16:creationId xmlns:a16="http://schemas.microsoft.com/office/drawing/2014/main" id="{D3346915-4AE5-94F7-BD33-9215C17E1243}"/>
              </a:ext>
            </a:extLst>
          </p:cNvPr>
          <p:cNvSpPr txBox="1"/>
          <p:nvPr/>
        </p:nvSpPr>
        <p:spPr>
          <a:xfrm>
            <a:off x="4682923" y="5030798"/>
            <a:ext cx="1548619" cy="369332"/>
          </a:xfrm>
          <a:prstGeom prst="rect">
            <a:avLst/>
          </a:prstGeom>
          <a:noFill/>
        </p:spPr>
        <p:txBody>
          <a:bodyPr wrap="square">
            <a:spAutoFit/>
          </a:bodyPr>
          <a:lstStyle/>
          <a:p>
            <a:r>
              <a:rPr lang="de-DE" b="1" dirty="0">
                <a:solidFill>
                  <a:srgbClr val="012656"/>
                </a:solidFill>
              </a:rPr>
              <a:t>*</a:t>
            </a:r>
            <a:endParaRPr lang="de-DE" b="1" dirty="0">
              <a:solidFill>
                <a:srgbClr val="101418"/>
              </a:solidFill>
            </a:endParaRPr>
          </a:p>
        </p:txBody>
      </p:sp>
      <p:sp>
        <p:nvSpPr>
          <p:cNvPr id="36" name="Textfeld 35">
            <a:extLst>
              <a:ext uri="{FF2B5EF4-FFF2-40B4-BE49-F238E27FC236}">
                <a16:creationId xmlns:a16="http://schemas.microsoft.com/office/drawing/2014/main" id="{BE5B3232-2D45-0755-F413-EF7A682EFDDE}"/>
              </a:ext>
            </a:extLst>
          </p:cNvPr>
          <p:cNvSpPr txBox="1"/>
          <p:nvPr/>
        </p:nvSpPr>
        <p:spPr>
          <a:xfrm>
            <a:off x="7456688" y="5047448"/>
            <a:ext cx="672321" cy="369332"/>
          </a:xfrm>
          <a:prstGeom prst="rect">
            <a:avLst/>
          </a:prstGeom>
          <a:noFill/>
        </p:spPr>
        <p:txBody>
          <a:bodyPr wrap="square">
            <a:spAutoFit/>
          </a:bodyPr>
          <a:lstStyle/>
          <a:p>
            <a:r>
              <a:rPr lang="de-DE" dirty="0"/>
              <a:t>0..*</a:t>
            </a:r>
            <a:endParaRPr lang="de-DE" b="1" i="0" dirty="0">
              <a:solidFill>
                <a:srgbClr val="101418"/>
              </a:solidFill>
              <a:effectLst/>
            </a:endParaRPr>
          </a:p>
        </p:txBody>
      </p:sp>
    </p:spTree>
    <p:extLst>
      <p:ext uri="{BB962C8B-B14F-4D97-AF65-F5344CB8AC3E}">
        <p14:creationId xmlns:p14="http://schemas.microsoft.com/office/powerpoint/2010/main" val="6681395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447D9AA-A6B4-B6BC-6CD1-BFB30C3C6EB4}"/>
              </a:ext>
            </a:extLst>
          </p:cNvPr>
          <p:cNvSpPr>
            <a:spLocks noGrp="1"/>
          </p:cNvSpPr>
          <p:nvPr>
            <p:ph type="title"/>
          </p:nvPr>
        </p:nvSpPr>
        <p:spPr/>
        <p:txBody>
          <a:bodyPr/>
          <a:lstStyle/>
          <a:p>
            <a:r>
              <a:rPr lang="de-DE" dirty="0" err="1"/>
              <a:t>Sprachkonstrukte</a:t>
            </a:r>
            <a:r>
              <a:rPr lang="de-DE" dirty="0"/>
              <a:t>: Komposition </a:t>
            </a:r>
          </a:p>
        </p:txBody>
      </p:sp>
      <p:sp>
        <p:nvSpPr>
          <p:cNvPr id="4" name="Textplatzhalter 5">
            <a:extLst>
              <a:ext uri="{FF2B5EF4-FFF2-40B4-BE49-F238E27FC236}">
                <a16:creationId xmlns:a16="http://schemas.microsoft.com/office/drawing/2014/main" id="{54626024-38A7-52E5-AD36-5403528A7357}"/>
              </a:ext>
            </a:extLst>
          </p:cNvPr>
          <p:cNvSpPr>
            <a:spLocks noGrp="1"/>
          </p:cNvSpPr>
          <p:nvPr>
            <p:ph type="body" sz="quarter" idx="12"/>
          </p:nvPr>
        </p:nvSpPr>
        <p:spPr>
          <a:xfrm>
            <a:off x="3390900" y="1511979"/>
            <a:ext cx="8334375" cy="1328177"/>
          </a:xfrm>
        </p:spPr>
        <p:txBody>
          <a:bodyPr/>
          <a:lstStyle/>
          <a:p>
            <a:pPr marL="0" indent="0">
              <a:lnSpc>
                <a:spcPct val="150000"/>
              </a:lnSpc>
              <a:buNone/>
            </a:pPr>
            <a:r>
              <a:rPr lang="de-DE" sz="2000" dirty="0">
                <a:latin typeface="+mn-lt"/>
              </a:rPr>
              <a:t>Eine </a:t>
            </a:r>
            <a:r>
              <a:rPr lang="de-DE" sz="2000" b="1" dirty="0">
                <a:solidFill>
                  <a:srgbClr val="FF9600"/>
                </a:solidFill>
                <a:latin typeface="+mn-lt"/>
              </a:rPr>
              <a:t>Komposition (</a:t>
            </a:r>
            <a:r>
              <a:rPr lang="de-DE" sz="2000" b="1" dirty="0" err="1">
                <a:solidFill>
                  <a:srgbClr val="FF9600"/>
                </a:solidFill>
                <a:latin typeface="+mn-lt"/>
              </a:rPr>
              <a:t>Composition</a:t>
            </a:r>
            <a:r>
              <a:rPr lang="de-DE" sz="2000" b="1" dirty="0">
                <a:solidFill>
                  <a:srgbClr val="FF9600"/>
                </a:solidFill>
                <a:latin typeface="+mn-lt"/>
              </a:rPr>
              <a:t>) </a:t>
            </a:r>
            <a:r>
              <a:rPr lang="de-DE" sz="2000" dirty="0">
                <a:latin typeface="+mn-lt"/>
              </a:rPr>
              <a:t>ist eine Teil-Ganzes-Beziehung zwischen zwei Klassen in einem UML-Klassendiagramm. Dabei gehören die Teile vollständig zum Ganzen und </a:t>
            </a:r>
            <a:r>
              <a:rPr lang="de-DE" sz="2000" b="1" dirty="0">
                <a:latin typeface="+mn-lt"/>
              </a:rPr>
              <a:t>können ohne das Ganze nicht existieren</a:t>
            </a:r>
            <a:r>
              <a:rPr lang="de-DE" sz="2000" dirty="0">
                <a:latin typeface="+mn-lt"/>
              </a:rPr>
              <a:t>.</a:t>
            </a:r>
          </a:p>
        </p:txBody>
      </p:sp>
      <p:sp>
        <p:nvSpPr>
          <p:cNvPr id="5" name="Textplatzhalter 5">
            <a:extLst>
              <a:ext uri="{FF2B5EF4-FFF2-40B4-BE49-F238E27FC236}">
                <a16:creationId xmlns:a16="http://schemas.microsoft.com/office/drawing/2014/main" id="{6D27A4F4-0452-52D7-69EF-CAA1D0A6FAC5}"/>
              </a:ext>
            </a:extLst>
          </p:cNvPr>
          <p:cNvSpPr txBox="1">
            <a:spLocks/>
          </p:cNvSpPr>
          <p:nvPr/>
        </p:nvSpPr>
        <p:spPr>
          <a:xfrm>
            <a:off x="412749" y="3420025"/>
            <a:ext cx="5060951" cy="3462224"/>
          </a:xfrm>
          <a:prstGeom prst="rect">
            <a:avLst/>
          </a:prstGeom>
        </p:spPr>
        <p:txBody>
          <a:bodyPr vert="horz" lIns="0" tIns="0" rIns="0" bIns="0" rtlCol="0">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tx1"/>
                </a:solidFill>
                <a:latin typeface="+mj-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tx1"/>
                </a:solidFill>
                <a:latin typeface="+mj-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a:buNone/>
            </a:pPr>
            <a:r>
              <a:rPr lang="de-DE" sz="1800" b="1" dirty="0">
                <a:latin typeface="+mn-lt"/>
              </a:rPr>
              <a:t>Merkmale </a:t>
            </a:r>
            <a:r>
              <a:rPr lang="de-DE" sz="1800" b="1" dirty="0">
                <a:solidFill>
                  <a:srgbClr val="254061"/>
                </a:solidFill>
                <a:latin typeface="+mn-lt"/>
              </a:rPr>
              <a:t>von </a:t>
            </a:r>
            <a:r>
              <a:rPr lang="de-DE" sz="1800" b="1" dirty="0">
                <a:solidFill>
                  <a:srgbClr val="254061"/>
                </a:solidFill>
              </a:rPr>
              <a:t>Komposition</a:t>
            </a:r>
            <a:endParaRPr lang="de-DE" sz="1800" b="1" dirty="0">
              <a:solidFill>
                <a:srgbClr val="254061"/>
              </a:solidFill>
              <a:latin typeface="+mn-lt"/>
            </a:endParaRPr>
          </a:p>
          <a:p>
            <a:pPr>
              <a:buFont typeface="Arial" panose="020B0604020202020204" pitchFamily="34" charset="0"/>
              <a:buChar char="•"/>
            </a:pPr>
            <a:r>
              <a:rPr lang="de-DE" sz="1800" dirty="0">
                <a:latin typeface="+mn-lt"/>
              </a:rPr>
              <a:t>Ein Objekt (Teil) gehört fest zu einem anderen Objekt (Ganzes).</a:t>
            </a:r>
          </a:p>
          <a:p>
            <a:pPr>
              <a:buFont typeface="Arial" panose="020B0604020202020204" pitchFamily="34" charset="0"/>
              <a:buChar char="•"/>
            </a:pPr>
            <a:r>
              <a:rPr lang="de-DE" sz="1800" dirty="0">
                <a:latin typeface="+mn-lt"/>
              </a:rPr>
              <a:t>Die Teile können nicht unabhängig vom Ganzen existieren.</a:t>
            </a:r>
          </a:p>
          <a:p>
            <a:pPr>
              <a:buFont typeface="Arial" panose="020B0604020202020204" pitchFamily="34" charset="0"/>
              <a:buChar char="•"/>
            </a:pPr>
            <a:r>
              <a:rPr lang="de-DE" sz="1800" b="1" dirty="0">
                <a:latin typeface="+mn-lt"/>
              </a:rPr>
              <a:t>Die schwarze Raute befindet sich immer an der Seite des Ganzen.</a:t>
            </a:r>
            <a:endParaRPr lang="de-DE" sz="1800" dirty="0">
              <a:latin typeface="+mn-lt"/>
            </a:endParaRPr>
          </a:p>
        </p:txBody>
      </p:sp>
      <p:sp>
        <p:nvSpPr>
          <p:cNvPr id="6" name="Textplatzhalter 5">
            <a:extLst>
              <a:ext uri="{FF2B5EF4-FFF2-40B4-BE49-F238E27FC236}">
                <a16:creationId xmlns:a16="http://schemas.microsoft.com/office/drawing/2014/main" id="{937C402B-2E6A-9895-F513-F0168BFE2A53}"/>
              </a:ext>
            </a:extLst>
          </p:cNvPr>
          <p:cNvSpPr txBox="1">
            <a:spLocks/>
          </p:cNvSpPr>
          <p:nvPr/>
        </p:nvSpPr>
        <p:spPr>
          <a:xfrm>
            <a:off x="6367506" y="3420025"/>
            <a:ext cx="5238751" cy="2556902"/>
          </a:xfrm>
          <a:prstGeom prst="rect">
            <a:avLst/>
          </a:prstGeom>
        </p:spPr>
        <p:txBody>
          <a:bodyPr vert="horz" lIns="0" tIns="0" rIns="0" bIns="0" rtlCol="0">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tx1"/>
                </a:solidFill>
                <a:latin typeface="+mj-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tx1"/>
                </a:solidFill>
                <a:latin typeface="+mj-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buNone/>
            </a:pPr>
            <a:r>
              <a:rPr lang="de-DE" sz="1800" b="1" dirty="0">
                <a:solidFill>
                  <a:srgbClr val="254061"/>
                </a:solidFill>
                <a:latin typeface="+mn-lt"/>
              </a:rPr>
              <a:t>Beispiele für </a:t>
            </a:r>
            <a:r>
              <a:rPr lang="de-DE" sz="1800" b="1" dirty="0">
                <a:solidFill>
                  <a:srgbClr val="254061"/>
                </a:solidFill>
              </a:rPr>
              <a:t>Komposition</a:t>
            </a:r>
            <a:r>
              <a:rPr lang="de-DE" sz="1800" b="1" dirty="0">
                <a:solidFill>
                  <a:srgbClr val="254061"/>
                </a:solidFill>
                <a:latin typeface="+mn-lt"/>
              </a:rPr>
              <a:t> </a:t>
            </a:r>
          </a:p>
          <a:p>
            <a:pPr marL="0" indent="0">
              <a:buNone/>
            </a:pPr>
            <a:r>
              <a:rPr lang="de-DE" sz="1800" dirty="0">
                <a:latin typeface="+mn-lt"/>
              </a:rPr>
              <a:t>Auto / Motor</a:t>
            </a:r>
          </a:p>
          <a:p>
            <a:pPr marL="0" indent="0">
              <a:buNone/>
            </a:pPr>
            <a:r>
              <a:rPr lang="de-DE" sz="1800" dirty="0">
                <a:latin typeface="+mn-lt"/>
              </a:rPr>
              <a:t>Mensch / Herz</a:t>
            </a:r>
          </a:p>
          <a:p>
            <a:pPr marL="0" indent="0">
              <a:buNone/>
            </a:pPr>
            <a:r>
              <a:rPr lang="de-DE" sz="1800" dirty="0">
                <a:latin typeface="+mn-lt"/>
              </a:rPr>
              <a:t>Buch / Kapitel</a:t>
            </a:r>
          </a:p>
          <a:p>
            <a:pPr marL="0" indent="0">
              <a:buNone/>
            </a:pPr>
            <a:r>
              <a:rPr lang="de-DE" sz="1800" dirty="0">
                <a:latin typeface="+mn-lt"/>
              </a:rPr>
              <a:t>Baum / Ast</a:t>
            </a:r>
          </a:p>
          <a:p>
            <a:pPr marL="0" indent="0">
              <a:buNone/>
            </a:pPr>
            <a:r>
              <a:rPr lang="de-DE" sz="1800" dirty="0">
                <a:latin typeface="+mn-lt"/>
              </a:rPr>
              <a:t>Flugzeug / Triebwerk</a:t>
            </a:r>
          </a:p>
        </p:txBody>
      </p:sp>
      <p:grpSp>
        <p:nvGrpSpPr>
          <p:cNvPr id="9" name="Gruppieren 8">
            <a:extLst>
              <a:ext uri="{FF2B5EF4-FFF2-40B4-BE49-F238E27FC236}">
                <a16:creationId xmlns:a16="http://schemas.microsoft.com/office/drawing/2014/main" id="{3C8CFCAE-0EC9-E018-8A64-4A47E4AD2172}"/>
              </a:ext>
            </a:extLst>
          </p:cNvPr>
          <p:cNvGrpSpPr/>
          <p:nvPr/>
        </p:nvGrpSpPr>
        <p:grpSpPr>
          <a:xfrm>
            <a:off x="811078" y="1877635"/>
            <a:ext cx="1996294" cy="596863"/>
            <a:chOff x="6372225" y="5135705"/>
            <a:chExt cx="1996294" cy="596863"/>
          </a:xfrm>
        </p:grpSpPr>
        <p:sp>
          <p:nvSpPr>
            <p:cNvPr id="10" name="Textfeld 9">
              <a:extLst>
                <a:ext uri="{FF2B5EF4-FFF2-40B4-BE49-F238E27FC236}">
                  <a16:creationId xmlns:a16="http://schemas.microsoft.com/office/drawing/2014/main" id="{479C70C8-9E0B-B71B-69A6-4DEABC278F5E}"/>
                </a:ext>
              </a:extLst>
            </p:cNvPr>
            <p:cNvSpPr txBox="1"/>
            <p:nvPr/>
          </p:nvSpPr>
          <p:spPr>
            <a:xfrm>
              <a:off x="6372225" y="5135705"/>
              <a:ext cx="1733137" cy="369332"/>
            </a:xfrm>
            <a:prstGeom prst="rect">
              <a:avLst/>
            </a:prstGeom>
            <a:noFill/>
          </p:spPr>
          <p:txBody>
            <a:bodyPr wrap="square">
              <a:spAutoFit/>
            </a:bodyPr>
            <a:lstStyle/>
            <a:p>
              <a:pPr marL="0" marR="0" indent="0" algn="l">
                <a:buNone/>
              </a:pPr>
              <a:r>
                <a:rPr lang="de-DE" b="1" i="0" dirty="0">
                  <a:solidFill>
                    <a:srgbClr val="101418"/>
                  </a:solidFill>
                  <a:effectLst/>
                </a:rPr>
                <a:t>Komposition </a:t>
              </a:r>
            </a:p>
          </p:txBody>
        </p:sp>
        <p:cxnSp>
          <p:nvCxnSpPr>
            <p:cNvPr id="11" name="Gerader Verbinder 10">
              <a:extLst>
                <a:ext uri="{FF2B5EF4-FFF2-40B4-BE49-F238E27FC236}">
                  <a16:creationId xmlns:a16="http://schemas.microsoft.com/office/drawing/2014/main" id="{E7EFB5AC-30F8-1C9C-7FF7-8E5FC0F12039}"/>
                </a:ext>
              </a:extLst>
            </p:cNvPr>
            <p:cNvCxnSpPr/>
            <p:nvPr/>
          </p:nvCxnSpPr>
          <p:spPr>
            <a:xfrm>
              <a:off x="6467476" y="5578989"/>
              <a:ext cx="1677206"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2" name="Raute 11">
              <a:extLst>
                <a:ext uri="{FF2B5EF4-FFF2-40B4-BE49-F238E27FC236}">
                  <a16:creationId xmlns:a16="http://schemas.microsoft.com/office/drawing/2014/main" id="{6B349B33-86B2-23AC-7E4B-977B9A17D26C}"/>
                </a:ext>
              </a:extLst>
            </p:cNvPr>
            <p:cNvSpPr/>
            <p:nvPr/>
          </p:nvSpPr>
          <p:spPr>
            <a:xfrm>
              <a:off x="7920844" y="5437188"/>
              <a:ext cx="447675" cy="295380"/>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Tree>
    <p:extLst>
      <p:ext uri="{BB962C8B-B14F-4D97-AF65-F5344CB8AC3E}">
        <p14:creationId xmlns:p14="http://schemas.microsoft.com/office/powerpoint/2010/main" val="33281115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8C2665F-5982-35DC-0830-E9E8C741B1D9}"/>
              </a:ext>
            </a:extLst>
          </p:cNvPr>
          <p:cNvSpPr>
            <a:spLocks noGrp="1"/>
          </p:cNvSpPr>
          <p:nvPr>
            <p:ph type="title"/>
          </p:nvPr>
        </p:nvSpPr>
        <p:spPr/>
        <p:txBody>
          <a:bodyPr/>
          <a:lstStyle/>
          <a:p>
            <a:r>
              <a:rPr lang="de-DE" dirty="0"/>
              <a:t>Beispiel: Komposition</a:t>
            </a:r>
          </a:p>
        </p:txBody>
      </p:sp>
      <p:sp>
        <p:nvSpPr>
          <p:cNvPr id="4" name="Rechteck 3">
            <a:extLst>
              <a:ext uri="{FF2B5EF4-FFF2-40B4-BE49-F238E27FC236}">
                <a16:creationId xmlns:a16="http://schemas.microsoft.com/office/drawing/2014/main" id="{2D9B85EA-967F-550F-2F3A-E2CBC6EC3CBA}"/>
              </a:ext>
            </a:extLst>
          </p:cNvPr>
          <p:cNvSpPr/>
          <p:nvPr/>
        </p:nvSpPr>
        <p:spPr>
          <a:xfrm>
            <a:off x="1909386" y="1127765"/>
            <a:ext cx="2370514"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Auto</a:t>
            </a:r>
            <a:endParaRPr lang="de-DE" sz="2800" b="1" dirty="0">
              <a:solidFill>
                <a:srgbClr val="254061"/>
              </a:solidFill>
            </a:endParaRPr>
          </a:p>
        </p:txBody>
      </p:sp>
      <p:sp>
        <p:nvSpPr>
          <p:cNvPr id="5" name="Rechteck 4">
            <a:extLst>
              <a:ext uri="{FF2B5EF4-FFF2-40B4-BE49-F238E27FC236}">
                <a16:creationId xmlns:a16="http://schemas.microsoft.com/office/drawing/2014/main" id="{84FF5E83-8378-EBD0-84A1-CCCB9437A84E}"/>
              </a:ext>
            </a:extLst>
          </p:cNvPr>
          <p:cNvSpPr/>
          <p:nvPr/>
        </p:nvSpPr>
        <p:spPr>
          <a:xfrm>
            <a:off x="1909386" y="1741862"/>
            <a:ext cx="2370514" cy="443938"/>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6" name="Rechteck 5">
            <a:extLst>
              <a:ext uri="{FF2B5EF4-FFF2-40B4-BE49-F238E27FC236}">
                <a16:creationId xmlns:a16="http://schemas.microsoft.com/office/drawing/2014/main" id="{CAC0E195-2293-F3BB-3A8F-0C61A3C7B520}"/>
              </a:ext>
            </a:extLst>
          </p:cNvPr>
          <p:cNvSpPr/>
          <p:nvPr/>
        </p:nvSpPr>
        <p:spPr>
          <a:xfrm>
            <a:off x="1909386" y="2175069"/>
            <a:ext cx="2370514" cy="4954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7" name="Rechteck 6">
            <a:extLst>
              <a:ext uri="{FF2B5EF4-FFF2-40B4-BE49-F238E27FC236}">
                <a16:creationId xmlns:a16="http://schemas.microsoft.com/office/drawing/2014/main" id="{B5EB1EB6-118D-698C-03AA-B3DC02AD757E}"/>
              </a:ext>
            </a:extLst>
          </p:cNvPr>
          <p:cNvSpPr/>
          <p:nvPr/>
        </p:nvSpPr>
        <p:spPr>
          <a:xfrm>
            <a:off x="7725986" y="1127765"/>
            <a:ext cx="2370514"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Motor</a:t>
            </a:r>
            <a:endParaRPr lang="de-DE" sz="2800" b="1" dirty="0">
              <a:solidFill>
                <a:srgbClr val="254061"/>
              </a:solidFill>
            </a:endParaRPr>
          </a:p>
        </p:txBody>
      </p:sp>
      <p:sp>
        <p:nvSpPr>
          <p:cNvPr id="8" name="Rechteck 7">
            <a:extLst>
              <a:ext uri="{FF2B5EF4-FFF2-40B4-BE49-F238E27FC236}">
                <a16:creationId xmlns:a16="http://schemas.microsoft.com/office/drawing/2014/main" id="{5D5CA9F8-0A1B-CAAF-DFC3-8E1BB7A436A3}"/>
              </a:ext>
            </a:extLst>
          </p:cNvPr>
          <p:cNvSpPr/>
          <p:nvPr/>
        </p:nvSpPr>
        <p:spPr>
          <a:xfrm>
            <a:off x="7725986" y="1741862"/>
            <a:ext cx="2370514" cy="443938"/>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9" name="Rechteck 8">
            <a:extLst>
              <a:ext uri="{FF2B5EF4-FFF2-40B4-BE49-F238E27FC236}">
                <a16:creationId xmlns:a16="http://schemas.microsoft.com/office/drawing/2014/main" id="{0CCBF65A-F13A-5649-FAB2-79DC595C1525}"/>
              </a:ext>
            </a:extLst>
          </p:cNvPr>
          <p:cNvSpPr/>
          <p:nvPr/>
        </p:nvSpPr>
        <p:spPr>
          <a:xfrm>
            <a:off x="7725986" y="2135558"/>
            <a:ext cx="2370514" cy="4954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cxnSp>
        <p:nvCxnSpPr>
          <p:cNvPr id="14" name="Gerader Verbinder 13">
            <a:extLst>
              <a:ext uri="{FF2B5EF4-FFF2-40B4-BE49-F238E27FC236}">
                <a16:creationId xmlns:a16="http://schemas.microsoft.com/office/drawing/2014/main" id="{69EA42D0-917E-AE1B-7894-A29B4F6F5CD3}"/>
              </a:ext>
            </a:extLst>
          </p:cNvPr>
          <p:cNvCxnSpPr>
            <a:cxnSpLocks/>
          </p:cNvCxnSpPr>
          <p:nvPr/>
        </p:nvCxnSpPr>
        <p:spPr>
          <a:xfrm flipH="1">
            <a:off x="4503737" y="1535670"/>
            <a:ext cx="3222249"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5" name="Raute 14">
            <a:extLst>
              <a:ext uri="{FF2B5EF4-FFF2-40B4-BE49-F238E27FC236}">
                <a16:creationId xmlns:a16="http://schemas.microsoft.com/office/drawing/2014/main" id="{3D78DF02-BFD8-F876-AD85-EA27B6DC4E9F}"/>
              </a:ext>
            </a:extLst>
          </p:cNvPr>
          <p:cNvSpPr/>
          <p:nvPr/>
        </p:nvSpPr>
        <p:spPr>
          <a:xfrm rot="10800000">
            <a:off x="4279900" y="1382091"/>
            <a:ext cx="447675" cy="295380"/>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8" name="Rechteck 17">
            <a:extLst>
              <a:ext uri="{FF2B5EF4-FFF2-40B4-BE49-F238E27FC236}">
                <a16:creationId xmlns:a16="http://schemas.microsoft.com/office/drawing/2014/main" id="{09C98F24-33D2-7AA1-8E91-083605A5174F}"/>
              </a:ext>
            </a:extLst>
          </p:cNvPr>
          <p:cNvSpPr/>
          <p:nvPr/>
        </p:nvSpPr>
        <p:spPr>
          <a:xfrm>
            <a:off x="1909386" y="2991097"/>
            <a:ext cx="2370514"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Mensch</a:t>
            </a:r>
            <a:endParaRPr lang="de-DE" sz="2800" b="1" dirty="0">
              <a:solidFill>
                <a:srgbClr val="254061"/>
              </a:solidFill>
            </a:endParaRPr>
          </a:p>
        </p:txBody>
      </p:sp>
      <p:sp>
        <p:nvSpPr>
          <p:cNvPr id="19" name="Rechteck 18">
            <a:extLst>
              <a:ext uri="{FF2B5EF4-FFF2-40B4-BE49-F238E27FC236}">
                <a16:creationId xmlns:a16="http://schemas.microsoft.com/office/drawing/2014/main" id="{15A6D296-7636-FD88-A972-25EC0689A264}"/>
              </a:ext>
            </a:extLst>
          </p:cNvPr>
          <p:cNvSpPr/>
          <p:nvPr/>
        </p:nvSpPr>
        <p:spPr>
          <a:xfrm>
            <a:off x="1909386" y="3605194"/>
            <a:ext cx="2370514" cy="443938"/>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20" name="Rechteck 19">
            <a:extLst>
              <a:ext uri="{FF2B5EF4-FFF2-40B4-BE49-F238E27FC236}">
                <a16:creationId xmlns:a16="http://schemas.microsoft.com/office/drawing/2014/main" id="{CFC51620-5F99-3378-AB88-48C302A24C62}"/>
              </a:ext>
            </a:extLst>
          </p:cNvPr>
          <p:cNvSpPr/>
          <p:nvPr/>
        </p:nvSpPr>
        <p:spPr>
          <a:xfrm>
            <a:off x="1909386" y="4038401"/>
            <a:ext cx="2370514" cy="4954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21" name="Rechteck 20">
            <a:extLst>
              <a:ext uri="{FF2B5EF4-FFF2-40B4-BE49-F238E27FC236}">
                <a16:creationId xmlns:a16="http://schemas.microsoft.com/office/drawing/2014/main" id="{FA247402-86E7-5574-7CAD-4E8213432C29}"/>
              </a:ext>
            </a:extLst>
          </p:cNvPr>
          <p:cNvSpPr/>
          <p:nvPr/>
        </p:nvSpPr>
        <p:spPr>
          <a:xfrm>
            <a:off x="7725986" y="2991097"/>
            <a:ext cx="2370514"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Herz</a:t>
            </a:r>
            <a:endParaRPr lang="de-DE" sz="2800" b="1" dirty="0">
              <a:solidFill>
                <a:srgbClr val="254061"/>
              </a:solidFill>
            </a:endParaRPr>
          </a:p>
        </p:txBody>
      </p:sp>
      <p:sp>
        <p:nvSpPr>
          <p:cNvPr id="22" name="Rechteck 21">
            <a:extLst>
              <a:ext uri="{FF2B5EF4-FFF2-40B4-BE49-F238E27FC236}">
                <a16:creationId xmlns:a16="http://schemas.microsoft.com/office/drawing/2014/main" id="{3D093ED7-8BD9-57CE-A445-9C5D232261DD}"/>
              </a:ext>
            </a:extLst>
          </p:cNvPr>
          <p:cNvSpPr/>
          <p:nvPr/>
        </p:nvSpPr>
        <p:spPr>
          <a:xfrm>
            <a:off x="7725986" y="3605194"/>
            <a:ext cx="2370514" cy="443938"/>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23" name="Rechteck 22">
            <a:extLst>
              <a:ext uri="{FF2B5EF4-FFF2-40B4-BE49-F238E27FC236}">
                <a16:creationId xmlns:a16="http://schemas.microsoft.com/office/drawing/2014/main" id="{50BB1C39-C49A-AB54-C20E-0CD1C4F29187}"/>
              </a:ext>
            </a:extLst>
          </p:cNvPr>
          <p:cNvSpPr/>
          <p:nvPr/>
        </p:nvSpPr>
        <p:spPr>
          <a:xfrm>
            <a:off x="7725986" y="3998890"/>
            <a:ext cx="2370514" cy="4954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cxnSp>
        <p:nvCxnSpPr>
          <p:cNvPr id="24" name="Gerader Verbinder 23">
            <a:extLst>
              <a:ext uri="{FF2B5EF4-FFF2-40B4-BE49-F238E27FC236}">
                <a16:creationId xmlns:a16="http://schemas.microsoft.com/office/drawing/2014/main" id="{7A12CCA6-A0DE-E4D8-6189-BB9A3A973CAB}"/>
              </a:ext>
            </a:extLst>
          </p:cNvPr>
          <p:cNvCxnSpPr>
            <a:cxnSpLocks/>
          </p:cNvCxnSpPr>
          <p:nvPr/>
        </p:nvCxnSpPr>
        <p:spPr>
          <a:xfrm flipH="1">
            <a:off x="4503737" y="3399002"/>
            <a:ext cx="3222249"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5" name="Raute 24">
            <a:extLst>
              <a:ext uri="{FF2B5EF4-FFF2-40B4-BE49-F238E27FC236}">
                <a16:creationId xmlns:a16="http://schemas.microsoft.com/office/drawing/2014/main" id="{78633D32-A0B1-4FC2-4E85-1288EF7B14FE}"/>
              </a:ext>
            </a:extLst>
          </p:cNvPr>
          <p:cNvSpPr/>
          <p:nvPr/>
        </p:nvSpPr>
        <p:spPr>
          <a:xfrm rot="10800000">
            <a:off x="4279900" y="3245423"/>
            <a:ext cx="447675" cy="295380"/>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6" name="Rechteck 25">
            <a:extLst>
              <a:ext uri="{FF2B5EF4-FFF2-40B4-BE49-F238E27FC236}">
                <a16:creationId xmlns:a16="http://schemas.microsoft.com/office/drawing/2014/main" id="{CCA9F901-9CE5-6B75-C862-1FEB90887304}"/>
              </a:ext>
            </a:extLst>
          </p:cNvPr>
          <p:cNvSpPr/>
          <p:nvPr/>
        </p:nvSpPr>
        <p:spPr>
          <a:xfrm>
            <a:off x="1909386" y="4870620"/>
            <a:ext cx="2370514"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Buch</a:t>
            </a:r>
            <a:endParaRPr lang="de-DE" sz="2800" b="1" dirty="0">
              <a:solidFill>
                <a:srgbClr val="254061"/>
              </a:solidFill>
            </a:endParaRPr>
          </a:p>
        </p:txBody>
      </p:sp>
      <p:sp>
        <p:nvSpPr>
          <p:cNvPr id="27" name="Rechteck 26">
            <a:extLst>
              <a:ext uri="{FF2B5EF4-FFF2-40B4-BE49-F238E27FC236}">
                <a16:creationId xmlns:a16="http://schemas.microsoft.com/office/drawing/2014/main" id="{A955E8C4-31D4-2625-FEC0-061DA4782350}"/>
              </a:ext>
            </a:extLst>
          </p:cNvPr>
          <p:cNvSpPr/>
          <p:nvPr/>
        </p:nvSpPr>
        <p:spPr>
          <a:xfrm>
            <a:off x="1909386" y="5484717"/>
            <a:ext cx="2370514" cy="443938"/>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28" name="Rechteck 27">
            <a:extLst>
              <a:ext uri="{FF2B5EF4-FFF2-40B4-BE49-F238E27FC236}">
                <a16:creationId xmlns:a16="http://schemas.microsoft.com/office/drawing/2014/main" id="{7DB18064-86EF-46BE-28BB-3FAAF3C345FD}"/>
              </a:ext>
            </a:extLst>
          </p:cNvPr>
          <p:cNvSpPr/>
          <p:nvPr/>
        </p:nvSpPr>
        <p:spPr>
          <a:xfrm>
            <a:off x="1909386" y="5917924"/>
            <a:ext cx="2370514" cy="4954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29" name="Rechteck 28">
            <a:extLst>
              <a:ext uri="{FF2B5EF4-FFF2-40B4-BE49-F238E27FC236}">
                <a16:creationId xmlns:a16="http://schemas.microsoft.com/office/drawing/2014/main" id="{45F8323C-D474-FFA6-783C-FFF9D638E817}"/>
              </a:ext>
            </a:extLst>
          </p:cNvPr>
          <p:cNvSpPr/>
          <p:nvPr/>
        </p:nvSpPr>
        <p:spPr>
          <a:xfrm>
            <a:off x="7725986" y="4870620"/>
            <a:ext cx="2370514"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Kapitel</a:t>
            </a:r>
            <a:endParaRPr lang="de-DE" sz="2800" b="1" dirty="0">
              <a:solidFill>
                <a:srgbClr val="254061"/>
              </a:solidFill>
            </a:endParaRPr>
          </a:p>
        </p:txBody>
      </p:sp>
      <p:sp>
        <p:nvSpPr>
          <p:cNvPr id="30" name="Rechteck 29">
            <a:extLst>
              <a:ext uri="{FF2B5EF4-FFF2-40B4-BE49-F238E27FC236}">
                <a16:creationId xmlns:a16="http://schemas.microsoft.com/office/drawing/2014/main" id="{08858F81-E552-FA34-A9AA-B342282401FB}"/>
              </a:ext>
            </a:extLst>
          </p:cNvPr>
          <p:cNvSpPr/>
          <p:nvPr/>
        </p:nvSpPr>
        <p:spPr>
          <a:xfrm>
            <a:off x="7725986" y="5484717"/>
            <a:ext cx="2370514" cy="443938"/>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31" name="Rechteck 30">
            <a:extLst>
              <a:ext uri="{FF2B5EF4-FFF2-40B4-BE49-F238E27FC236}">
                <a16:creationId xmlns:a16="http://schemas.microsoft.com/office/drawing/2014/main" id="{E6A5EFD5-0FF4-8AD2-6937-ABDAC4990E49}"/>
              </a:ext>
            </a:extLst>
          </p:cNvPr>
          <p:cNvSpPr/>
          <p:nvPr/>
        </p:nvSpPr>
        <p:spPr>
          <a:xfrm>
            <a:off x="7725986" y="5878413"/>
            <a:ext cx="2370514" cy="4954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cxnSp>
        <p:nvCxnSpPr>
          <p:cNvPr id="32" name="Gerader Verbinder 31">
            <a:extLst>
              <a:ext uri="{FF2B5EF4-FFF2-40B4-BE49-F238E27FC236}">
                <a16:creationId xmlns:a16="http://schemas.microsoft.com/office/drawing/2014/main" id="{2D8DD69B-6700-6359-805D-461180D0B141}"/>
              </a:ext>
            </a:extLst>
          </p:cNvPr>
          <p:cNvCxnSpPr>
            <a:cxnSpLocks/>
          </p:cNvCxnSpPr>
          <p:nvPr/>
        </p:nvCxnSpPr>
        <p:spPr>
          <a:xfrm flipH="1">
            <a:off x="4503737" y="5278525"/>
            <a:ext cx="3222249"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3" name="Raute 32">
            <a:extLst>
              <a:ext uri="{FF2B5EF4-FFF2-40B4-BE49-F238E27FC236}">
                <a16:creationId xmlns:a16="http://schemas.microsoft.com/office/drawing/2014/main" id="{25300369-D2D1-D1FC-6CAA-0831D145E31B}"/>
              </a:ext>
            </a:extLst>
          </p:cNvPr>
          <p:cNvSpPr/>
          <p:nvPr/>
        </p:nvSpPr>
        <p:spPr>
          <a:xfrm rot="10800000">
            <a:off x="4279900" y="5124946"/>
            <a:ext cx="447675" cy="295380"/>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2788142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DA1E0-0360-913D-8CBE-603E55F679E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80C8D62-E1F1-1885-DAE3-879B86F6F057}"/>
              </a:ext>
            </a:extLst>
          </p:cNvPr>
          <p:cNvSpPr>
            <a:spLocks noGrp="1"/>
          </p:cNvSpPr>
          <p:nvPr>
            <p:ph type="title"/>
          </p:nvPr>
        </p:nvSpPr>
        <p:spPr/>
        <p:txBody>
          <a:bodyPr/>
          <a:lstStyle/>
          <a:p>
            <a:r>
              <a:rPr lang="de-DE" dirty="0"/>
              <a:t>Beispiel: Komposition</a:t>
            </a:r>
          </a:p>
        </p:txBody>
      </p:sp>
      <p:sp>
        <p:nvSpPr>
          <p:cNvPr id="4" name="Rechteck 3">
            <a:extLst>
              <a:ext uri="{FF2B5EF4-FFF2-40B4-BE49-F238E27FC236}">
                <a16:creationId xmlns:a16="http://schemas.microsoft.com/office/drawing/2014/main" id="{3B7ABD80-F03B-1928-3BAF-AD3C0AF94FBA}"/>
              </a:ext>
            </a:extLst>
          </p:cNvPr>
          <p:cNvSpPr/>
          <p:nvPr/>
        </p:nvSpPr>
        <p:spPr>
          <a:xfrm>
            <a:off x="1909386" y="1127765"/>
            <a:ext cx="2370514"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Baum</a:t>
            </a:r>
            <a:endParaRPr lang="de-DE" sz="2800" b="1" dirty="0">
              <a:solidFill>
                <a:srgbClr val="254061"/>
              </a:solidFill>
            </a:endParaRPr>
          </a:p>
        </p:txBody>
      </p:sp>
      <p:sp>
        <p:nvSpPr>
          <p:cNvPr id="5" name="Rechteck 4">
            <a:extLst>
              <a:ext uri="{FF2B5EF4-FFF2-40B4-BE49-F238E27FC236}">
                <a16:creationId xmlns:a16="http://schemas.microsoft.com/office/drawing/2014/main" id="{DB590D9B-138B-196F-B912-1354C920B600}"/>
              </a:ext>
            </a:extLst>
          </p:cNvPr>
          <p:cNvSpPr/>
          <p:nvPr/>
        </p:nvSpPr>
        <p:spPr>
          <a:xfrm>
            <a:off x="1909386" y="1741862"/>
            <a:ext cx="2370514" cy="443938"/>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6" name="Rechteck 5">
            <a:extLst>
              <a:ext uri="{FF2B5EF4-FFF2-40B4-BE49-F238E27FC236}">
                <a16:creationId xmlns:a16="http://schemas.microsoft.com/office/drawing/2014/main" id="{A60CE5E3-0441-6662-6128-718049DC2B41}"/>
              </a:ext>
            </a:extLst>
          </p:cNvPr>
          <p:cNvSpPr/>
          <p:nvPr/>
        </p:nvSpPr>
        <p:spPr>
          <a:xfrm>
            <a:off x="1909386" y="2175069"/>
            <a:ext cx="2370514" cy="4954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7" name="Rechteck 6">
            <a:extLst>
              <a:ext uri="{FF2B5EF4-FFF2-40B4-BE49-F238E27FC236}">
                <a16:creationId xmlns:a16="http://schemas.microsoft.com/office/drawing/2014/main" id="{9CE0A68C-5B24-D0ED-71CA-E304C18E6E04}"/>
              </a:ext>
            </a:extLst>
          </p:cNvPr>
          <p:cNvSpPr/>
          <p:nvPr/>
        </p:nvSpPr>
        <p:spPr>
          <a:xfrm>
            <a:off x="7725986" y="1127765"/>
            <a:ext cx="2370514"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Ast</a:t>
            </a:r>
            <a:endParaRPr lang="de-DE" sz="2800" b="1" dirty="0">
              <a:solidFill>
                <a:srgbClr val="254061"/>
              </a:solidFill>
            </a:endParaRPr>
          </a:p>
        </p:txBody>
      </p:sp>
      <p:sp>
        <p:nvSpPr>
          <p:cNvPr id="8" name="Rechteck 7">
            <a:extLst>
              <a:ext uri="{FF2B5EF4-FFF2-40B4-BE49-F238E27FC236}">
                <a16:creationId xmlns:a16="http://schemas.microsoft.com/office/drawing/2014/main" id="{7C92D966-9D66-1172-680C-5120FBBF827D}"/>
              </a:ext>
            </a:extLst>
          </p:cNvPr>
          <p:cNvSpPr/>
          <p:nvPr/>
        </p:nvSpPr>
        <p:spPr>
          <a:xfrm>
            <a:off x="7725986" y="1741862"/>
            <a:ext cx="2370514" cy="443938"/>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9" name="Rechteck 8">
            <a:extLst>
              <a:ext uri="{FF2B5EF4-FFF2-40B4-BE49-F238E27FC236}">
                <a16:creationId xmlns:a16="http://schemas.microsoft.com/office/drawing/2014/main" id="{754DACA9-2142-A8B2-B66E-74A1FC4E6B21}"/>
              </a:ext>
            </a:extLst>
          </p:cNvPr>
          <p:cNvSpPr/>
          <p:nvPr/>
        </p:nvSpPr>
        <p:spPr>
          <a:xfrm>
            <a:off x="7725986" y="2135558"/>
            <a:ext cx="2370514" cy="4954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cxnSp>
        <p:nvCxnSpPr>
          <p:cNvPr id="14" name="Gerader Verbinder 13">
            <a:extLst>
              <a:ext uri="{FF2B5EF4-FFF2-40B4-BE49-F238E27FC236}">
                <a16:creationId xmlns:a16="http://schemas.microsoft.com/office/drawing/2014/main" id="{92BB1C09-7068-E427-3EBA-0C192F9F8DEE}"/>
              </a:ext>
            </a:extLst>
          </p:cNvPr>
          <p:cNvCxnSpPr>
            <a:cxnSpLocks/>
          </p:cNvCxnSpPr>
          <p:nvPr/>
        </p:nvCxnSpPr>
        <p:spPr>
          <a:xfrm flipH="1">
            <a:off x="4503737" y="1535670"/>
            <a:ext cx="3222249"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5" name="Raute 14">
            <a:extLst>
              <a:ext uri="{FF2B5EF4-FFF2-40B4-BE49-F238E27FC236}">
                <a16:creationId xmlns:a16="http://schemas.microsoft.com/office/drawing/2014/main" id="{9AB800E9-21D1-42D1-9CC9-2D1191DA4F71}"/>
              </a:ext>
            </a:extLst>
          </p:cNvPr>
          <p:cNvSpPr/>
          <p:nvPr/>
        </p:nvSpPr>
        <p:spPr>
          <a:xfrm rot="10800000">
            <a:off x="4279900" y="1382091"/>
            <a:ext cx="447675" cy="295380"/>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8" name="Rechteck 17">
            <a:extLst>
              <a:ext uri="{FF2B5EF4-FFF2-40B4-BE49-F238E27FC236}">
                <a16:creationId xmlns:a16="http://schemas.microsoft.com/office/drawing/2014/main" id="{012BC031-7BFB-6692-6623-29D68CDE5BA6}"/>
              </a:ext>
            </a:extLst>
          </p:cNvPr>
          <p:cNvSpPr/>
          <p:nvPr/>
        </p:nvSpPr>
        <p:spPr>
          <a:xfrm>
            <a:off x="1909386" y="2991097"/>
            <a:ext cx="2370514"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Flugzeug</a:t>
            </a:r>
            <a:endParaRPr lang="de-DE" sz="2800" b="1" dirty="0">
              <a:solidFill>
                <a:srgbClr val="254061"/>
              </a:solidFill>
            </a:endParaRPr>
          </a:p>
        </p:txBody>
      </p:sp>
      <p:sp>
        <p:nvSpPr>
          <p:cNvPr id="19" name="Rechteck 18">
            <a:extLst>
              <a:ext uri="{FF2B5EF4-FFF2-40B4-BE49-F238E27FC236}">
                <a16:creationId xmlns:a16="http://schemas.microsoft.com/office/drawing/2014/main" id="{F64DB78B-CA0B-0661-2653-22ED0B5671B8}"/>
              </a:ext>
            </a:extLst>
          </p:cNvPr>
          <p:cNvSpPr/>
          <p:nvPr/>
        </p:nvSpPr>
        <p:spPr>
          <a:xfrm>
            <a:off x="1909386" y="3605194"/>
            <a:ext cx="2370514" cy="443938"/>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20" name="Rechteck 19">
            <a:extLst>
              <a:ext uri="{FF2B5EF4-FFF2-40B4-BE49-F238E27FC236}">
                <a16:creationId xmlns:a16="http://schemas.microsoft.com/office/drawing/2014/main" id="{5EAC98DC-3062-BE47-95E8-DF33945F78AF}"/>
              </a:ext>
            </a:extLst>
          </p:cNvPr>
          <p:cNvSpPr/>
          <p:nvPr/>
        </p:nvSpPr>
        <p:spPr>
          <a:xfrm>
            <a:off x="1909386" y="4038401"/>
            <a:ext cx="2370514" cy="4954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21" name="Rechteck 20">
            <a:extLst>
              <a:ext uri="{FF2B5EF4-FFF2-40B4-BE49-F238E27FC236}">
                <a16:creationId xmlns:a16="http://schemas.microsoft.com/office/drawing/2014/main" id="{10DE7AB6-081C-2B58-F654-4799A96BD030}"/>
              </a:ext>
            </a:extLst>
          </p:cNvPr>
          <p:cNvSpPr/>
          <p:nvPr/>
        </p:nvSpPr>
        <p:spPr>
          <a:xfrm>
            <a:off x="7725986" y="2991097"/>
            <a:ext cx="2370514"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Triebwerk</a:t>
            </a:r>
            <a:endParaRPr lang="de-DE" sz="2800" b="1" dirty="0">
              <a:solidFill>
                <a:srgbClr val="254061"/>
              </a:solidFill>
            </a:endParaRPr>
          </a:p>
        </p:txBody>
      </p:sp>
      <p:sp>
        <p:nvSpPr>
          <p:cNvPr id="22" name="Rechteck 21">
            <a:extLst>
              <a:ext uri="{FF2B5EF4-FFF2-40B4-BE49-F238E27FC236}">
                <a16:creationId xmlns:a16="http://schemas.microsoft.com/office/drawing/2014/main" id="{60208F88-607D-1803-F58B-30A8F190510C}"/>
              </a:ext>
            </a:extLst>
          </p:cNvPr>
          <p:cNvSpPr/>
          <p:nvPr/>
        </p:nvSpPr>
        <p:spPr>
          <a:xfrm>
            <a:off x="7725986" y="3605194"/>
            <a:ext cx="2370514" cy="443938"/>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23" name="Rechteck 22">
            <a:extLst>
              <a:ext uri="{FF2B5EF4-FFF2-40B4-BE49-F238E27FC236}">
                <a16:creationId xmlns:a16="http://schemas.microsoft.com/office/drawing/2014/main" id="{96B799F3-0594-25DB-BE9E-008EC922EF19}"/>
              </a:ext>
            </a:extLst>
          </p:cNvPr>
          <p:cNvSpPr/>
          <p:nvPr/>
        </p:nvSpPr>
        <p:spPr>
          <a:xfrm>
            <a:off x="7725986" y="3998890"/>
            <a:ext cx="2370514" cy="4954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cxnSp>
        <p:nvCxnSpPr>
          <p:cNvPr id="24" name="Gerader Verbinder 23">
            <a:extLst>
              <a:ext uri="{FF2B5EF4-FFF2-40B4-BE49-F238E27FC236}">
                <a16:creationId xmlns:a16="http://schemas.microsoft.com/office/drawing/2014/main" id="{52CD4B5A-E251-1043-66B7-3E67205D98E6}"/>
              </a:ext>
            </a:extLst>
          </p:cNvPr>
          <p:cNvCxnSpPr>
            <a:cxnSpLocks/>
          </p:cNvCxnSpPr>
          <p:nvPr/>
        </p:nvCxnSpPr>
        <p:spPr>
          <a:xfrm flipH="1">
            <a:off x="4503737" y="3399002"/>
            <a:ext cx="3222249"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5" name="Raute 24">
            <a:extLst>
              <a:ext uri="{FF2B5EF4-FFF2-40B4-BE49-F238E27FC236}">
                <a16:creationId xmlns:a16="http://schemas.microsoft.com/office/drawing/2014/main" id="{70BBBB96-BF64-E192-BAA7-46BA13743FE8}"/>
              </a:ext>
            </a:extLst>
          </p:cNvPr>
          <p:cNvSpPr/>
          <p:nvPr/>
        </p:nvSpPr>
        <p:spPr>
          <a:xfrm rot="10800000">
            <a:off x="4279900" y="3245423"/>
            <a:ext cx="447675" cy="295380"/>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6" name="Rechteck 25">
            <a:extLst>
              <a:ext uri="{FF2B5EF4-FFF2-40B4-BE49-F238E27FC236}">
                <a16:creationId xmlns:a16="http://schemas.microsoft.com/office/drawing/2014/main" id="{942FB1C7-CC07-A172-6895-4D660EEE144A}"/>
              </a:ext>
            </a:extLst>
          </p:cNvPr>
          <p:cNvSpPr/>
          <p:nvPr/>
        </p:nvSpPr>
        <p:spPr>
          <a:xfrm>
            <a:off x="1909386" y="4870620"/>
            <a:ext cx="2370514"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Schule</a:t>
            </a:r>
            <a:endParaRPr lang="de-DE" sz="2800" b="1" dirty="0">
              <a:solidFill>
                <a:srgbClr val="254061"/>
              </a:solidFill>
            </a:endParaRPr>
          </a:p>
        </p:txBody>
      </p:sp>
      <p:sp>
        <p:nvSpPr>
          <p:cNvPr id="27" name="Rechteck 26">
            <a:extLst>
              <a:ext uri="{FF2B5EF4-FFF2-40B4-BE49-F238E27FC236}">
                <a16:creationId xmlns:a16="http://schemas.microsoft.com/office/drawing/2014/main" id="{8B0BB223-114B-9CFE-DEE9-21AE7F96A8E3}"/>
              </a:ext>
            </a:extLst>
          </p:cNvPr>
          <p:cNvSpPr/>
          <p:nvPr/>
        </p:nvSpPr>
        <p:spPr>
          <a:xfrm>
            <a:off x="1909386" y="5484717"/>
            <a:ext cx="2370514" cy="443938"/>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28" name="Rechteck 27">
            <a:extLst>
              <a:ext uri="{FF2B5EF4-FFF2-40B4-BE49-F238E27FC236}">
                <a16:creationId xmlns:a16="http://schemas.microsoft.com/office/drawing/2014/main" id="{D0B24D52-0A4F-19AE-5AB0-CAF0F7D44709}"/>
              </a:ext>
            </a:extLst>
          </p:cNvPr>
          <p:cNvSpPr/>
          <p:nvPr/>
        </p:nvSpPr>
        <p:spPr>
          <a:xfrm>
            <a:off x="1909386" y="5917924"/>
            <a:ext cx="2370514" cy="4954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29" name="Rechteck 28">
            <a:extLst>
              <a:ext uri="{FF2B5EF4-FFF2-40B4-BE49-F238E27FC236}">
                <a16:creationId xmlns:a16="http://schemas.microsoft.com/office/drawing/2014/main" id="{F245562F-7177-583A-E7AB-E40C72C4FC45}"/>
              </a:ext>
            </a:extLst>
          </p:cNvPr>
          <p:cNvSpPr/>
          <p:nvPr/>
        </p:nvSpPr>
        <p:spPr>
          <a:xfrm>
            <a:off x="7725986" y="4870620"/>
            <a:ext cx="2370514"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err="1">
                <a:solidFill>
                  <a:srgbClr val="254061"/>
                </a:solidFill>
              </a:rPr>
              <a:t>Kallenraum</a:t>
            </a:r>
            <a:endParaRPr lang="de-DE" sz="2800" b="1" dirty="0">
              <a:solidFill>
                <a:srgbClr val="254061"/>
              </a:solidFill>
            </a:endParaRPr>
          </a:p>
        </p:txBody>
      </p:sp>
      <p:sp>
        <p:nvSpPr>
          <p:cNvPr id="30" name="Rechteck 29">
            <a:extLst>
              <a:ext uri="{FF2B5EF4-FFF2-40B4-BE49-F238E27FC236}">
                <a16:creationId xmlns:a16="http://schemas.microsoft.com/office/drawing/2014/main" id="{0837E0F3-5662-B671-C60D-969FA00E5F92}"/>
              </a:ext>
            </a:extLst>
          </p:cNvPr>
          <p:cNvSpPr/>
          <p:nvPr/>
        </p:nvSpPr>
        <p:spPr>
          <a:xfrm>
            <a:off x="7725986" y="5484717"/>
            <a:ext cx="2370514" cy="443938"/>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31" name="Rechteck 30">
            <a:extLst>
              <a:ext uri="{FF2B5EF4-FFF2-40B4-BE49-F238E27FC236}">
                <a16:creationId xmlns:a16="http://schemas.microsoft.com/office/drawing/2014/main" id="{E26EC06C-6347-DAB7-97C3-D7AA55080D88}"/>
              </a:ext>
            </a:extLst>
          </p:cNvPr>
          <p:cNvSpPr/>
          <p:nvPr/>
        </p:nvSpPr>
        <p:spPr>
          <a:xfrm>
            <a:off x="7725986" y="5878413"/>
            <a:ext cx="2370514" cy="4954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cxnSp>
        <p:nvCxnSpPr>
          <p:cNvPr id="32" name="Gerader Verbinder 31">
            <a:extLst>
              <a:ext uri="{FF2B5EF4-FFF2-40B4-BE49-F238E27FC236}">
                <a16:creationId xmlns:a16="http://schemas.microsoft.com/office/drawing/2014/main" id="{7C1E8920-0C82-12EE-7A46-F2CE58CA78C8}"/>
              </a:ext>
            </a:extLst>
          </p:cNvPr>
          <p:cNvCxnSpPr>
            <a:cxnSpLocks/>
          </p:cNvCxnSpPr>
          <p:nvPr/>
        </p:nvCxnSpPr>
        <p:spPr>
          <a:xfrm flipH="1">
            <a:off x="4503737" y="5278525"/>
            <a:ext cx="3222249"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3" name="Raute 32">
            <a:extLst>
              <a:ext uri="{FF2B5EF4-FFF2-40B4-BE49-F238E27FC236}">
                <a16:creationId xmlns:a16="http://schemas.microsoft.com/office/drawing/2014/main" id="{39DB3536-FD12-A3EC-AE9F-2354DFD3A0B0}"/>
              </a:ext>
            </a:extLst>
          </p:cNvPr>
          <p:cNvSpPr/>
          <p:nvPr/>
        </p:nvSpPr>
        <p:spPr>
          <a:xfrm rot="10800000">
            <a:off x="4279900" y="5124946"/>
            <a:ext cx="447675" cy="295380"/>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6051379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5F85D2B-18F9-248B-C7D3-A468DE796779}"/>
              </a:ext>
            </a:extLst>
          </p:cNvPr>
          <p:cNvSpPr>
            <a:spLocks noGrp="1"/>
          </p:cNvSpPr>
          <p:nvPr>
            <p:ph type="title"/>
          </p:nvPr>
        </p:nvSpPr>
        <p:spPr/>
        <p:txBody>
          <a:bodyPr/>
          <a:lstStyle/>
          <a:p>
            <a:r>
              <a:rPr lang="de-DE" dirty="0" err="1"/>
              <a:t>Sprachkonstrukte</a:t>
            </a:r>
            <a:r>
              <a:rPr lang="de-DE" dirty="0"/>
              <a:t>: Aggregation</a:t>
            </a:r>
          </a:p>
        </p:txBody>
      </p:sp>
      <p:sp>
        <p:nvSpPr>
          <p:cNvPr id="4" name="Textplatzhalter 5">
            <a:extLst>
              <a:ext uri="{FF2B5EF4-FFF2-40B4-BE49-F238E27FC236}">
                <a16:creationId xmlns:a16="http://schemas.microsoft.com/office/drawing/2014/main" id="{9E313BD0-503F-F539-42DF-22DBE59F6679}"/>
              </a:ext>
            </a:extLst>
          </p:cNvPr>
          <p:cNvSpPr>
            <a:spLocks noGrp="1"/>
          </p:cNvSpPr>
          <p:nvPr>
            <p:ph type="body" sz="quarter" idx="12"/>
          </p:nvPr>
        </p:nvSpPr>
        <p:spPr>
          <a:xfrm>
            <a:off x="3390900" y="1511979"/>
            <a:ext cx="8334375" cy="1328177"/>
          </a:xfrm>
        </p:spPr>
        <p:txBody>
          <a:bodyPr/>
          <a:lstStyle/>
          <a:p>
            <a:pPr marL="0" indent="0">
              <a:lnSpc>
                <a:spcPct val="150000"/>
              </a:lnSpc>
              <a:buNone/>
            </a:pPr>
            <a:r>
              <a:rPr lang="de-DE" sz="2000" dirty="0">
                <a:latin typeface="+mn-lt"/>
              </a:rPr>
              <a:t>Eine </a:t>
            </a:r>
            <a:r>
              <a:rPr lang="de-DE" sz="2000" b="1" dirty="0">
                <a:solidFill>
                  <a:srgbClr val="FF9600"/>
                </a:solidFill>
                <a:latin typeface="+mn-lt"/>
              </a:rPr>
              <a:t>Aggregation (Aggregation) </a:t>
            </a:r>
            <a:r>
              <a:rPr lang="de-DE" sz="2000" dirty="0">
                <a:latin typeface="+mn-lt"/>
              </a:rPr>
              <a:t>ist eine Teil-Ganzes-Beziehung zwischen zwei Klassen in einem UML-Klassendiagramm. Dabei besteht das Ganze aus mehreren Teilen, die </a:t>
            </a:r>
            <a:r>
              <a:rPr lang="de-DE" sz="2000" b="1" dirty="0">
                <a:latin typeface="+mn-lt"/>
              </a:rPr>
              <a:t>Teile können aber auch ohne das Ganze existieren</a:t>
            </a:r>
            <a:r>
              <a:rPr lang="de-DE" sz="2000" dirty="0">
                <a:latin typeface="+mn-lt"/>
              </a:rPr>
              <a:t>.</a:t>
            </a:r>
          </a:p>
        </p:txBody>
      </p:sp>
      <p:sp>
        <p:nvSpPr>
          <p:cNvPr id="5" name="Textplatzhalter 5">
            <a:extLst>
              <a:ext uri="{FF2B5EF4-FFF2-40B4-BE49-F238E27FC236}">
                <a16:creationId xmlns:a16="http://schemas.microsoft.com/office/drawing/2014/main" id="{A91054F1-2D37-3EBC-2EA1-D35636003211}"/>
              </a:ext>
            </a:extLst>
          </p:cNvPr>
          <p:cNvSpPr txBox="1">
            <a:spLocks/>
          </p:cNvSpPr>
          <p:nvPr/>
        </p:nvSpPr>
        <p:spPr>
          <a:xfrm>
            <a:off x="412749" y="3420025"/>
            <a:ext cx="5060951" cy="3462224"/>
          </a:xfrm>
          <a:prstGeom prst="rect">
            <a:avLst/>
          </a:prstGeom>
        </p:spPr>
        <p:txBody>
          <a:bodyPr vert="horz" lIns="0" tIns="0" rIns="0" bIns="0" rtlCol="0">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tx1"/>
                </a:solidFill>
                <a:latin typeface="+mj-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tx1"/>
                </a:solidFill>
                <a:latin typeface="+mj-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a:buNone/>
            </a:pPr>
            <a:r>
              <a:rPr lang="de-DE" sz="1800" b="1" dirty="0">
                <a:solidFill>
                  <a:srgbClr val="254061"/>
                </a:solidFill>
                <a:latin typeface="+mn-lt"/>
              </a:rPr>
              <a:t>Merkmale von </a:t>
            </a:r>
            <a:r>
              <a:rPr lang="de-DE" sz="1800" b="1" dirty="0">
                <a:solidFill>
                  <a:srgbClr val="254061"/>
                </a:solidFill>
              </a:rPr>
              <a:t>Aggregation</a:t>
            </a:r>
            <a:endParaRPr lang="de-DE" sz="1800" b="1" dirty="0">
              <a:solidFill>
                <a:srgbClr val="254061"/>
              </a:solidFill>
              <a:latin typeface="+mn-lt"/>
            </a:endParaRPr>
          </a:p>
          <a:p>
            <a:pPr>
              <a:buFont typeface="Arial" panose="020B0604020202020204" pitchFamily="34" charset="0"/>
              <a:buChar char="•"/>
            </a:pPr>
            <a:r>
              <a:rPr lang="de-DE" sz="1800" dirty="0">
                <a:latin typeface="+mn-lt"/>
              </a:rPr>
              <a:t>Teil-Ganzes-Beziehung</a:t>
            </a:r>
          </a:p>
          <a:p>
            <a:pPr>
              <a:buFont typeface="Arial" panose="020B0604020202020204" pitchFamily="34" charset="0"/>
              <a:buChar char="•"/>
            </a:pPr>
            <a:r>
              <a:rPr lang="de-DE" sz="1800" b="1" dirty="0">
                <a:latin typeface="+mn-lt"/>
              </a:rPr>
              <a:t>Unabhängigkeit</a:t>
            </a:r>
            <a:r>
              <a:rPr lang="de-DE" sz="1800" dirty="0">
                <a:latin typeface="+mn-lt"/>
              </a:rPr>
              <a:t> der Teile</a:t>
            </a:r>
          </a:p>
          <a:p>
            <a:pPr>
              <a:buFont typeface="Arial" panose="020B0604020202020204" pitchFamily="34" charset="0"/>
              <a:buChar char="•"/>
            </a:pPr>
            <a:r>
              <a:rPr lang="de-DE" sz="1800" b="1" dirty="0">
                <a:latin typeface="+mn-lt"/>
              </a:rPr>
              <a:t>Weiße Raute befindet sich immer an der Seite des Ganzen.</a:t>
            </a:r>
          </a:p>
        </p:txBody>
      </p:sp>
      <p:sp>
        <p:nvSpPr>
          <p:cNvPr id="6" name="Textplatzhalter 5">
            <a:extLst>
              <a:ext uri="{FF2B5EF4-FFF2-40B4-BE49-F238E27FC236}">
                <a16:creationId xmlns:a16="http://schemas.microsoft.com/office/drawing/2014/main" id="{FB0F614D-E63E-A52B-2CF9-B3B29EE0DFC0}"/>
              </a:ext>
            </a:extLst>
          </p:cNvPr>
          <p:cNvSpPr txBox="1">
            <a:spLocks/>
          </p:cNvSpPr>
          <p:nvPr/>
        </p:nvSpPr>
        <p:spPr>
          <a:xfrm>
            <a:off x="6367506" y="3420025"/>
            <a:ext cx="5238751" cy="2556902"/>
          </a:xfrm>
          <a:prstGeom prst="rect">
            <a:avLst/>
          </a:prstGeom>
        </p:spPr>
        <p:txBody>
          <a:bodyPr vert="horz" lIns="0" tIns="0" rIns="0" bIns="0" rtlCol="0">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tx1"/>
                </a:solidFill>
                <a:latin typeface="+mj-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tx1"/>
                </a:solidFill>
                <a:latin typeface="+mj-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buNone/>
            </a:pPr>
            <a:r>
              <a:rPr lang="de-DE" sz="1800" b="1" dirty="0">
                <a:solidFill>
                  <a:srgbClr val="254061"/>
                </a:solidFill>
                <a:latin typeface="+mn-lt"/>
              </a:rPr>
              <a:t>Beispiele für Aggregation </a:t>
            </a:r>
          </a:p>
          <a:p>
            <a:pPr marL="0" indent="0">
              <a:buNone/>
            </a:pPr>
            <a:r>
              <a:rPr lang="de-DE" sz="1800" dirty="0">
                <a:latin typeface="+mn-lt"/>
              </a:rPr>
              <a:t>Person</a:t>
            </a:r>
          </a:p>
          <a:p>
            <a:pPr marL="0" indent="0">
              <a:buNone/>
            </a:pPr>
            <a:r>
              <a:rPr lang="de-DE" sz="1800" dirty="0">
                <a:latin typeface="+mn-lt"/>
              </a:rPr>
              <a:t>Auto</a:t>
            </a:r>
          </a:p>
          <a:p>
            <a:pPr marL="0" indent="0">
              <a:buNone/>
            </a:pPr>
            <a:r>
              <a:rPr lang="de-DE" sz="1800" dirty="0">
                <a:latin typeface="+mn-lt"/>
              </a:rPr>
              <a:t>Student</a:t>
            </a:r>
          </a:p>
          <a:p>
            <a:pPr marL="0" indent="0">
              <a:buNone/>
            </a:pPr>
            <a:r>
              <a:rPr lang="de-DE" sz="1800" dirty="0">
                <a:latin typeface="+mn-lt"/>
              </a:rPr>
              <a:t>Kunde</a:t>
            </a:r>
          </a:p>
          <a:p>
            <a:pPr marL="0" indent="0">
              <a:buNone/>
            </a:pPr>
            <a:r>
              <a:rPr lang="de-DE" sz="1800" dirty="0">
                <a:latin typeface="+mn-lt"/>
              </a:rPr>
              <a:t>Bankkonto</a:t>
            </a:r>
          </a:p>
          <a:p>
            <a:pPr marL="0" indent="0">
              <a:buNone/>
            </a:pPr>
            <a:r>
              <a:rPr lang="de-DE" sz="1800" dirty="0">
                <a:latin typeface="+mn-lt"/>
              </a:rPr>
              <a:t>Buch</a:t>
            </a:r>
            <a:endParaRPr lang="de-DE" sz="1800" b="1" dirty="0">
              <a:latin typeface="+mn-lt"/>
            </a:endParaRPr>
          </a:p>
        </p:txBody>
      </p:sp>
      <p:grpSp>
        <p:nvGrpSpPr>
          <p:cNvPr id="7" name="Gruppieren 6">
            <a:extLst>
              <a:ext uri="{FF2B5EF4-FFF2-40B4-BE49-F238E27FC236}">
                <a16:creationId xmlns:a16="http://schemas.microsoft.com/office/drawing/2014/main" id="{E5B6B68C-D2B3-937C-66A4-A62B24959E9A}"/>
              </a:ext>
            </a:extLst>
          </p:cNvPr>
          <p:cNvGrpSpPr/>
          <p:nvPr/>
        </p:nvGrpSpPr>
        <p:grpSpPr>
          <a:xfrm>
            <a:off x="734878" y="1914611"/>
            <a:ext cx="1996294" cy="522911"/>
            <a:chOff x="6372225" y="4627113"/>
            <a:chExt cx="1996294" cy="522911"/>
          </a:xfrm>
        </p:grpSpPr>
        <p:sp>
          <p:nvSpPr>
            <p:cNvPr id="8" name="Textfeld 7">
              <a:extLst>
                <a:ext uri="{FF2B5EF4-FFF2-40B4-BE49-F238E27FC236}">
                  <a16:creationId xmlns:a16="http://schemas.microsoft.com/office/drawing/2014/main" id="{5BD05B2C-14C5-21D3-D639-79F205A2F892}"/>
                </a:ext>
              </a:extLst>
            </p:cNvPr>
            <p:cNvSpPr txBox="1"/>
            <p:nvPr/>
          </p:nvSpPr>
          <p:spPr>
            <a:xfrm>
              <a:off x="6372225" y="4627113"/>
              <a:ext cx="1733137" cy="369332"/>
            </a:xfrm>
            <a:prstGeom prst="rect">
              <a:avLst/>
            </a:prstGeom>
            <a:noFill/>
          </p:spPr>
          <p:txBody>
            <a:bodyPr wrap="square">
              <a:spAutoFit/>
            </a:bodyPr>
            <a:lstStyle/>
            <a:p>
              <a:pPr marL="0" marR="0" indent="0" algn="l">
                <a:buNone/>
              </a:pPr>
              <a:r>
                <a:rPr lang="de-DE" b="1" i="0" dirty="0">
                  <a:solidFill>
                    <a:srgbClr val="012656"/>
                  </a:solidFill>
                  <a:effectLst/>
                </a:rPr>
                <a:t>Aggregation</a:t>
              </a:r>
              <a:r>
                <a:rPr lang="de-DE" b="1" i="0" dirty="0">
                  <a:solidFill>
                    <a:srgbClr val="101418"/>
                  </a:solidFill>
                  <a:effectLst/>
                </a:rPr>
                <a:t> </a:t>
              </a:r>
            </a:p>
          </p:txBody>
        </p:sp>
        <p:cxnSp>
          <p:nvCxnSpPr>
            <p:cNvPr id="9" name="Gerader Verbinder 8">
              <a:extLst>
                <a:ext uri="{FF2B5EF4-FFF2-40B4-BE49-F238E27FC236}">
                  <a16:creationId xmlns:a16="http://schemas.microsoft.com/office/drawing/2014/main" id="{05807847-E51C-08BE-C487-1D250EAE0226}"/>
                </a:ext>
              </a:extLst>
            </p:cNvPr>
            <p:cNvCxnSpPr/>
            <p:nvPr/>
          </p:nvCxnSpPr>
          <p:spPr>
            <a:xfrm>
              <a:off x="6467476" y="4996445"/>
              <a:ext cx="1677206"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0" name="Raute 9">
              <a:extLst>
                <a:ext uri="{FF2B5EF4-FFF2-40B4-BE49-F238E27FC236}">
                  <a16:creationId xmlns:a16="http://schemas.microsoft.com/office/drawing/2014/main" id="{C9C8C00B-6799-F6A5-E67C-D5BCED3295EF}"/>
                </a:ext>
              </a:extLst>
            </p:cNvPr>
            <p:cNvSpPr/>
            <p:nvPr/>
          </p:nvSpPr>
          <p:spPr>
            <a:xfrm>
              <a:off x="7920844" y="4854644"/>
              <a:ext cx="447675" cy="295380"/>
            </a:xfrm>
            <a:prstGeom prst="diamond">
              <a:avLst/>
            </a:prstGeom>
            <a:solidFill>
              <a:schemeClr val="bg1"/>
            </a:solidFill>
            <a:ln w="28575">
              <a:solidFill>
                <a:srgbClr val="254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Tree>
    <p:extLst>
      <p:ext uri="{BB962C8B-B14F-4D97-AF65-F5344CB8AC3E}">
        <p14:creationId xmlns:p14="http://schemas.microsoft.com/office/powerpoint/2010/main" val="22853819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C02B1B0-676F-3D06-C491-C9E979E967B2}"/>
              </a:ext>
            </a:extLst>
          </p:cNvPr>
          <p:cNvSpPr>
            <a:spLocks noGrp="1"/>
          </p:cNvSpPr>
          <p:nvPr>
            <p:ph type="title"/>
          </p:nvPr>
        </p:nvSpPr>
        <p:spPr/>
        <p:txBody>
          <a:bodyPr/>
          <a:lstStyle/>
          <a:p>
            <a:r>
              <a:rPr lang="de-DE" dirty="0"/>
              <a:t>Beispiel: Aggregation</a:t>
            </a:r>
          </a:p>
        </p:txBody>
      </p:sp>
      <p:sp>
        <p:nvSpPr>
          <p:cNvPr id="4" name="Rechteck 3">
            <a:extLst>
              <a:ext uri="{FF2B5EF4-FFF2-40B4-BE49-F238E27FC236}">
                <a16:creationId xmlns:a16="http://schemas.microsoft.com/office/drawing/2014/main" id="{5851DF90-857A-AB5E-7A17-10EF5C2F8385}"/>
              </a:ext>
            </a:extLst>
          </p:cNvPr>
          <p:cNvSpPr/>
          <p:nvPr/>
        </p:nvSpPr>
        <p:spPr>
          <a:xfrm>
            <a:off x="1718886" y="1229365"/>
            <a:ext cx="2370514"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Mannschaft </a:t>
            </a:r>
            <a:endParaRPr lang="de-DE" sz="2800" b="1" dirty="0">
              <a:solidFill>
                <a:srgbClr val="254061"/>
              </a:solidFill>
            </a:endParaRPr>
          </a:p>
        </p:txBody>
      </p:sp>
      <p:sp>
        <p:nvSpPr>
          <p:cNvPr id="5" name="Rechteck 4">
            <a:extLst>
              <a:ext uri="{FF2B5EF4-FFF2-40B4-BE49-F238E27FC236}">
                <a16:creationId xmlns:a16="http://schemas.microsoft.com/office/drawing/2014/main" id="{2B301653-4195-3412-5525-46A359E02F5E}"/>
              </a:ext>
            </a:extLst>
          </p:cNvPr>
          <p:cNvSpPr/>
          <p:nvPr/>
        </p:nvSpPr>
        <p:spPr>
          <a:xfrm>
            <a:off x="1718886" y="1843462"/>
            <a:ext cx="2370514" cy="443938"/>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6" name="Rechteck 5">
            <a:extLst>
              <a:ext uri="{FF2B5EF4-FFF2-40B4-BE49-F238E27FC236}">
                <a16:creationId xmlns:a16="http://schemas.microsoft.com/office/drawing/2014/main" id="{01A667C0-B140-78F4-C327-2A3B24FA196C}"/>
              </a:ext>
            </a:extLst>
          </p:cNvPr>
          <p:cNvSpPr/>
          <p:nvPr/>
        </p:nvSpPr>
        <p:spPr>
          <a:xfrm>
            <a:off x="1718886" y="2276669"/>
            <a:ext cx="2370514" cy="4954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7" name="Rechteck 6">
            <a:extLst>
              <a:ext uri="{FF2B5EF4-FFF2-40B4-BE49-F238E27FC236}">
                <a16:creationId xmlns:a16="http://schemas.microsoft.com/office/drawing/2014/main" id="{4749A496-71CC-23AA-6135-D34AFEC0FD65}"/>
              </a:ext>
            </a:extLst>
          </p:cNvPr>
          <p:cNvSpPr/>
          <p:nvPr/>
        </p:nvSpPr>
        <p:spPr>
          <a:xfrm>
            <a:off x="7535486" y="1229365"/>
            <a:ext cx="2370514"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Spieler</a:t>
            </a:r>
            <a:endParaRPr lang="de-DE" sz="2800" b="1" dirty="0">
              <a:solidFill>
                <a:srgbClr val="254061"/>
              </a:solidFill>
            </a:endParaRPr>
          </a:p>
        </p:txBody>
      </p:sp>
      <p:sp>
        <p:nvSpPr>
          <p:cNvPr id="8" name="Rechteck 7">
            <a:extLst>
              <a:ext uri="{FF2B5EF4-FFF2-40B4-BE49-F238E27FC236}">
                <a16:creationId xmlns:a16="http://schemas.microsoft.com/office/drawing/2014/main" id="{06B048DE-AEA9-776D-3691-B6136E6446EE}"/>
              </a:ext>
            </a:extLst>
          </p:cNvPr>
          <p:cNvSpPr/>
          <p:nvPr/>
        </p:nvSpPr>
        <p:spPr>
          <a:xfrm>
            <a:off x="7535486" y="1843462"/>
            <a:ext cx="2370514" cy="443938"/>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9" name="Rechteck 8">
            <a:extLst>
              <a:ext uri="{FF2B5EF4-FFF2-40B4-BE49-F238E27FC236}">
                <a16:creationId xmlns:a16="http://schemas.microsoft.com/office/drawing/2014/main" id="{200DD72E-BA6E-9CB7-CE35-CC830830B41A}"/>
              </a:ext>
            </a:extLst>
          </p:cNvPr>
          <p:cNvSpPr/>
          <p:nvPr/>
        </p:nvSpPr>
        <p:spPr>
          <a:xfrm>
            <a:off x="7535486" y="2237158"/>
            <a:ext cx="2370514" cy="4954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cxnSp>
        <p:nvCxnSpPr>
          <p:cNvPr id="12" name="Gerader Verbinder 11">
            <a:extLst>
              <a:ext uri="{FF2B5EF4-FFF2-40B4-BE49-F238E27FC236}">
                <a16:creationId xmlns:a16="http://schemas.microsoft.com/office/drawing/2014/main" id="{9F0322F9-ACC8-C635-5683-138203F23F38}"/>
              </a:ext>
            </a:extLst>
          </p:cNvPr>
          <p:cNvCxnSpPr>
            <a:cxnSpLocks/>
          </p:cNvCxnSpPr>
          <p:nvPr/>
        </p:nvCxnSpPr>
        <p:spPr>
          <a:xfrm>
            <a:off x="4313237" y="1566748"/>
            <a:ext cx="3222249"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3" name="Raute 12">
            <a:extLst>
              <a:ext uri="{FF2B5EF4-FFF2-40B4-BE49-F238E27FC236}">
                <a16:creationId xmlns:a16="http://schemas.microsoft.com/office/drawing/2014/main" id="{083B3463-1F64-6306-6894-23822C07CB3F}"/>
              </a:ext>
            </a:extLst>
          </p:cNvPr>
          <p:cNvSpPr/>
          <p:nvPr/>
        </p:nvSpPr>
        <p:spPr>
          <a:xfrm>
            <a:off x="4089400" y="1409926"/>
            <a:ext cx="447675" cy="295380"/>
          </a:xfrm>
          <a:prstGeom prst="diamond">
            <a:avLst/>
          </a:prstGeom>
          <a:solidFill>
            <a:schemeClr val="bg1"/>
          </a:solidFill>
          <a:ln w="28575">
            <a:solidFill>
              <a:srgbClr val="254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5" name="Rechteck 14">
            <a:extLst>
              <a:ext uri="{FF2B5EF4-FFF2-40B4-BE49-F238E27FC236}">
                <a16:creationId xmlns:a16="http://schemas.microsoft.com/office/drawing/2014/main" id="{13BA69B6-FA37-1F01-E61C-DF5335DD08F0}"/>
              </a:ext>
            </a:extLst>
          </p:cNvPr>
          <p:cNvSpPr/>
          <p:nvPr/>
        </p:nvSpPr>
        <p:spPr>
          <a:xfrm>
            <a:off x="1718886" y="3011945"/>
            <a:ext cx="2370514"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Bibliothek</a:t>
            </a:r>
            <a:r>
              <a:rPr lang="de-DE" sz="2400" dirty="0"/>
              <a:t> </a:t>
            </a:r>
            <a:r>
              <a:rPr lang="de-DE" sz="2400" b="1" dirty="0">
                <a:solidFill>
                  <a:srgbClr val="254061"/>
                </a:solidFill>
              </a:rPr>
              <a:t> </a:t>
            </a:r>
            <a:endParaRPr lang="de-DE" sz="2800" b="1" dirty="0">
              <a:solidFill>
                <a:srgbClr val="254061"/>
              </a:solidFill>
            </a:endParaRPr>
          </a:p>
        </p:txBody>
      </p:sp>
      <p:sp>
        <p:nvSpPr>
          <p:cNvPr id="16" name="Rechteck 15">
            <a:extLst>
              <a:ext uri="{FF2B5EF4-FFF2-40B4-BE49-F238E27FC236}">
                <a16:creationId xmlns:a16="http://schemas.microsoft.com/office/drawing/2014/main" id="{455850A4-B83B-138E-D45F-69745B352BDE}"/>
              </a:ext>
            </a:extLst>
          </p:cNvPr>
          <p:cNvSpPr/>
          <p:nvPr/>
        </p:nvSpPr>
        <p:spPr>
          <a:xfrm>
            <a:off x="1718886" y="3626042"/>
            <a:ext cx="2370514" cy="443938"/>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17" name="Rechteck 16">
            <a:extLst>
              <a:ext uri="{FF2B5EF4-FFF2-40B4-BE49-F238E27FC236}">
                <a16:creationId xmlns:a16="http://schemas.microsoft.com/office/drawing/2014/main" id="{C110E130-BBD4-63A8-9C89-62BF8A1665D7}"/>
              </a:ext>
            </a:extLst>
          </p:cNvPr>
          <p:cNvSpPr/>
          <p:nvPr/>
        </p:nvSpPr>
        <p:spPr>
          <a:xfrm>
            <a:off x="1718886" y="4059249"/>
            <a:ext cx="2370514" cy="4954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18" name="Rechteck 17">
            <a:extLst>
              <a:ext uri="{FF2B5EF4-FFF2-40B4-BE49-F238E27FC236}">
                <a16:creationId xmlns:a16="http://schemas.microsoft.com/office/drawing/2014/main" id="{5519C08A-7291-D106-DD22-7375B5B942CA}"/>
              </a:ext>
            </a:extLst>
          </p:cNvPr>
          <p:cNvSpPr/>
          <p:nvPr/>
        </p:nvSpPr>
        <p:spPr>
          <a:xfrm>
            <a:off x="7535486" y="3011945"/>
            <a:ext cx="2370514"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Buch</a:t>
            </a:r>
            <a:endParaRPr lang="de-DE" sz="2800" b="1" dirty="0">
              <a:solidFill>
                <a:srgbClr val="254061"/>
              </a:solidFill>
            </a:endParaRPr>
          </a:p>
        </p:txBody>
      </p:sp>
      <p:sp>
        <p:nvSpPr>
          <p:cNvPr id="19" name="Rechteck 18">
            <a:extLst>
              <a:ext uri="{FF2B5EF4-FFF2-40B4-BE49-F238E27FC236}">
                <a16:creationId xmlns:a16="http://schemas.microsoft.com/office/drawing/2014/main" id="{2F425B02-0C5C-D0B2-CF2A-5953A079B4CE}"/>
              </a:ext>
            </a:extLst>
          </p:cNvPr>
          <p:cNvSpPr/>
          <p:nvPr/>
        </p:nvSpPr>
        <p:spPr>
          <a:xfrm>
            <a:off x="7535486" y="3626042"/>
            <a:ext cx="2370514" cy="443938"/>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20" name="Rechteck 19">
            <a:extLst>
              <a:ext uri="{FF2B5EF4-FFF2-40B4-BE49-F238E27FC236}">
                <a16:creationId xmlns:a16="http://schemas.microsoft.com/office/drawing/2014/main" id="{13F86E91-EF9D-5E46-D2AA-0060E24EBEF5}"/>
              </a:ext>
            </a:extLst>
          </p:cNvPr>
          <p:cNvSpPr/>
          <p:nvPr/>
        </p:nvSpPr>
        <p:spPr>
          <a:xfrm>
            <a:off x="7535486" y="4019738"/>
            <a:ext cx="2370514" cy="4954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cxnSp>
        <p:nvCxnSpPr>
          <p:cNvPr id="21" name="Gerader Verbinder 20">
            <a:extLst>
              <a:ext uri="{FF2B5EF4-FFF2-40B4-BE49-F238E27FC236}">
                <a16:creationId xmlns:a16="http://schemas.microsoft.com/office/drawing/2014/main" id="{07973B8B-E0C1-4143-7C6D-E1579C9C10FD}"/>
              </a:ext>
            </a:extLst>
          </p:cNvPr>
          <p:cNvCxnSpPr>
            <a:cxnSpLocks/>
          </p:cNvCxnSpPr>
          <p:nvPr/>
        </p:nvCxnSpPr>
        <p:spPr>
          <a:xfrm>
            <a:off x="4313237" y="3349328"/>
            <a:ext cx="3222249"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2" name="Raute 21">
            <a:extLst>
              <a:ext uri="{FF2B5EF4-FFF2-40B4-BE49-F238E27FC236}">
                <a16:creationId xmlns:a16="http://schemas.microsoft.com/office/drawing/2014/main" id="{DAC09E32-4670-AF7F-360E-56B35F0E080F}"/>
              </a:ext>
            </a:extLst>
          </p:cNvPr>
          <p:cNvSpPr/>
          <p:nvPr/>
        </p:nvSpPr>
        <p:spPr>
          <a:xfrm>
            <a:off x="4089400" y="3192506"/>
            <a:ext cx="447675" cy="295380"/>
          </a:xfrm>
          <a:prstGeom prst="diamond">
            <a:avLst/>
          </a:prstGeom>
          <a:solidFill>
            <a:schemeClr val="bg1"/>
          </a:solidFill>
          <a:ln w="28575">
            <a:solidFill>
              <a:srgbClr val="254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3" name="Rechteck 22">
            <a:extLst>
              <a:ext uri="{FF2B5EF4-FFF2-40B4-BE49-F238E27FC236}">
                <a16:creationId xmlns:a16="http://schemas.microsoft.com/office/drawing/2014/main" id="{574311F4-D340-C979-86D5-5B66DDB6EB1C}"/>
              </a:ext>
            </a:extLst>
          </p:cNvPr>
          <p:cNvSpPr/>
          <p:nvPr/>
        </p:nvSpPr>
        <p:spPr>
          <a:xfrm>
            <a:off x="1718886" y="4899792"/>
            <a:ext cx="2370514"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Firma  </a:t>
            </a:r>
            <a:endParaRPr lang="de-DE" sz="2800" b="1" dirty="0">
              <a:solidFill>
                <a:srgbClr val="254061"/>
              </a:solidFill>
            </a:endParaRPr>
          </a:p>
        </p:txBody>
      </p:sp>
      <p:sp>
        <p:nvSpPr>
          <p:cNvPr id="24" name="Rechteck 23">
            <a:extLst>
              <a:ext uri="{FF2B5EF4-FFF2-40B4-BE49-F238E27FC236}">
                <a16:creationId xmlns:a16="http://schemas.microsoft.com/office/drawing/2014/main" id="{61B7E3E8-C88D-3299-448D-6FBB2E26DA2A}"/>
              </a:ext>
            </a:extLst>
          </p:cNvPr>
          <p:cNvSpPr/>
          <p:nvPr/>
        </p:nvSpPr>
        <p:spPr>
          <a:xfrm>
            <a:off x="1718886" y="5513889"/>
            <a:ext cx="2370514" cy="443938"/>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25" name="Rechteck 24">
            <a:extLst>
              <a:ext uri="{FF2B5EF4-FFF2-40B4-BE49-F238E27FC236}">
                <a16:creationId xmlns:a16="http://schemas.microsoft.com/office/drawing/2014/main" id="{DF0CDD76-D3A8-B18F-29D3-E812BC7F7BE2}"/>
              </a:ext>
            </a:extLst>
          </p:cNvPr>
          <p:cNvSpPr/>
          <p:nvPr/>
        </p:nvSpPr>
        <p:spPr>
          <a:xfrm>
            <a:off x="1718886" y="5947096"/>
            <a:ext cx="2370514" cy="4954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26" name="Rechteck 25">
            <a:extLst>
              <a:ext uri="{FF2B5EF4-FFF2-40B4-BE49-F238E27FC236}">
                <a16:creationId xmlns:a16="http://schemas.microsoft.com/office/drawing/2014/main" id="{C0A206F8-8C5B-D477-A11B-8C93C34E2B4A}"/>
              </a:ext>
            </a:extLst>
          </p:cNvPr>
          <p:cNvSpPr/>
          <p:nvPr/>
        </p:nvSpPr>
        <p:spPr>
          <a:xfrm>
            <a:off x="7535486" y="4899792"/>
            <a:ext cx="2370514"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Mitarbeiter</a:t>
            </a:r>
            <a:endParaRPr lang="de-DE" sz="2800" b="1" dirty="0">
              <a:solidFill>
                <a:srgbClr val="254061"/>
              </a:solidFill>
            </a:endParaRPr>
          </a:p>
        </p:txBody>
      </p:sp>
      <p:sp>
        <p:nvSpPr>
          <p:cNvPr id="27" name="Rechteck 26">
            <a:extLst>
              <a:ext uri="{FF2B5EF4-FFF2-40B4-BE49-F238E27FC236}">
                <a16:creationId xmlns:a16="http://schemas.microsoft.com/office/drawing/2014/main" id="{4BE52953-D835-7E31-B036-37D8D3C4A485}"/>
              </a:ext>
            </a:extLst>
          </p:cNvPr>
          <p:cNvSpPr/>
          <p:nvPr/>
        </p:nvSpPr>
        <p:spPr>
          <a:xfrm>
            <a:off x="7535486" y="5513889"/>
            <a:ext cx="2370514" cy="443938"/>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28" name="Rechteck 27">
            <a:extLst>
              <a:ext uri="{FF2B5EF4-FFF2-40B4-BE49-F238E27FC236}">
                <a16:creationId xmlns:a16="http://schemas.microsoft.com/office/drawing/2014/main" id="{CF815E4D-9367-FCE5-6DE5-A066A014810D}"/>
              </a:ext>
            </a:extLst>
          </p:cNvPr>
          <p:cNvSpPr/>
          <p:nvPr/>
        </p:nvSpPr>
        <p:spPr>
          <a:xfrm>
            <a:off x="7535486" y="5907585"/>
            <a:ext cx="2370514" cy="4954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cxnSp>
        <p:nvCxnSpPr>
          <p:cNvPr id="29" name="Gerader Verbinder 28">
            <a:extLst>
              <a:ext uri="{FF2B5EF4-FFF2-40B4-BE49-F238E27FC236}">
                <a16:creationId xmlns:a16="http://schemas.microsoft.com/office/drawing/2014/main" id="{D25711E5-040D-820C-D0A8-4038F1F7E4DD}"/>
              </a:ext>
            </a:extLst>
          </p:cNvPr>
          <p:cNvCxnSpPr>
            <a:cxnSpLocks/>
          </p:cNvCxnSpPr>
          <p:nvPr/>
        </p:nvCxnSpPr>
        <p:spPr>
          <a:xfrm>
            <a:off x="4313237" y="5237175"/>
            <a:ext cx="3222249"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0" name="Raute 29">
            <a:extLst>
              <a:ext uri="{FF2B5EF4-FFF2-40B4-BE49-F238E27FC236}">
                <a16:creationId xmlns:a16="http://schemas.microsoft.com/office/drawing/2014/main" id="{7505DB64-C965-D6B6-0EB3-2577098CD885}"/>
              </a:ext>
            </a:extLst>
          </p:cNvPr>
          <p:cNvSpPr/>
          <p:nvPr/>
        </p:nvSpPr>
        <p:spPr>
          <a:xfrm>
            <a:off x="4089400" y="5080353"/>
            <a:ext cx="447675" cy="295380"/>
          </a:xfrm>
          <a:prstGeom prst="diamond">
            <a:avLst/>
          </a:prstGeom>
          <a:solidFill>
            <a:schemeClr val="bg1"/>
          </a:solidFill>
          <a:ln w="28575">
            <a:solidFill>
              <a:srgbClr val="254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5124706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987BBF-1315-C3E7-F60C-954955EC6B7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052F797-EFC1-3075-CCEC-D1BBF9816689}"/>
              </a:ext>
            </a:extLst>
          </p:cNvPr>
          <p:cNvSpPr>
            <a:spLocks noGrp="1"/>
          </p:cNvSpPr>
          <p:nvPr>
            <p:ph type="title"/>
          </p:nvPr>
        </p:nvSpPr>
        <p:spPr/>
        <p:txBody>
          <a:bodyPr/>
          <a:lstStyle/>
          <a:p>
            <a:r>
              <a:rPr lang="de-DE" dirty="0"/>
              <a:t>Beispiel: Aggregation</a:t>
            </a:r>
          </a:p>
        </p:txBody>
      </p:sp>
      <p:sp>
        <p:nvSpPr>
          <p:cNvPr id="4" name="Rechteck 3">
            <a:extLst>
              <a:ext uri="{FF2B5EF4-FFF2-40B4-BE49-F238E27FC236}">
                <a16:creationId xmlns:a16="http://schemas.microsoft.com/office/drawing/2014/main" id="{D9E32EC5-B6C7-59C0-B7D5-686C9BB0247B}"/>
              </a:ext>
            </a:extLst>
          </p:cNvPr>
          <p:cNvSpPr/>
          <p:nvPr/>
        </p:nvSpPr>
        <p:spPr>
          <a:xfrm>
            <a:off x="1718886" y="1229365"/>
            <a:ext cx="2370514"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Universität</a:t>
            </a:r>
            <a:r>
              <a:rPr lang="de-DE" sz="2400" dirty="0"/>
              <a:t> </a:t>
            </a:r>
            <a:r>
              <a:rPr lang="de-DE" sz="2400" b="1" dirty="0">
                <a:solidFill>
                  <a:srgbClr val="254061"/>
                </a:solidFill>
              </a:rPr>
              <a:t> </a:t>
            </a:r>
            <a:endParaRPr lang="de-DE" sz="2800" b="1" dirty="0">
              <a:solidFill>
                <a:srgbClr val="254061"/>
              </a:solidFill>
            </a:endParaRPr>
          </a:p>
        </p:txBody>
      </p:sp>
      <p:sp>
        <p:nvSpPr>
          <p:cNvPr id="5" name="Rechteck 4">
            <a:extLst>
              <a:ext uri="{FF2B5EF4-FFF2-40B4-BE49-F238E27FC236}">
                <a16:creationId xmlns:a16="http://schemas.microsoft.com/office/drawing/2014/main" id="{0FB86D0B-6363-53DE-8F77-5568E2D5898D}"/>
              </a:ext>
            </a:extLst>
          </p:cNvPr>
          <p:cNvSpPr/>
          <p:nvPr/>
        </p:nvSpPr>
        <p:spPr>
          <a:xfrm>
            <a:off x="1718886" y="1843462"/>
            <a:ext cx="2370514" cy="443938"/>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6" name="Rechteck 5">
            <a:extLst>
              <a:ext uri="{FF2B5EF4-FFF2-40B4-BE49-F238E27FC236}">
                <a16:creationId xmlns:a16="http://schemas.microsoft.com/office/drawing/2014/main" id="{3ABB17DE-37FA-D25E-D93C-D559DC9E180A}"/>
              </a:ext>
            </a:extLst>
          </p:cNvPr>
          <p:cNvSpPr/>
          <p:nvPr/>
        </p:nvSpPr>
        <p:spPr>
          <a:xfrm>
            <a:off x="1718886" y="2276669"/>
            <a:ext cx="2370514" cy="4954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7" name="Rechteck 6">
            <a:extLst>
              <a:ext uri="{FF2B5EF4-FFF2-40B4-BE49-F238E27FC236}">
                <a16:creationId xmlns:a16="http://schemas.microsoft.com/office/drawing/2014/main" id="{7B4649A2-43E3-5036-C9DE-6E061179C9C2}"/>
              </a:ext>
            </a:extLst>
          </p:cNvPr>
          <p:cNvSpPr/>
          <p:nvPr/>
        </p:nvSpPr>
        <p:spPr>
          <a:xfrm>
            <a:off x="7535486" y="1229365"/>
            <a:ext cx="2370514"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Professor</a:t>
            </a:r>
            <a:endParaRPr lang="de-DE" sz="2800" b="1" dirty="0">
              <a:solidFill>
                <a:srgbClr val="254061"/>
              </a:solidFill>
            </a:endParaRPr>
          </a:p>
        </p:txBody>
      </p:sp>
      <p:sp>
        <p:nvSpPr>
          <p:cNvPr id="8" name="Rechteck 7">
            <a:extLst>
              <a:ext uri="{FF2B5EF4-FFF2-40B4-BE49-F238E27FC236}">
                <a16:creationId xmlns:a16="http://schemas.microsoft.com/office/drawing/2014/main" id="{8A01AC28-15B8-5D76-945E-D4FE7E537CB8}"/>
              </a:ext>
            </a:extLst>
          </p:cNvPr>
          <p:cNvSpPr/>
          <p:nvPr/>
        </p:nvSpPr>
        <p:spPr>
          <a:xfrm>
            <a:off x="7535486" y="1843462"/>
            <a:ext cx="2370514" cy="443938"/>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9" name="Rechteck 8">
            <a:extLst>
              <a:ext uri="{FF2B5EF4-FFF2-40B4-BE49-F238E27FC236}">
                <a16:creationId xmlns:a16="http://schemas.microsoft.com/office/drawing/2014/main" id="{0E6EDFF1-6A9F-58CF-F35C-F170FCE7A185}"/>
              </a:ext>
            </a:extLst>
          </p:cNvPr>
          <p:cNvSpPr/>
          <p:nvPr/>
        </p:nvSpPr>
        <p:spPr>
          <a:xfrm>
            <a:off x="7535486" y="2237158"/>
            <a:ext cx="2370514" cy="4954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cxnSp>
        <p:nvCxnSpPr>
          <p:cNvPr id="12" name="Gerader Verbinder 11">
            <a:extLst>
              <a:ext uri="{FF2B5EF4-FFF2-40B4-BE49-F238E27FC236}">
                <a16:creationId xmlns:a16="http://schemas.microsoft.com/office/drawing/2014/main" id="{B4044990-6FA0-A424-7CEF-ABF8A21C42C2}"/>
              </a:ext>
            </a:extLst>
          </p:cNvPr>
          <p:cNvCxnSpPr>
            <a:cxnSpLocks/>
          </p:cNvCxnSpPr>
          <p:nvPr/>
        </p:nvCxnSpPr>
        <p:spPr>
          <a:xfrm>
            <a:off x="4313237" y="1566748"/>
            <a:ext cx="3222249"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3" name="Raute 12">
            <a:extLst>
              <a:ext uri="{FF2B5EF4-FFF2-40B4-BE49-F238E27FC236}">
                <a16:creationId xmlns:a16="http://schemas.microsoft.com/office/drawing/2014/main" id="{718FB97B-22BF-50E0-F1D9-BA02D57E838B}"/>
              </a:ext>
            </a:extLst>
          </p:cNvPr>
          <p:cNvSpPr/>
          <p:nvPr/>
        </p:nvSpPr>
        <p:spPr>
          <a:xfrm>
            <a:off x="4089400" y="1409926"/>
            <a:ext cx="447675" cy="295380"/>
          </a:xfrm>
          <a:prstGeom prst="diamond">
            <a:avLst/>
          </a:prstGeom>
          <a:solidFill>
            <a:schemeClr val="bg1"/>
          </a:solidFill>
          <a:ln w="28575">
            <a:solidFill>
              <a:srgbClr val="254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Rechteck 2">
            <a:extLst>
              <a:ext uri="{FF2B5EF4-FFF2-40B4-BE49-F238E27FC236}">
                <a16:creationId xmlns:a16="http://schemas.microsoft.com/office/drawing/2014/main" id="{147E77F7-6905-075A-2EB8-965FF16521BC}"/>
              </a:ext>
            </a:extLst>
          </p:cNvPr>
          <p:cNvSpPr/>
          <p:nvPr/>
        </p:nvSpPr>
        <p:spPr>
          <a:xfrm>
            <a:off x="1718886" y="3027894"/>
            <a:ext cx="2370514"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Schule</a:t>
            </a:r>
            <a:r>
              <a:rPr lang="de-DE" sz="2400" dirty="0"/>
              <a:t>  </a:t>
            </a:r>
            <a:r>
              <a:rPr lang="de-DE" sz="2400" b="1" dirty="0">
                <a:solidFill>
                  <a:srgbClr val="254061"/>
                </a:solidFill>
              </a:rPr>
              <a:t> </a:t>
            </a:r>
            <a:endParaRPr lang="de-DE" sz="2800" b="1" dirty="0">
              <a:solidFill>
                <a:srgbClr val="254061"/>
              </a:solidFill>
            </a:endParaRPr>
          </a:p>
        </p:txBody>
      </p:sp>
      <p:sp>
        <p:nvSpPr>
          <p:cNvPr id="10" name="Rechteck 9">
            <a:extLst>
              <a:ext uri="{FF2B5EF4-FFF2-40B4-BE49-F238E27FC236}">
                <a16:creationId xmlns:a16="http://schemas.microsoft.com/office/drawing/2014/main" id="{0ED08F23-B2FD-0C01-CED9-0474DE612950}"/>
              </a:ext>
            </a:extLst>
          </p:cNvPr>
          <p:cNvSpPr/>
          <p:nvPr/>
        </p:nvSpPr>
        <p:spPr>
          <a:xfrm>
            <a:off x="1718886" y="3641991"/>
            <a:ext cx="2370514" cy="443938"/>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11" name="Rechteck 10">
            <a:extLst>
              <a:ext uri="{FF2B5EF4-FFF2-40B4-BE49-F238E27FC236}">
                <a16:creationId xmlns:a16="http://schemas.microsoft.com/office/drawing/2014/main" id="{52EAFF02-73D2-E9B4-1E66-E0E545ED27A4}"/>
              </a:ext>
            </a:extLst>
          </p:cNvPr>
          <p:cNvSpPr/>
          <p:nvPr/>
        </p:nvSpPr>
        <p:spPr>
          <a:xfrm>
            <a:off x="1718886" y="4075198"/>
            <a:ext cx="2370514" cy="4954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14" name="Rechteck 13">
            <a:extLst>
              <a:ext uri="{FF2B5EF4-FFF2-40B4-BE49-F238E27FC236}">
                <a16:creationId xmlns:a16="http://schemas.microsoft.com/office/drawing/2014/main" id="{4C3D320B-A346-0EF9-0BA0-F2CC449A024C}"/>
              </a:ext>
            </a:extLst>
          </p:cNvPr>
          <p:cNvSpPr/>
          <p:nvPr/>
        </p:nvSpPr>
        <p:spPr>
          <a:xfrm>
            <a:off x="7535486" y="3027894"/>
            <a:ext cx="2370514"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Lehrer</a:t>
            </a:r>
            <a:endParaRPr lang="de-DE" sz="2800" b="1" dirty="0">
              <a:solidFill>
                <a:srgbClr val="254061"/>
              </a:solidFill>
            </a:endParaRPr>
          </a:p>
        </p:txBody>
      </p:sp>
      <p:sp>
        <p:nvSpPr>
          <p:cNvPr id="31" name="Rechteck 30">
            <a:extLst>
              <a:ext uri="{FF2B5EF4-FFF2-40B4-BE49-F238E27FC236}">
                <a16:creationId xmlns:a16="http://schemas.microsoft.com/office/drawing/2014/main" id="{B36FF32B-D59E-380C-5EAB-9912CE3C67A9}"/>
              </a:ext>
            </a:extLst>
          </p:cNvPr>
          <p:cNvSpPr/>
          <p:nvPr/>
        </p:nvSpPr>
        <p:spPr>
          <a:xfrm>
            <a:off x="7535486" y="3641991"/>
            <a:ext cx="2370514" cy="443938"/>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32" name="Rechteck 31">
            <a:extLst>
              <a:ext uri="{FF2B5EF4-FFF2-40B4-BE49-F238E27FC236}">
                <a16:creationId xmlns:a16="http://schemas.microsoft.com/office/drawing/2014/main" id="{41B40B69-47E5-8A7B-26BB-CF768443F8D7}"/>
              </a:ext>
            </a:extLst>
          </p:cNvPr>
          <p:cNvSpPr/>
          <p:nvPr/>
        </p:nvSpPr>
        <p:spPr>
          <a:xfrm>
            <a:off x="7535486" y="4035687"/>
            <a:ext cx="2370514" cy="4954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cxnSp>
        <p:nvCxnSpPr>
          <p:cNvPr id="33" name="Gerader Verbinder 32">
            <a:extLst>
              <a:ext uri="{FF2B5EF4-FFF2-40B4-BE49-F238E27FC236}">
                <a16:creationId xmlns:a16="http://schemas.microsoft.com/office/drawing/2014/main" id="{1DCF1E6B-7AA4-51DB-2DC9-149BF45A66A3}"/>
              </a:ext>
            </a:extLst>
          </p:cNvPr>
          <p:cNvCxnSpPr>
            <a:cxnSpLocks/>
          </p:cNvCxnSpPr>
          <p:nvPr/>
        </p:nvCxnSpPr>
        <p:spPr>
          <a:xfrm>
            <a:off x="4313237" y="3365277"/>
            <a:ext cx="3222249"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4" name="Raute 33">
            <a:extLst>
              <a:ext uri="{FF2B5EF4-FFF2-40B4-BE49-F238E27FC236}">
                <a16:creationId xmlns:a16="http://schemas.microsoft.com/office/drawing/2014/main" id="{EB1E13C3-9C74-1216-9077-70107753DF2F}"/>
              </a:ext>
            </a:extLst>
          </p:cNvPr>
          <p:cNvSpPr/>
          <p:nvPr/>
        </p:nvSpPr>
        <p:spPr>
          <a:xfrm>
            <a:off x="4089400" y="3208455"/>
            <a:ext cx="447675" cy="295380"/>
          </a:xfrm>
          <a:prstGeom prst="diamond">
            <a:avLst/>
          </a:prstGeom>
          <a:solidFill>
            <a:schemeClr val="bg1"/>
          </a:solidFill>
          <a:ln w="28575">
            <a:solidFill>
              <a:srgbClr val="254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5" name="Rechteck 34">
            <a:extLst>
              <a:ext uri="{FF2B5EF4-FFF2-40B4-BE49-F238E27FC236}">
                <a16:creationId xmlns:a16="http://schemas.microsoft.com/office/drawing/2014/main" id="{01C83A45-40B4-751B-E1C0-E50003356066}"/>
              </a:ext>
            </a:extLst>
          </p:cNvPr>
          <p:cNvSpPr/>
          <p:nvPr/>
        </p:nvSpPr>
        <p:spPr>
          <a:xfrm>
            <a:off x="1718886" y="4824932"/>
            <a:ext cx="2370514"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Musikband</a:t>
            </a:r>
            <a:r>
              <a:rPr lang="de-DE" sz="2400" dirty="0"/>
              <a:t>  </a:t>
            </a:r>
            <a:r>
              <a:rPr lang="de-DE" sz="2400" b="1" dirty="0">
                <a:solidFill>
                  <a:srgbClr val="254061"/>
                </a:solidFill>
              </a:rPr>
              <a:t> </a:t>
            </a:r>
            <a:endParaRPr lang="de-DE" sz="2800" b="1" dirty="0">
              <a:solidFill>
                <a:srgbClr val="254061"/>
              </a:solidFill>
            </a:endParaRPr>
          </a:p>
        </p:txBody>
      </p:sp>
      <p:sp>
        <p:nvSpPr>
          <p:cNvPr id="36" name="Rechteck 35">
            <a:extLst>
              <a:ext uri="{FF2B5EF4-FFF2-40B4-BE49-F238E27FC236}">
                <a16:creationId xmlns:a16="http://schemas.microsoft.com/office/drawing/2014/main" id="{47E9982C-E5AC-6E42-2939-29DEFCD09993}"/>
              </a:ext>
            </a:extLst>
          </p:cNvPr>
          <p:cNvSpPr/>
          <p:nvPr/>
        </p:nvSpPr>
        <p:spPr>
          <a:xfrm>
            <a:off x="1718886" y="5439029"/>
            <a:ext cx="2370514" cy="443938"/>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37" name="Rechteck 36">
            <a:extLst>
              <a:ext uri="{FF2B5EF4-FFF2-40B4-BE49-F238E27FC236}">
                <a16:creationId xmlns:a16="http://schemas.microsoft.com/office/drawing/2014/main" id="{9E586742-719F-7E92-6D2F-DEA144A3FE69}"/>
              </a:ext>
            </a:extLst>
          </p:cNvPr>
          <p:cNvSpPr/>
          <p:nvPr/>
        </p:nvSpPr>
        <p:spPr>
          <a:xfrm>
            <a:off x="1718886" y="5872236"/>
            <a:ext cx="2370514" cy="4954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38" name="Rechteck 37">
            <a:extLst>
              <a:ext uri="{FF2B5EF4-FFF2-40B4-BE49-F238E27FC236}">
                <a16:creationId xmlns:a16="http://schemas.microsoft.com/office/drawing/2014/main" id="{0F52329D-BD65-96C7-9C9B-C57C2B8ED4AF}"/>
              </a:ext>
            </a:extLst>
          </p:cNvPr>
          <p:cNvSpPr/>
          <p:nvPr/>
        </p:nvSpPr>
        <p:spPr>
          <a:xfrm>
            <a:off x="7535486" y="4824932"/>
            <a:ext cx="2370514"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Musiker</a:t>
            </a:r>
            <a:endParaRPr lang="de-DE" sz="2800" b="1" dirty="0">
              <a:solidFill>
                <a:srgbClr val="254061"/>
              </a:solidFill>
            </a:endParaRPr>
          </a:p>
        </p:txBody>
      </p:sp>
      <p:sp>
        <p:nvSpPr>
          <p:cNvPr id="39" name="Rechteck 38">
            <a:extLst>
              <a:ext uri="{FF2B5EF4-FFF2-40B4-BE49-F238E27FC236}">
                <a16:creationId xmlns:a16="http://schemas.microsoft.com/office/drawing/2014/main" id="{C1891623-DE89-8792-51F8-8E24EF27A25E}"/>
              </a:ext>
            </a:extLst>
          </p:cNvPr>
          <p:cNvSpPr/>
          <p:nvPr/>
        </p:nvSpPr>
        <p:spPr>
          <a:xfrm>
            <a:off x="7535486" y="5439029"/>
            <a:ext cx="2370514" cy="443938"/>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40" name="Rechteck 39">
            <a:extLst>
              <a:ext uri="{FF2B5EF4-FFF2-40B4-BE49-F238E27FC236}">
                <a16:creationId xmlns:a16="http://schemas.microsoft.com/office/drawing/2014/main" id="{7E6A7B7C-23B7-77DD-B2F4-A842B9AB1435}"/>
              </a:ext>
            </a:extLst>
          </p:cNvPr>
          <p:cNvSpPr/>
          <p:nvPr/>
        </p:nvSpPr>
        <p:spPr>
          <a:xfrm>
            <a:off x="7535486" y="5832725"/>
            <a:ext cx="2370514" cy="4954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cxnSp>
        <p:nvCxnSpPr>
          <p:cNvPr id="41" name="Gerader Verbinder 40">
            <a:extLst>
              <a:ext uri="{FF2B5EF4-FFF2-40B4-BE49-F238E27FC236}">
                <a16:creationId xmlns:a16="http://schemas.microsoft.com/office/drawing/2014/main" id="{2045093F-7E7B-9D8D-03B1-BDC8F3E2FFD4}"/>
              </a:ext>
            </a:extLst>
          </p:cNvPr>
          <p:cNvCxnSpPr>
            <a:cxnSpLocks/>
          </p:cNvCxnSpPr>
          <p:nvPr/>
        </p:nvCxnSpPr>
        <p:spPr>
          <a:xfrm>
            <a:off x="4313237" y="5162315"/>
            <a:ext cx="3222249"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2" name="Raute 41">
            <a:extLst>
              <a:ext uri="{FF2B5EF4-FFF2-40B4-BE49-F238E27FC236}">
                <a16:creationId xmlns:a16="http://schemas.microsoft.com/office/drawing/2014/main" id="{199FE791-489D-FA98-5489-B6B4D3544772}"/>
              </a:ext>
            </a:extLst>
          </p:cNvPr>
          <p:cNvSpPr/>
          <p:nvPr/>
        </p:nvSpPr>
        <p:spPr>
          <a:xfrm>
            <a:off x="4089400" y="5005493"/>
            <a:ext cx="447675" cy="295380"/>
          </a:xfrm>
          <a:prstGeom prst="diamond">
            <a:avLst/>
          </a:prstGeom>
          <a:solidFill>
            <a:schemeClr val="bg1"/>
          </a:solidFill>
          <a:ln w="28575">
            <a:solidFill>
              <a:srgbClr val="254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6420842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511451-1739-D931-E06C-E355CD4A7CBB}"/>
              </a:ext>
            </a:extLst>
          </p:cNvPr>
          <p:cNvSpPr>
            <a:spLocks noGrp="1"/>
          </p:cNvSpPr>
          <p:nvPr>
            <p:ph type="title"/>
          </p:nvPr>
        </p:nvSpPr>
        <p:spPr/>
        <p:txBody>
          <a:bodyPr/>
          <a:lstStyle/>
          <a:p>
            <a:r>
              <a:rPr lang="de-DE" dirty="0" err="1"/>
              <a:t>Sprachkonstrukte</a:t>
            </a:r>
            <a:r>
              <a:rPr lang="de-DE" dirty="0"/>
              <a:t>: Vererbung</a:t>
            </a:r>
          </a:p>
        </p:txBody>
      </p:sp>
      <p:sp>
        <p:nvSpPr>
          <p:cNvPr id="4" name="Textplatzhalter 5">
            <a:extLst>
              <a:ext uri="{FF2B5EF4-FFF2-40B4-BE49-F238E27FC236}">
                <a16:creationId xmlns:a16="http://schemas.microsoft.com/office/drawing/2014/main" id="{2FFB6C1D-6068-CC35-07EE-78F6EC1A4AF4}"/>
              </a:ext>
            </a:extLst>
          </p:cNvPr>
          <p:cNvSpPr>
            <a:spLocks noGrp="1"/>
          </p:cNvSpPr>
          <p:nvPr>
            <p:ph type="body" sz="quarter" idx="12"/>
          </p:nvPr>
        </p:nvSpPr>
        <p:spPr>
          <a:xfrm>
            <a:off x="3390900" y="1511979"/>
            <a:ext cx="8334375" cy="1328177"/>
          </a:xfrm>
        </p:spPr>
        <p:txBody>
          <a:bodyPr/>
          <a:lstStyle/>
          <a:p>
            <a:pPr marL="0" indent="0">
              <a:lnSpc>
                <a:spcPct val="150000"/>
              </a:lnSpc>
              <a:buNone/>
            </a:pPr>
            <a:r>
              <a:rPr lang="de-DE" sz="2000" dirty="0">
                <a:latin typeface="+mn-lt"/>
              </a:rPr>
              <a:t>Eine </a:t>
            </a:r>
            <a:r>
              <a:rPr lang="de-DE" sz="2000" b="1" dirty="0">
                <a:solidFill>
                  <a:srgbClr val="FF9600"/>
                </a:solidFill>
                <a:latin typeface="+mn-lt"/>
              </a:rPr>
              <a:t>Vererbung (Generalisierung) </a:t>
            </a:r>
            <a:r>
              <a:rPr lang="de-DE" sz="2000" dirty="0">
                <a:latin typeface="+mn-lt"/>
              </a:rPr>
              <a:t>ist eine Beziehung zwischen zwei Klassen, bei der eine Unterklasse die Attribute und Methoden einer Oberklasse übernimmt.</a:t>
            </a:r>
          </a:p>
        </p:txBody>
      </p:sp>
      <p:sp>
        <p:nvSpPr>
          <p:cNvPr id="5" name="Textplatzhalter 5">
            <a:extLst>
              <a:ext uri="{FF2B5EF4-FFF2-40B4-BE49-F238E27FC236}">
                <a16:creationId xmlns:a16="http://schemas.microsoft.com/office/drawing/2014/main" id="{2BB25D4B-FFE8-055D-19C3-6C410AA6B96D}"/>
              </a:ext>
            </a:extLst>
          </p:cNvPr>
          <p:cNvSpPr txBox="1">
            <a:spLocks/>
          </p:cNvSpPr>
          <p:nvPr/>
        </p:nvSpPr>
        <p:spPr>
          <a:xfrm>
            <a:off x="412749" y="3420025"/>
            <a:ext cx="5060951" cy="3462224"/>
          </a:xfrm>
          <a:prstGeom prst="rect">
            <a:avLst/>
          </a:prstGeom>
        </p:spPr>
        <p:txBody>
          <a:bodyPr vert="horz" lIns="0" tIns="0" rIns="0" bIns="0" rtlCol="0">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tx1"/>
                </a:solidFill>
                <a:latin typeface="+mj-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tx1"/>
                </a:solidFill>
                <a:latin typeface="+mj-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a:buNone/>
            </a:pPr>
            <a:r>
              <a:rPr lang="de-DE" sz="1800" b="1" dirty="0">
                <a:latin typeface="+mn-lt"/>
              </a:rPr>
              <a:t>Merkmale von Vererbungen</a:t>
            </a:r>
          </a:p>
          <a:p>
            <a:pPr>
              <a:buFont typeface="Arial" panose="020B0604020202020204" pitchFamily="34" charset="0"/>
              <a:buChar char="•"/>
            </a:pPr>
            <a:r>
              <a:rPr lang="de-DE" sz="1800" dirty="0">
                <a:latin typeface="+mn-lt"/>
              </a:rPr>
              <a:t>Oberklasse und Unterklasse</a:t>
            </a:r>
          </a:p>
          <a:p>
            <a:pPr>
              <a:buFont typeface="Arial" panose="020B0604020202020204" pitchFamily="34" charset="0"/>
              <a:buChar char="•"/>
            </a:pPr>
            <a:r>
              <a:rPr lang="de-DE" sz="1800" dirty="0">
                <a:latin typeface="+mn-lt"/>
              </a:rPr>
              <a:t>Unterklasse Übernahme von Eigenschaften und Verhalten von Oberklasse</a:t>
            </a:r>
          </a:p>
          <a:p>
            <a:pPr>
              <a:buFont typeface="Arial" panose="020B0604020202020204" pitchFamily="34" charset="0"/>
              <a:buChar char="•"/>
            </a:pPr>
            <a:r>
              <a:rPr lang="de-DE" sz="1800" dirty="0">
                <a:latin typeface="+mn-lt"/>
              </a:rPr>
              <a:t>Ist-ein“-Beziehung</a:t>
            </a:r>
          </a:p>
          <a:p>
            <a:pPr>
              <a:buFont typeface="Arial" panose="020B0604020202020204" pitchFamily="34" charset="0"/>
              <a:buChar char="•"/>
            </a:pPr>
            <a:r>
              <a:rPr lang="de-DE" sz="1800" dirty="0">
                <a:latin typeface="+mn-lt"/>
              </a:rPr>
              <a:t>Wiederverwendung von Code</a:t>
            </a:r>
          </a:p>
        </p:txBody>
      </p:sp>
      <p:sp>
        <p:nvSpPr>
          <p:cNvPr id="6" name="Textplatzhalter 5">
            <a:extLst>
              <a:ext uri="{FF2B5EF4-FFF2-40B4-BE49-F238E27FC236}">
                <a16:creationId xmlns:a16="http://schemas.microsoft.com/office/drawing/2014/main" id="{33A0CD40-4A6E-C779-DD69-4AC1BAD65255}"/>
              </a:ext>
            </a:extLst>
          </p:cNvPr>
          <p:cNvSpPr txBox="1">
            <a:spLocks/>
          </p:cNvSpPr>
          <p:nvPr/>
        </p:nvSpPr>
        <p:spPr>
          <a:xfrm>
            <a:off x="6367506" y="3420025"/>
            <a:ext cx="5238751" cy="2556902"/>
          </a:xfrm>
          <a:prstGeom prst="rect">
            <a:avLst/>
          </a:prstGeom>
        </p:spPr>
        <p:txBody>
          <a:bodyPr vert="horz" lIns="0" tIns="0" rIns="0" bIns="0" rtlCol="0">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tx1"/>
                </a:solidFill>
                <a:latin typeface="+mj-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tx1"/>
                </a:solidFill>
                <a:latin typeface="+mj-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buNone/>
            </a:pPr>
            <a:r>
              <a:rPr lang="de-DE" sz="1800" b="1" dirty="0">
                <a:latin typeface="+mn-lt"/>
              </a:rPr>
              <a:t>Beispiele für </a:t>
            </a:r>
            <a:r>
              <a:rPr lang="de-DE" sz="1800" b="1" dirty="0"/>
              <a:t>Vererbungen</a:t>
            </a:r>
            <a:r>
              <a:rPr lang="de-DE" sz="1800" b="1" dirty="0">
                <a:latin typeface="+mn-lt"/>
              </a:rPr>
              <a:t> </a:t>
            </a:r>
          </a:p>
          <a:p>
            <a:pPr marL="0" indent="0">
              <a:buNone/>
            </a:pPr>
            <a:r>
              <a:rPr lang="de-DE" sz="1800" dirty="0">
                <a:latin typeface="+mn-lt"/>
              </a:rPr>
              <a:t>Auto / Fahrzeug</a:t>
            </a:r>
          </a:p>
          <a:p>
            <a:pPr marL="0" indent="0">
              <a:buNone/>
            </a:pPr>
            <a:r>
              <a:rPr lang="de-DE" sz="1800" dirty="0">
                <a:latin typeface="+mn-lt"/>
              </a:rPr>
              <a:t>Person / Student</a:t>
            </a:r>
          </a:p>
          <a:p>
            <a:pPr marL="0" indent="0">
              <a:buNone/>
            </a:pPr>
            <a:r>
              <a:rPr lang="de-DE" sz="1800" dirty="0">
                <a:latin typeface="+mn-lt"/>
              </a:rPr>
              <a:t>Manager / Mitarbeiter</a:t>
            </a:r>
          </a:p>
          <a:p>
            <a:pPr marL="0" indent="0">
              <a:buNone/>
            </a:pPr>
            <a:r>
              <a:rPr lang="de-DE" sz="1800" dirty="0">
                <a:latin typeface="+mn-lt"/>
              </a:rPr>
              <a:t>Rechteck / Form</a:t>
            </a:r>
          </a:p>
          <a:p>
            <a:pPr marL="0" indent="0">
              <a:buNone/>
            </a:pPr>
            <a:r>
              <a:rPr lang="de-DE" sz="1800" dirty="0">
                <a:latin typeface="+mn-lt"/>
              </a:rPr>
              <a:t>LKW / Fahrzeug</a:t>
            </a:r>
          </a:p>
          <a:p>
            <a:pPr marL="0" indent="0">
              <a:buNone/>
            </a:pPr>
            <a:endParaRPr lang="de-DE" sz="1800" b="1" dirty="0">
              <a:latin typeface="+mn-lt"/>
            </a:endParaRPr>
          </a:p>
        </p:txBody>
      </p:sp>
      <p:grpSp>
        <p:nvGrpSpPr>
          <p:cNvPr id="7" name="Gruppieren 6">
            <a:extLst>
              <a:ext uri="{FF2B5EF4-FFF2-40B4-BE49-F238E27FC236}">
                <a16:creationId xmlns:a16="http://schemas.microsoft.com/office/drawing/2014/main" id="{31675EF8-242E-59F3-8FF3-7EBFF7FBDBC2}"/>
              </a:ext>
            </a:extLst>
          </p:cNvPr>
          <p:cNvGrpSpPr/>
          <p:nvPr/>
        </p:nvGrpSpPr>
        <p:grpSpPr>
          <a:xfrm>
            <a:off x="695557" y="2176067"/>
            <a:ext cx="2076452" cy="541852"/>
            <a:chOff x="6332904" y="3945177"/>
            <a:chExt cx="2076452" cy="541852"/>
          </a:xfrm>
        </p:grpSpPr>
        <p:sp>
          <p:nvSpPr>
            <p:cNvPr id="8" name="Textfeld 7">
              <a:extLst>
                <a:ext uri="{FF2B5EF4-FFF2-40B4-BE49-F238E27FC236}">
                  <a16:creationId xmlns:a16="http://schemas.microsoft.com/office/drawing/2014/main" id="{D58D0E33-47D3-6CDA-9866-2240C611833A}"/>
                </a:ext>
              </a:extLst>
            </p:cNvPr>
            <p:cNvSpPr txBox="1"/>
            <p:nvPr/>
          </p:nvSpPr>
          <p:spPr>
            <a:xfrm>
              <a:off x="6332904" y="4117697"/>
              <a:ext cx="1772457" cy="369332"/>
            </a:xfrm>
            <a:prstGeom prst="rect">
              <a:avLst/>
            </a:prstGeom>
            <a:noFill/>
          </p:spPr>
          <p:txBody>
            <a:bodyPr wrap="square">
              <a:spAutoFit/>
            </a:bodyPr>
            <a:lstStyle/>
            <a:p>
              <a:pPr marL="0" marR="0" indent="0" algn="l">
                <a:buNone/>
              </a:pPr>
              <a:r>
                <a:rPr lang="de-DE" b="1" i="0" dirty="0">
                  <a:solidFill>
                    <a:srgbClr val="101418"/>
                  </a:solidFill>
                  <a:effectLst/>
                </a:rPr>
                <a:t>Vererbung</a:t>
              </a:r>
            </a:p>
          </p:txBody>
        </p:sp>
        <p:cxnSp>
          <p:nvCxnSpPr>
            <p:cNvPr id="9" name="Gerader Verbinder 8">
              <a:extLst>
                <a:ext uri="{FF2B5EF4-FFF2-40B4-BE49-F238E27FC236}">
                  <a16:creationId xmlns:a16="http://schemas.microsoft.com/office/drawing/2014/main" id="{B2DAB6BF-F5B5-EDA9-A79D-28F5764C686F}"/>
                </a:ext>
              </a:extLst>
            </p:cNvPr>
            <p:cNvCxnSpPr/>
            <p:nvPr/>
          </p:nvCxnSpPr>
          <p:spPr>
            <a:xfrm>
              <a:off x="6428155" y="4117697"/>
              <a:ext cx="1677206"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0" name="Gleichschenkliges Dreieck 9">
              <a:extLst>
                <a:ext uri="{FF2B5EF4-FFF2-40B4-BE49-F238E27FC236}">
                  <a16:creationId xmlns:a16="http://schemas.microsoft.com/office/drawing/2014/main" id="{0EBFAC46-B0A6-F73F-82B1-0E4A5960B0AC}"/>
                </a:ext>
              </a:extLst>
            </p:cNvPr>
            <p:cNvSpPr/>
            <p:nvPr/>
          </p:nvSpPr>
          <p:spPr>
            <a:xfrm rot="5400000">
              <a:off x="8085909" y="3964630"/>
              <a:ext cx="342900" cy="303994"/>
            </a:xfrm>
            <a:prstGeom prst="triangl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Tree>
    <p:extLst>
      <p:ext uri="{BB962C8B-B14F-4D97-AF65-F5344CB8AC3E}">
        <p14:creationId xmlns:p14="http://schemas.microsoft.com/office/powerpoint/2010/main" val="39396345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17AFE4-93A6-3F48-1713-7ABAA1E016AE}"/>
              </a:ext>
            </a:extLst>
          </p:cNvPr>
          <p:cNvSpPr>
            <a:spLocks noGrp="1"/>
          </p:cNvSpPr>
          <p:nvPr>
            <p:ph type="title"/>
          </p:nvPr>
        </p:nvSpPr>
        <p:spPr/>
        <p:txBody>
          <a:bodyPr/>
          <a:lstStyle/>
          <a:p>
            <a:r>
              <a:rPr lang="de-DE" dirty="0"/>
              <a:t>Beispiel: Vererbung</a:t>
            </a:r>
          </a:p>
        </p:txBody>
      </p:sp>
      <p:sp>
        <p:nvSpPr>
          <p:cNvPr id="5" name="Rechteck 4">
            <a:extLst>
              <a:ext uri="{FF2B5EF4-FFF2-40B4-BE49-F238E27FC236}">
                <a16:creationId xmlns:a16="http://schemas.microsoft.com/office/drawing/2014/main" id="{0C2B4F8A-5013-0E09-128C-1D1F99F7DD28}"/>
              </a:ext>
            </a:extLst>
          </p:cNvPr>
          <p:cNvSpPr/>
          <p:nvPr/>
        </p:nvSpPr>
        <p:spPr>
          <a:xfrm>
            <a:off x="410786" y="4505965"/>
            <a:ext cx="2370514"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Auto</a:t>
            </a:r>
            <a:r>
              <a:rPr lang="de-DE" sz="2400" dirty="0"/>
              <a:t> </a:t>
            </a:r>
            <a:r>
              <a:rPr lang="de-DE" sz="2400" b="1" dirty="0">
                <a:solidFill>
                  <a:srgbClr val="254061"/>
                </a:solidFill>
              </a:rPr>
              <a:t> </a:t>
            </a:r>
            <a:endParaRPr lang="de-DE" sz="2800" b="1" dirty="0">
              <a:solidFill>
                <a:srgbClr val="254061"/>
              </a:solidFill>
            </a:endParaRPr>
          </a:p>
        </p:txBody>
      </p:sp>
      <p:sp>
        <p:nvSpPr>
          <p:cNvPr id="7" name="Rechteck 6">
            <a:extLst>
              <a:ext uri="{FF2B5EF4-FFF2-40B4-BE49-F238E27FC236}">
                <a16:creationId xmlns:a16="http://schemas.microsoft.com/office/drawing/2014/main" id="{75637CE9-D7D5-F499-A36E-0A5D96DAB983}"/>
              </a:ext>
            </a:extLst>
          </p:cNvPr>
          <p:cNvSpPr/>
          <p:nvPr/>
        </p:nvSpPr>
        <p:spPr>
          <a:xfrm>
            <a:off x="410786" y="5120062"/>
            <a:ext cx="2370514" cy="443938"/>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9" name="Rechteck 8">
            <a:extLst>
              <a:ext uri="{FF2B5EF4-FFF2-40B4-BE49-F238E27FC236}">
                <a16:creationId xmlns:a16="http://schemas.microsoft.com/office/drawing/2014/main" id="{51BB064A-BEA2-9FCD-3684-29B8060F8544}"/>
              </a:ext>
            </a:extLst>
          </p:cNvPr>
          <p:cNvSpPr/>
          <p:nvPr/>
        </p:nvSpPr>
        <p:spPr>
          <a:xfrm>
            <a:off x="410786" y="5553269"/>
            <a:ext cx="2370514" cy="4954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10" name="Rechteck 9">
            <a:extLst>
              <a:ext uri="{FF2B5EF4-FFF2-40B4-BE49-F238E27FC236}">
                <a16:creationId xmlns:a16="http://schemas.microsoft.com/office/drawing/2014/main" id="{ED4C88FE-8702-1AE5-DB3E-2D9F52B3CD26}"/>
              </a:ext>
            </a:extLst>
          </p:cNvPr>
          <p:cNvSpPr/>
          <p:nvPr/>
        </p:nvSpPr>
        <p:spPr>
          <a:xfrm>
            <a:off x="3039686" y="4505965"/>
            <a:ext cx="2370514"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Person</a:t>
            </a:r>
            <a:r>
              <a:rPr lang="de-DE" sz="2400" dirty="0"/>
              <a:t> </a:t>
            </a:r>
            <a:r>
              <a:rPr lang="de-DE" sz="2400" b="1" dirty="0">
                <a:solidFill>
                  <a:srgbClr val="254061"/>
                </a:solidFill>
              </a:rPr>
              <a:t> </a:t>
            </a:r>
            <a:endParaRPr lang="de-DE" sz="2800" b="1" dirty="0">
              <a:solidFill>
                <a:srgbClr val="254061"/>
              </a:solidFill>
            </a:endParaRPr>
          </a:p>
        </p:txBody>
      </p:sp>
      <p:sp>
        <p:nvSpPr>
          <p:cNvPr id="11" name="Rechteck 10">
            <a:extLst>
              <a:ext uri="{FF2B5EF4-FFF2-40B4-BE49-F238E27FC236}">
                <a16:creationId xmlns:a16="http://schemas.microsoft.com/office/drawing/2014/main" id="{B8A24F82-0B64-70A4-4797-AE4D3B25A974}"/>
              </a:ext>
            </a:extLst>
          </p:cNvPr>
          <p:cNvSpPr/>
          <p:nvPr/>
        </p:nvSpPr>
        <p:spPr>
          <a:xfrm>
            <a:off x="3039686" y="5120062"/>
            <a:ext cx="2370514" cy="443938"/>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12" name="Rechteck 11">
            <a:extLst>
              <a:ext uri="{FF2B5EF4-FFF2-40B4-BE49-F238E27FC236}">
                <a16:creationId xmlns:a16="http://schemas.microsoft.com/office/drawing/2014/main" id="{19DF11BB-FBAA-572C-C284-42C1E2027947}"/>
              </a:ext>
            </a:extLst>
          </p:cNvPr>
          <p:cNvSpPr/>
          <p:nvPr/>
        </p:nvSpPr>
        <p:spPr>
          <a:xfrm>
            <a:off x="3039686" y="5553269"/>
            <a:ext cx="2370514" cy="4954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13" name="Rechteck 12">
            <a:extLst>
              <a:ext uri="{FF2B5EF4-FFF2-40B4-BE49-F238E27FC236}">
                <a16:creationId xmlns:a16="http://schemas.microsoft.com/office/drawing/2014/main" id="{71E917F1-3A4C-6CA0-EC2E-1CAB5A8719E2}"/>
              </a:ext>
            </a:extLst>
          </p:cNvPr>
          <p:cNvSpPr/>
          <p:nvPr/>
        </p:nvSpPr>
        <p:spPr>
          <a:xfrm>
            <a:off x="5668586" y="4505965"/>
            <a:ext cx="2370514"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Manager</a:t>
            </a:r>
            <a:r>
              <a:rPr lang="de-DE" sz="2400" dirty="0"/>
              <a:t> </a:t>
            </a:r>
            <a:r>
              <a:rPr lang="de-DE" sz="2400" b="1" dirty="0">
                <a:solidFill>
                  <a:srgbClr val="254061"/>
                </a:solidFill>
              </a:rPr>
              <a:t> </a:t>
            </a:r>
            <a:endParaRPr lang="de-DE" sz="2800" b="1" dirty="0">
              <a:solidFill>
                <a:srgbClr val="254061"/>
              </a:solidFill>
            </a:endParaRPr>
          </a:p>
        </p:txBody>
      </p:sp>
      <p:sp>
        <p:nvSpPr>
          <p:cNvPr id="14" name="Rechteck 13">
            <a:extLst>
              <a:ext uri="{FF2B5EF4-FFF2-40B4-BE49-F238E27FC236}">
                <a16:creationId xmlns:a16="http://schemas.microsoft.com/office/drawing/2014/main" id="{A1E28A32-BDB5-85EB-1BAC-447F65B11B63}"/>
              </a:ext>
            </a:extLst>
          </p:cNvPr>
          <p:cNvSpPr/>
          <p:nvPr/>
        </p:nvSpPr>
        <p:spPr>
          <a:xfrm>
            <a:off x="5668586" y="5120062"/>
            <a:ext cx="2370514" cy="443938"/>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15" name="Rechteck 14">
            <a:extLst>
              <a:ext uri="{FF2B5EF4-FFF2-40B4-BE49-F238E27FC236}">
                <a16:creationId xmlns:a16="http://schemas.microsoft.com/office/drawing/2014/main" id="{FD33F828-53F2-E2B4-12F9-2E160986CF6F}"/>
              </a:ext>
            </a:extLst>
          </p:cNvPr>
          <p:cNvSpPr/>
          <p:nvPr/>
        </p:nvSpPr>
        <p:spPr>
          <a:xfrm>
            <a:off x="5668586" y="5553269"/>
            <a:ext cx="2370514" cy="4954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16" name="Rechteck 15">
            <a:extLst>
              <a:ext uri="{FF2B5EF4-FFF2-40B4-BE49-F238E27FC236}">
                <a16:creationId xmlns:a16="http://schemas.microsoft.com/office/drawing/2014/main" id="{743467D2-A4B7-92C2-9A5D-1030105F0A30}"/>
              </a:ext>
            </a:extLst>
          </p:cNvPr>
          <p:cNvSpPr/>
          <p:nvPr/>
        </p:nvSpPr>
        <p:spPr>
          <a:xfrm>
            <a:off x="8297486" y="4505965"/>
            <a:ext cx="2370514"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Rechteck</a:t>
            </a:r>
            <a:r>
              <a:rPr lang="de-DE" sz="2400" dirty="0"/>
              <a:t> </a:t>
            </a:r>
            <a:r>
              <a:rPr lang="de-DE" sz="2400" b="1" dirty="0">
                <a:solidFill>
                  <a:srgbClr val="254061"/>
                </a:solidFill>
              </a:rPr>
              <a:t> </a:t>
            </a:r>
            <a:endParaRPr lang="de-DE" sz="2800" b="1" dirty="0">
              <a:solidFill>
                <a:srgbClr val="254061"/>
              </a:solidFill>
            </a:endParaRPr>
          </a:p>
        </p:txBody>
      </p:sp>
      <p:sp>
        <p:nvSpPr>
          <p:cNvPr id="17" name="Rechteck 16">
            <a:extLst>
              <a:ext uri="{FF2B5EF4-FFF2-40B4-BE49-F238E27FC236}">
                <a16:creationId xmlns:a16="http://schemas.microsoft.com/office/drawing/2014/main" id="{5872B558-4A36-4CF8-78DC-856C0C1CC03A}"/>
              </a:ext>
            </a:extLst>
          </p:cNvPr>
          <p:cNvSpPr/>
          <p:nvPr/>
        </p:nvSpPr>
        <p:spPr>
          <a:xfrm>
            <a:off x="8297486" y="5120062"/>
            <a:ext cx="2370514" cy="443938"/>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18" name="Rechteck 17">
            <a:extLst>
              <a:ext uri="{FF2B5EF4-FFF2-40B4-BE49-F238E27FC236}">
                <a16:creationId xmlns:a16="http://schemas.microsoft.com/office/drawing/2014/main" id="{39299C87-4E2F-800A-ACAD-F61AEFD302E4}"/>
              </a:ext>
            </a:extLst>
          </p:cNvPr>
          <p:cNvSpPr/>
          <p:nvPr/>
        </p:nvSpPr>
        <p:spPr>
          <a:xfrm>
            <a:off x="8297486" y="5553269"/>
            <a:ext cx="2370514" cy="4954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19" name="Rechteck 18">
            <a:extLst>
              <a:ext uri="{FF2B5EF4-FFF2-40B4-BE49-F238E27FC236}">
                <a16:creationId xmlns:a16="http://schemas.microsoft.com/office/drawing/2014/main" id="{513BA5A3-4620-A54D-4DC7-AF7ED87D48F5}"/>
              </a:ext>
            </a:extLst>
          </p:cNvPr>
          <p:cNvSpPr/>
          <p:nvPr/>
        </p:nvSpPr>
        <p:spPr>
          <a:xfrm>
            <a:off x="410786" y="1923846"/>
            <a:ext cx="2370514"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Fahrzeug</a:t>
            </a:r>
            <a:r>
              <a:rPr lang="de-DE" sz="2400" dirty="0"/>
              <a:t> </a:t>
            </a:r>
            <a:r>
              <a:rPr lang="de-DE" sz="2400" b="1" dirty="0">
                <a:solidFill>
                  <a:srgbClr val="254061"/>
                </a:solidFill>
              </a:rPr>
              <a:t> </a:t>
            </a:r>
            <a:endParaRPr lang="de-DE" sz="2800" b="1" dirty="0">
              <a:solidFill>
                <a:srgbClr val="254061"/>
              </a:solidFill>
            </a:endParaRPr>
          </a:p>
        </p:txBody>
      </p:sp>
      <p:sp>
        <p:nvSpPr>
          <p:cNvPr id="20" name="Rechteck 19">
            <a:extLst>
              <a:ext uri="{FF2B5EF4-FFF2-40B4-BE49-F238E27FC236}">
                <a16:creationId xmlns:a16="http://schemas.microsoft.com/office/drawing/2014/main" id="{14202F8E-671C-86BE-AAD8-12B828DC7C73}"/>
              </a:ext>
            </a:extLst>
          </p:cNvPr>
          <p:cNvSpPr/>
          <p:nvPr/>
        </p:nvSpPr>
        <p:spPr>
          <a:xfrm>
            <a:off x="410786" y="2537943"/>
            <a:ext cx="2370514" cy="443938"/>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21" name="Rechteck 20">
            <a:extLst>
              <a:ext uri="{FF2B5EF4-FFF2-40B4-BE49-F238E27FC236}">
                <a16:creationId xmlns:a16="http://schemas.microsoft.com/office/drawing/2014/main" id="{D65B3B5F-0879-2127-39D7-42DAFFA8303A}"/>
              </a:ext>
            </a:extLst>
          </p:cNvPr>
          <p:cNvSpPr/>
          <p:nvPr/>
        </p:nvSpPr>
        <p:spPr>
          <a:xfrm>
            <a:off x="410786" y="2971150"/>
            <a:ext cx="2370514" cy="4954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22" name="Rechteck 21">
            <a:extLst>
              <a:ext uri="{FF2B5EF4-FFF2-40B4-BE49-F238E27FC236}">
                <a16:creationId xmlns:a16="http://schemas.microsoft.com/office/drawing/2014/main" id="{F1CB8F50-7CA0-4DE5-4C37-9765D5053630}"/>
              </a:ext>
            </a:extLst>
          </p:cNvPr>
          <p:cNvSpPr/>
          <p:nvPr/>
        </p:nvSpPr>
        <p:spPr>
          <a:xfrm>
            <a:off x="3039686" y="1923846"/>
            <a:ext cx="2370514"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Student</a:t>
            </a:r>
            <a:r>
              <a:rPr lang="de-DE" sz="2400" dirty="0"/>
              <a:t> </a:t>
            </a:r>
            <a:r>
              <a:rPr lang="de-DE" sz="2400" b="1" dirty="0">
                <a:solidFill>
                  <a:srgbClr val="254061"/>
                </a:solidFill>
              </a:rPr>
              <a:t> </a:t>
            </a:r>
            <a:endParaRPr lang="de-DE" sz="2800" b="1" dirty="0">
              <a:solidFill>
                <a:srgbClr val="254061"/>
              </a:solidFill>
            </a:endParaRPr>
          </a:p>
        </p:txBody>
      </p:sp>
      <p:sp>
        <p:nvSpPr>
          <p:cNvPr id="23" name="Rechteck 22">
            <a:extLst>
              <a:ext uri="{FF2B5EF4-FFF2-40B4-BE49-F238E27FC236}">
                <a16:creationId xmlns:a16="http://schemas.microsoft.com/office/drawing/2014/main" id="{FA1D9D76-BAC1-9FD1-61A9-6D926F4FA1D9}"/>
              </a:ext>
            </a:extLst>
          </p:cNvPr>
          <p:cNvSpPr/>
          <p:nvPr/>
        </p:nvSpPr>
        <p:spPr>
          <a:xfrm>
            <a:off x="3039686" y="2537943"/>
            <a:ext cx="2370514" cy="443938"/>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24" name="Rechteck 23">
            <a:extLst>
              <a:ext uri="{FF2B5EF4-FFF2-40B4-BE49-F238E27FC236}">
                <a16:creationId xmlns:a16="http://schemas.microsoft.com/office/drawing/2014/main" id="{2C42F850-278D-E6C2-1E34-23AD3096ED4C}"/>
              </a:ext>
            </a:extLst>
          </p:cNvPr>
          <p:cNvSpPr/>
          <p:nvPr/>
        </p:nvSpPr>
        <p:spPr>
          <a:xfrm>
            <a:off x="3039686" y="2971150"/>
            <a:ext cx="2370514" cy="4954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25" name="Rechteck 24">
            <a:extLst>
              <a:ext uri="{FF2B5EF4-FFF2-40B4-BE49-F238E27FC236}">
                <a16:creationId xmlns:a16="http://schemas.microsoft.com/office/drawing/2014/main" id="{ED51B823-DD1C-9588-2A15-4010DE1E8003}"/>
              </a:ext>
            </a:extLst>
          </p:cNvPr>
          <p:cNvSpPr/>
          <p:nvPr/>
        </p:nvSpPr>
        <p:spPr>
          <a:xfrm>
            <a:off x="5668586" y="1923846"/>
            <a:ext cx="2370514"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Mitarbeiter</a:t>
            </a:r>
            <a:r>
              <a:rPr lang="de-DE" sz="2400" dirty="0"/>
              <a:t> </a:t>
            </a:r>
            <a:r>
              <a:rPr lang="de-DE" sz="2400" b="1" dirty="0">
                <a:solidFill>
                  <a:srgbClr val="254061"/>
                </a:solidFill>
              </a:rPr>
              <a:t> </a:t>
            </a:r>
            <a:endParaRPr lang="de-DE" sz="2800" b="1" dirty="0">
              <a:solidFill>
                <a:srgbClr val="254061"/>
              </a:solidFill>
            </a:endParaRPr>
          </a:p>
        </p:txBody>
      </p:sp>
      <p:sp>
        <p:nvSpPr>
          <p:cNvPr id="26" name="Rechteck 25">
            <a:extLst>
              <a:ext uri="{FF2B5EF4-FFF2-40B4-BE49-F238E27FC236}">
                <a16:creationId xmlns:a16="http://schemas.microsoft.com/office/drawing/2014/main" id="{8A3A303A-C67B-5A24-2FF2-FAF94D096038}"/>
              </a:ext>
            </a:extLst>
          </p:cNvPr>
          <p:cNvSpPr/>
          <p:nvPr/>
        </p:nvSpPr>
        <p:spPr>
          <a:xfrm>
            <a:off x="5668586" y="2537943"/>
            <a:ext cx="2370514" cy="443938"/>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27" name="Rechteck 26">
            <a:extLst>
              <a:ext uri="{FF2B5EF4-FFF2-40B4-BE49-F238E27FC236}">
                <a16:creationId xmlns:a16="http://schemas.microsoft.com/office/drawing/2014/main" id="{4A493196-81CD-12FF-1EF7-8CDA69C4381F}"/>
              </a:ext>
            </a:extLst>
          </p:cNvPr>
          <p:cNvSpPr/>
          <p:nvPr/>
        </p:nvSpPr>
        <p:spPr>
          <a:xfrm>
            <a:off x="5668586" y="2971150"/>
            <a:ext cx="2370514" cy="4954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28" name="Rechteck 27">
            <a:extLst>
              <a:ext uri="{FF2B5EF4-FFF2-40B4-BE49-F238E27FC236}">
                <a16:creationId xmlns:a16="http://schemas.microsoft.com/office/drawing/2014/main" id="{3756EF2D-C16A-86C9-2096-AAD6AC91E678}"/>
              </a:ext>
            </a:extLst>
          </p:cNvPr>
          <p:cNvSpPr/>
          <p:nvPr/>
        </p:nvSpPr>
        <p:spPr>
          <a:xfrm>
            <a:off x="8297486" y="1923846"/>
            <a:ext cx="2370514"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Form</a:t>
            </a:r>
            <a:r>
              <a:rPr lang="de-DE" sz="2400" dirty="0"/>
              <a:t> </a:t>
            </a:r>
            <a:r>
              <a:rPr lang="de-DE" sz="2400" b="1" dirty="0">
                <a:solidFill>
                  <a:srgbClr val="254061"/>
                </a:solidFill>
              </a:rPr>
              <a:t> </a:t>
            </a:r>
            <a:endParaRPr lang="de-DE" sz="2800" b="1" dirty="0">
              <a:solidFill>
                <a:srgbClr val="254061"/>
              </a:solidFill>
            </a:endParaRPr>
          </a:p>
        </p:txBody>
      </p:sp>
      <p:sp>
        <p:nvSpPr>
          <p:cNvPr id="29" name="Rechteck 28">
            <a:extLst>
              <a:ext uri="{FF2B5EF4-FFF2-40B4-BE49-F238E27FC236}">
                <a16:creationId xmlns:a16="http://schemas.microsoft.com/office/drawing/2014/main" id="{EB9EF034-A776-68AC-74BB-0F1C203073F5}"/>
              </a:ext>
            </a:extLst>
          </p:cNvPr>
          <p:cNvSpPr/>
          <p:nvPr/>
        </p:nvSpPr>
        <p:spPr>
          <a:xfrm>
            <a:off x="8297486" y="2537943"/>
            <a:ext cx="2370514" cy="443938"/>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30" name="Rechteck 29">
            <a:extLst>
              <a:ext uri="{FF2B5EF4-FFF2-40B4-BE49-F238E27FC236}">
                <a16:creationId xmlns:a16="http://schemas.microsoft.com/office/drawing/2014/main" id="{7B474EC2-A45A-3CA2-6AAA-1B7864FE93F3}"/>
              </a:ext>
            </a:extLst>
          </p:cNvPr>
          <p:cNvSpPr/>
          <p:nvPr/>
        </p:nvSpPr>
        <p:spPr>
          <a:xfrm>
            <a:off x="8297486" y="2971150"/>
            <a:ext cx="2370514" cy="4954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cxnSp>
        <p:nvCxnSpPr>
          <p:cNvPr id="31" name="Gerader Verbinder 30">
            <a:extLst>
              <a:ext uri="{FF2B5EF4-FFF2-40B4-BE49-F238E27FC236}">
                <a16:creationId xmlns:a16="http://schemas.microsoft.com/office/drawing/2014/main" id="{4D890FAF-7D5C-E711-431C-0F4B2A0201C6}"/>
              </a:ext>
            </a:extLst>
          </p:cNvPr>
          <p:cNvCxnSpPr>
            <a:cxnSpLocks/>
          </p:cNvCxnSpPr>
          <p:nvPr/>
        </p:nvCxnSpPr>
        <p:spPr>
          <a:xfrm flipV="1">
            <a:off x="1696520" y="3770548"/>
            <a:ext cx="0" cy="735417"/>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2" name="Gleichschenkliges Dreieck 31">
            <a:extLst>
              <a:ext uri="{FF2B5EF4-FFF2-40B4-BE49-F238E27FC236}">
                <a16:creationId xmlns:a16="http://schemas.microsoft.com/office/drawing/2014/main" id="{17B43A0E-4316-5926-C6E9-313C6026FE0F}"/>
              </a:ext>
            </a:extLst>
          </p:cNvPr>
          <p:cNvSpPr/>
          <p:nvPr/>
        </p:nvSpPr>
        <p:spPr>
          <a:xfrm>
            <a:off x="1524000" y="3466552"/>
            <a:ext cx="342900" cy="303994"/>
          </a:xfrm>
          <a:prstGeom prst="triangl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36" name="Gerader Verbinder 35">
            <a:extLst>
              <a:ext uri="{FF2B5EF4-FFF2-40B4-BE49-F238E27FC236}">
                <a16:creationId xmlns:a16="http://schemas.microsoft.com/office/drawing/2014/main" id="{8C557BD7-D101-E224-D274-C70BBE5125C1}"/>
              </a:ext>
            </a:extLst>
          </p:cNvPr>
          <p:cNvCxnSpPr>
            <a:cxnSpLocks/>
          </p:cNvCxnSpPr>
          <p:nvPr/>
        </p:nvCxnSpPr>
        <p:spPr>
          <a:xfrm flipV="1">
            <a:off x="4239554" y="3770548"/>
            <a:ext cx="0" cy="735417"/>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7" name="Gleichschenkliges Dreieck 36">
            <a:extLst>
              <a:ext uri="{FF2B5EF4-FFF2-40B4-BE49-F238E27FC236}">
                <a16:creationId xmlns:a16="http://schemas.microsoft.com/office/drawing/2014/main" id="{32020774-0CFC-6984-E1CF-F7051E85C3A6}"/>
              </a:ext>
            </a:extLst>
          </p:cNvPr>
          <p:cNvSpPr/>
          <p:nvPr/>
        </p:nvSpPr>
        <p:spPr>
          <a:xfrm>
            <a:off x="4067034" y="3466552"/>
            <a:ext cx="342900" cy="303994"/>
          </a:xfrm>
          <a:prstGeom prst="triangl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38" name="Gerader Verbinder 37">
            <a:extLst>
              <a:ext uri="{FF2B5EF4-FFF2-40B4-BE49-F238E27FC236}">
                <a16:creationId xmlns:a16="http://schemas.microsoft.com/office/drawing/2014/main" id="{0CEB457A-7E54-0510-0A2D-D631A9CDE02F}"/>
              </a:ext>
            </a:extLst>
          </p:cNvPr>
          <p:cNvCxnSpPr>
            <a:cxnSpLocks/>
          </p:cNvCxnSpPr>
          <p:nvPr/>
        </p:nvCxnSpPr>
        <p:spPr>
          <a:xfrm flipV="1">
            <a:off x="6746628" y="3770548"/>
            <a:ext cx="0" cy="735417"/>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9" name="Gleichschenkliges Dreieck 38">
            <a:extLst>
              <a:ext uri="{FF2B5EF4-FFF2-40B4-BE49-F238E27FC236}">
                <a16:creationId xmlns:a16="http://schemas.microsoft.com/office/drawing/2014/main" id="{CF3A3FA3-D2EE-2149-641C-11E28BF01381}"/>
              </a:ext>
            </a:extLst>
          </p:cNvPr>
          <p:cNvSpPr/>
          <p:nvPr/>
        </p:nvSpPr>
        <p:spPr>
          <a:xfrm>
            <a:off x="6574108" y="3466552"/>
            <a:ext cx="342900" cy="303994"/>
          </a:xfrm>
          <a:prstGeom prst="triangl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40" name="Gerader Verbinder 39">
            <a:extLst>
              <a:ext uri="{FF2B5EF4-FFF2-40B4-BE49-F238E27FC236}">
                <a16:creationId xmlns:a16="http://schemas.microsoft.com/office/drawing/2014/main" id="{BAF4AD91-30B7-E975-36D9-A9AC39F1CEB5}"/>
              </a:ext>
            </a:extLst>
          </p:cNvPr>
          <p:cNvCxnSpPr>
            <a:cxnSpLocks/>
          </p:cNvCxnSpPr>
          <p:nvPr/>
        </p:nvCxnSpPr>
        <p:spPr>
          <a:xfrm flipV="1">
            <a:off x="9462182" y="3770548"/>
            <a:ext cx="0" cy="735417"/>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1" name="Gleichschenkliges Dreieck 40">
            <a:extLst>
              <a:ext uri="{FF2B5EF4-FFF2-40B4-BE49-F238E27FC236}">
                <a16:creationId xmlns:a16="http://schemas.microsoft.com/office/drawing/2014/main" id="{2149F0C6-E47C-8D8F-2C4B-7010ACF96544}"/>
              </a:ext>
            </a:extLst>
          </p:cNvPr>
          <p:cNvSpPr/>
          <p:nvPr/>
        </p:nvSpPr>
        <p:spPr>
          <a:xfrm>
            <a:off x="9289662" y="3466552"/>
            <a:ext cx="342900" cy="303994"/>
          </a:xfrm>
          <a:prstGeom prst="triangl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27783156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D8050-AF92-A61F-1AC0-A73FF030AE04}"/>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D8D15DD-BA82-6937-78F3-521073551B24}"/>
              </a:ext>
            </a:extLst>
          </p:cNvPr>
          <p:cNvSpPr>
            <a:spLocks noGrp="1"/>
          </p:cNvSpPr>
          <p:nvPr>
            <p:ph type="title"/>
          </p:nvPr>
        </p:nvSpPr>
        <p:spPr/>
        <p:txBody>
          <a:bodyPr/>
          <a:lstStyle/>
          <a:p>
            <a:r>
              <a:rPr lang="de-DE" dirty="0"/>
              <a:t>Beispiel: Vererbung</a:t>
            </a:r>
          </a:p>
        </p:txBody>
      </p:sp>
      <p:sp>
        <p:nvSpPr>
          <p:cNvPr id="5" name="Rechteck 4">
            <a:extLst>
              <a:ext uri="{FF2B5EF4-FFF2-40B4-BE49-F238E27FC236}">
                <a16:creationId xmlns:a16="http://schemas.microsoft.com/office/drawing/2014/main" id="{3330BDC0-93CF-42E2-7140-D69ADD7A567B}"/>
              </a:ext>
            </a:extLst>
          </p:cNvPr>
          <p:cNvSpPr/>
          <p:nvPr/>
        </p:nvSpPr>
        <p:spPr>
          <a:xfrm>
            <a:off x="2150686" y="4505965"/>
            <a:ext cx="2370514"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Auto</a:t>
            </a:r>
            <a:r>
              <a:rPr lang="de-DE" sz="2400" dirty="0"/>
              <a:t> </a:t>
            </a:r>
            <a:r>
              <a:rPr lang="de-DE" sz="2400" b="1" dirty="0">
                <a:solidFill>
                  <a:srgbClr val="254061"/>
                </a:solidFill>
              </a:rPr>
              <a:t> </a:t>
            </a:r>
            <a:endParaRPr lang="de-DE" sz="2800" b="1" dirty="0">
              <a:solidFill>
                <a:srgbClr val="254061"/>
              </a:solidFill>
            </a:endParaRPr>
          </a:p>
        </p:txBody>
      </p:sp>
      <p:sp>
        <p:nvSpPr>
          <p:cNvPr id="7" name="Rechteck 6">
            <a:extLst>
              <a:ext uri="{FF2B5EF4-FFF2-40B4-BE49-F238E27FC236}">
                <a16:creationId xmlns:a16="http://schemas.microsoft.com/office/drawing/2014/main" id="{B7575B7A-27C9-1319-28BE-F33D932BA01D}"/>
              </a:ext>
            </a:extLst>
          </p:cNvPr>
          <p:cNvSpPr/>
          <p:nvPr/>
        </p:nvSpPr>
        <p:spPr>
          <a:xfrm>
            <a:off x="2150686" y="5120062"/>
            <a:ext cx="2370514" cy="443938"/>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9" name="Rechteck 8">
            <a:extLst>
              <a:ext uri="{FF2B5EF4-FFF2-40B4-BE49-F238E27FC236}">
                <a16:creationId xmlns:a16="http://schemas.microsoft.com/office/drawing/2014/main" id="{898F0D0B-8599-7802-F836-43B274521270}"/>
              </a:ext>
            </a:extLst>
          </p:cNvPr>
          <p:cNvSpPr/>
          <p:nvPr/>
        </p:nvSpPr>
        <p:spPr>
          <a:xfrm>
            <a:off x="2150686" y="5553269"/>
            <a:ext cx="2370514" cy="4954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10" name="Rechteck 9">
            <a:extLst>
              <a:ext uri="{FF2B5EF4-FFF2-40B4-BE49-F238E27FC236}">
                <a16:creationId xmlns:a16="http://schemas.microsoft.com/office/drawing/2014/main" id="{235D9BD1-6AF9-DCE0-E449-09D5AF62BBA3}"/>
              </a:ext>
            </a:extLst>
          </p:cNvPr>
          <p:cNvSpPr/>
          <p:nvPr/>
        </p:nvSpPr>
        <p:spPr>
          <a:xfrm>
            <a:off x="4779586" y="4505965"/>
            <a:ext cx="2370514"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Motorrad  </a:t>
            </a:r>
            <a:endParaRPr lang="de-DE" sz="2800" b="1" dirty="0">
              <a:solidFill>
                <a:srgbClr val="254061"/>
              </a:solidFill>
            </a:endParaRPr>
          </a:p>
        </p:txBody>
      </p:sp>
      <p:sp>
        <p:nvSpPr>
          <p:cNvPr id="11" name="Rechteck 10">
            <a:extLst>
              <a:ext uri="{FF2B5EF4-FFF2-40B4-BE49-F238E27FC236}">
                <a16:creationId xmlns:a16="http://schemas.microsoft.com/office/drawing/2014/main" id="{E2FF34B0-F9D3-96F5-3985-83FD14D4E0A3}"/>
              </a:ext>
            </a:extLst>
          </p:cNvPr>
          <p:cNvSpPr/>
          <p:nvPr/>
        </p:nvSpPr>
        <p:spPr>
          <a:xfrm>
            <a:off x="4779586" y="5120062"/>
            <a:ext cx="2370514" cy="443938"/>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12" name="Rechteck 11">
            <a:extLst>
              <a:ext uri="{FF2B5EF4-FFF2-40B4-BE49-F238E27FC236}">
                <a16:creationId xmlns:a16="http://schemas.microsoft.com/office/drawing/2014/main" id="{5335E796-289A-475C-F33D-97213343EE2D}"/>
              </a:ext>
            </a:extLst>
          </p:cNvPr>
          <p:cNvSpPr/>
          <p:nvPr/>
        </p:nvSpPr>
        <p:spPr>
          <a:xfrm>
            <a:off x="4779586" y="5553269"/>
            <a:ext cx="2370514" cy="4954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13" name="Rechteck 12">
            <a:extLst>
              <a:ext uri="{FF2B5EF4-FFF2-40B4-BE49-F238E27FC236}">
                <a16:creationId xmlns:a16="http://schemas.microsoft.com/office/drawing/2014/main" id="{59C7C2AC-6FFD-29FF-E4E6-3BD83A7683A6}"/>
              </a:ext>
            </a:extLst>
          </p:cNvPr>
          <p:cNvSpPr/>
          <p:nvPr/>
        </p:nvSpPr>
        <p:spPr>
          <a:xfrm>
            <a:off x="7408486" y="4505965"/>
            <a:ext cx="2370514"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LKW  </a:t>
            </a:r>
            <a:endParaRPr lang="de-DE" sz="2800" b="1" dirty="0">
              <a:solidFill>
                <a:srgbClr val="254061"/>
              </a:solidFill>
            </a:endParaRPr>
          </a:p>
        </p:txBody>
      </p:sp>
      <p:sp>
        <p:nvSpPr>
          <p:cNvPr id="14" name="Rechteck 13">
            <a:extLst>
              <a:ext uri="{FF2B5EF4-FFF2-40B4-BE49-F238E27FC236}">
                <a16:creationId xmlns:a16="http://schemas.microsoft.com/office/drawing/2014/main" id="{26968DDE-4A4F-C427-AC06-17391CF3F298}"/>
              </a:ext>
            </a:extLst>
          </p:cNvPr>
          <p:cNvSpPr/>
          <p:nvPr/>
        </p:nvSpPr>
        <p:spPr>
          <a:xfrm>
            <a:off x="7408486" y="5120062"/>
            <a:ext cx="2370514" cy="443938"/>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15" name="Rechteck 14">
            <a:extLst>
              <a:ext uri="{FF2B5EF4-FFF2-40B4-BE49-F238E27FC236}">
                <a16:creationId xmlns:a16="http://schemas.microsoft.com/office/drawing/2014/main" id="{E3B9B9C3-E230-9D8B-9BFD-2CCF9DDF5C7F}"/>
              </a:ext>
            </a:extLst>
          </p:cNvPr>
          <p:cNvSpPr/>
          <p:nvPr/>
        </p:nvSpPr>
        <p:spPr>
          <a:xfrm>
            <a:off x="7408486" y="5553269"/>
            <a:ext cx="2370514" cy="4954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19" name="Rechteck 18">
            <a:extLst>
              <a:ext uri="{FF2B5EF4-FFF2-40B4-BE49-F238E27FC236}">
                <a16:creationId xmlns:a16="http://schemas.microsoft.com/office/drawing/2014/main" id="{0BC8CDB7-F75A-BBB2-213C-A28F41A16684}"/>
              </a:ext>
            </a:extLst>
          </p:cNvPr>
          <p:cNvSpPr/>
          <p:nvPr/>
        </p:nvSpPr>
        <p:spPr>
          <a:xfrm>
            <a:off x="4779586" y="1885746"/>
            <a:ext cx="2370514"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Fahrzeug</a:t>
            </a:r>
            <a:r>
              <a:rPr lang="de-DE" sz="2400" dirty="0"/>
              <a:t> </a:t>
            </a:r>
            <a:r>
              <a:rPr lang="de-DE" sz="2400" b="1" dirty="0">
                <a:solidFill>
                  <a:srgbClr val="254061"/>
                </a:solidFill>
              </a:rPr>
              <a:t> </a:t>
            </a:r>
            <a:endParaRPr lang="de-DE" sz="2800" b="1" dirty="0">
              <a:solidFill>
                <a:srgbClr val="254061"/>
              </a:solidFill>
            </a:endParaRPr>
          </a:p>
        </p:txBody>
      </p:sp>
      <p:sp>
        <p:nvSpPr>
          <p:cNvPr id="20" name="Rechteck 19">
            <a:extLst>
              <a:ext uri="{FF2B5EF4-FFF2-40B4-BE49-F238E27FC236}">
                <a16:creationId xmlns:a16="http://schemas.microsoft.com/office/drawing/2014/main" id="{932172ED-5D04-F37B-582A-8D99D498E208}"/>
              </a:ext>
            </a:extLst>
          </p:cNvPr>
          <p:cNvSpPr/>
          <p:nvPr/>
        </p:nvSpPr>
        <p:spPr>
          <a:xfrm>
            <a:off x="4779586" y="2499843"/>
            <a:ext cx="2370514" cy="443938"/>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21" name="Rechteck 20">
            <a:extLst>
              <a:ext uri="{FF2B5EF4-FFF2-40B4-BE49-F238E27FC236}">
                <a16:creationId xmlns:a16="http://schemas.microsoft.com/office/drawing/2014/main" id="{BB8F2040-55B4-4177-06EF-48FBEE625348}"/>
              </a:ext>
            </a:extLst>
          </p:cNvPr>
          <p:cNvSpPr/>
          <p:nvPr/>
        </p:nvSpPr>
        <p:spPr>
          <a:xfrm>
            <a:off x="4779586" y="2933050"/>
            <a:ext cx="2370514" cy="4954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cxnSp>
        <p:nvCxnSpPr>
          <p:cNvPr id="31" name="Gerader Verbinder 30">
            <a:extLst>
              <a:ext uri="{FF2B5EF4-FFF2-40B4-BE49-F238E27FC236}">
                <a16:creationId xmlns:a16="http://schemas.microsoft.com/office/drawing/2014/main" id="{12C2E268-DC24-2D47-54EF-AA993375829D}"/>
              </a:ext>
            </a:extLst>
          </p:cNvPr>
          <p:cNvCxnSpPr>
            <a:cxnSpLocks/>
          </p:cNvCxnSpPr>
          <p:nvPr/>
        </p:nvCxnSpPr>
        <p:spPr>
          <a:xfrm flipV="1">
            <a:off x="5947986" y="3466552"/>
            <a:ext cx="0" cy="533948"/>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2" name="Gleichschenkliges Dreieck 31">
            <a:extLst>
              <a:ext uri="{FF2B5EF4-FFF2-40B4-BE49-F238E27FC236}">
                <a16:creationId xmlns:a16="http://schemas.microsoft.com/office/drawing/2014/main" id="{8BCBB69A-7355-BC7C-13D5-26A8692E8B39}"/>
              </a:ext>
            </a:extLst>
          </p:cNvPr>
          <p:cNvSpPr/>
          <p:nvPr/>
        </p:nvSpPr>
        <p:spPr>
          <a:xfrm>
            <a:off x="5776536" y="3439929"/>
            <a:ext cx="342900" cy="303994"/>
          </a:xfrm>
          <a:prstGeom prst="triangl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6" name="Gerader Verbinder 5">
            <a:extLst>
              <a:ext uri="{FF2B5EF4-FFF2-40B4-BE49-F238E27FC236}">
                <a16:creationId xmlns:a16="http://schemas.microsoft.com/office/drawing/2014/main" id="{98364464-F443-0D6D-F843-AB8CC1B52788}"/>
              </a:ext>
            </a:extLst>
          </p:cNvPr>
          <p:cNvCxnSpPr>
            <a:cxnSpLocks/>
          </p:cNvCxnSpPr>
          <p:nvPr/>
        </p:nvCxnSpPr>
        <p:spPr>
          <a:xfrm>
            <a:off x="3335943" y="4000500"/>
            <a:ext cx="51435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 name="Gerader Verbinder 7">
            <a:extLst>
              <a:ext uri="{FF2B5EF4-FFF2-40B4-BE49-F238E27FC236}">
                <a16:creationId xmlns:a16="http://schemas.microsoft.com/office/drawing/2014/main" id="{A5A7F66A-8765-9A26-06B4-B5AC00994E93}"/>
              </a:ext>
            </a:extLst>
          </p:cNvPr>
          <p:cNvCxnSpPr>
            <a:cxnSpLocks/>
          </p:cNvCxnSpPr>
          <p:nvPr/>
        </p:nvCxnSpPr>
        <p:spPr>
          <a:xfrm flipV="1">
            <a:off x="3335943" y="3972017"/>
            <a:ext cx="0" cy="53394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4" name="Gerader Verbinder 33">
            <a:extLst>
              <a:ext uri="{FF2B5EF4-FFF2-40B4-BE49-F238E27FC236}">
                <a16:creationId xmlns:a16="http://schemas.microsoft.com/office/drawing/2014/main" id="{240BD690-D87C-80FF-C4E1-C2B2B6BAC312}"/>
              </a:ext>
            </a:extLst>
          </p:cNvPr>
          <p:cNvCxnSpPr>
            <a:cxnSpLocks/>
          </p:cNvCxnSpPr>
          <p:nvPr/>
        </p:nvCxnSpPr>
        <p:spPr>
          <a:xfrm flipV="1">
            <a:off x="5947986" y="3972017"/>
            <a:ext cx="0" cy="53394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5" name="Gerader Verbinder 34">
            <a:extLst>
              <a:ext uri="{FF2B5EF4-FFF2-40B4-BE49-F238E27FC236}">
                <a16:creationId xmlns:a16="http://schemas.microsoft.com/office/drawing/2014/main" id="{56DFC312-C0BE-2409-68BD-66B24F94F618}"/>
              </a:ext>
            </a:extLst>
          </p:cNvPr>
          <p:cNvCxnSpPr>
            <a:cxnSpLocks/>
          </p:cNvCxnSpPr>
          <p:nvPr/>
        </p:nvCxnSpPr>
        <p:spPr>
          <a:xfrm flipV="1">
            <a:off x="8479443" y="3972017"/>
            <a:ext cx="0" cy="533948"/>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30981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D094F-D5E8-85F5-83BC-A4979AF7B81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14517E8-4A5E-AF5E-F4D7-4A642AE1F17C}"/>
              </a:ext>
            </a:extLst>
          </p:cNvPr>
          <p:cNvSpPr>
            <a:spLocks noGrp="1"/>
          </p:cNvSpPr>
          <p:nvPr>
            <p:ph type="title"/>
          </p:nvPr>
        </p:nvSpPr>
        <p:spPr/>
        <p:txBody>
          <a:bodyPr/>
          <a:lstStyle/>
          <a:p>
            <a:r>
              <a:rPr lang="de-DE" dirty="0"/>
              <a:t>Beispiel: Vererbung</a:t>
            </a:r>
          </a:p>
        </p:txBody>
      </p:sp>
      <p:sp>
        <p:nvSpPr>
          <p:cNvPr id="5" name="Rechteck 4">
            <a:extLst>
              <a:ext uri="{FF2B5EF4-FFF2-40B4-BE49-F238E27FC236}">
                <a16:creationId xmlns:a16="http://schemas.microsoft.com/office/drawing/2014/main" id="{25463F79-7CED-2ADF-E1EB-AFB54AC1940D}"/>
              </a:ext>
            </a:extLst>
          </p:cNvPr>
          <p:cNvSpPr/>
          <p:nvPr/>
        </p:nvSpPr>
        <p:spPr>
          <a:xfrm>
            <a:off x="2150686" y="4505965"/>
            <a:ext cx="2370514"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Hund</a:t>
            </a:r>
            <a:r>
              <a:rPr lang="de-DE" sz="2400" dirty="0"/>
              <a:t> </a:t>
            </a:r>
            <a:r>
              <a:rPr lang="de-DE" sz="2400" b="1" dirty="0">
                <a:solidFill>
                  <a:srgbClr val="254061"/>
                </a:solidFill>
              </a:rPr>
              <a:t> </a:t>
            </a:r>
            <a:endParaRPr lang="de-DE" sz="2800" b="1" dirty="0">
              <a:solidFill>
                <a:srgbClr val="254061"/>
              </a:solidFill>
            </a:endParaRPr>
          </a:p>
        </p:txBody>
      </p:sp>
      <p:sp>
        <p:nvSpPr>
          <p:cNvPr id="7" name="Rechteck 6">
            <a:extLst>
              <a:ext uri="{FF2B5EF4-FFF2-40B4-BE49-F238E27FC236}">
                <a16:creationId xmlns:a16="http://schemas.microsoft.com/office/drawing/2014/main" id="{17580F1B-6B7D-EC46-21C9-15BB4F790DBF}"/>
              </a:ext>
            </a:extLst>
          </p:cNvPr>
          <p:cNvSpPr/>
          <p:nvPr/>
        </p:nvSpPr>
        <p:spPr>
          <a:xfrm>
            <a:off x="2150686" y="5120062"/>
            <a:ext cx="2370514" cy="443938"/>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9" name="Rechteck 8">
            <a:extLst>
              <a:ext uri="{FF2B5EF4-FFF2-40B4-BE49-F238E27FC236}">
                <a16:creationId xmlns:a16="http://schemas.microsoft.com/office/drawing/2014/main" id="{3EDBCB52-B257-8FF8-C347-E4A526A2CE04}"/>
              </a:ext>
            </a:extLst>
          </p:cNvPr>
          <p:cNvSpPr/>
          <p:nvPr/>
        </p:nvSpPr>
        <p:spPr>
          <a:xfrm>
            <a:off x="2150686" y="5553269"/>
            <a:ext cx="2370514" cy="4954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10" name="Rechteck 9">
            <a:extLst>
              <a:ext uri="{FF2B5EF4-FFF2-40B4-BE49-F238E27FC236}">
                <a16:creationId xmlns:a16="http://schemas.microsoft.com/office/drawing/2014/main" id="{2A412016-11B5-CD8F-5A81-B154CCA51FC1}"/>
              </a:ext>
            </a:extLst>
          </p:cNvPr>
          <p:cNvSpPr/>
          <p:nvPr/>
        </p:nvSpPr>
        <p:spPr>
          <a:xfrm>
            <a:off x="4779586" y="4505965"/>
            <a:ext cx="2370514"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Katze  </a:t>
            </a:r>
            <a:endParaRPr lang="de-DE" sz="2800" b="1" dirty="0">
              <a:solidFill>
                <a:srgbClr val="254061"/>
              </a:solidFill>
            </a:endParaRPr>
          </a:p>
        </p:txBody>
      </p:sp>
      <p:sp>
        <p:nvSpPr>
          <p:cNvPr id="11" name="Rechteck 10">
            <a:extLst>
              <a:ext uri="{FF2B5EF4-FFF2-40B4-BE49-F238E27FC236}">
                <a16:creationId xmlns:a16="http://schemas.microsoft.com/office/drawing/2014/main" id="{6350CB52-7F84-717D-BD9D-07C5B41BF9A8}"/>
              </a:ext>
            </a:extLst>
          </p:cNvPr>
          <p:cNvSpPr/>
          <p:nvPr/>
        </p:nvSpPr>
        <p:spPr>
          <a:xfrm>
            <a:off x="4779586" y="5120062"/>
            <a:ext cx="2370514" cy="443938"/>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12" name="Rechteck 11">
            <a:extLst>
              <a:ext uri="{FF2B5EF4-FFF2-40B4-BE49-F238E27FC236}">
                <a16:creationId xmlns:a16="http://schemas.microsoft.com/office/drawing/2014/main" id="{0F486D26-792C-3ABE-C613-257CF8618916}"/>
              </a:ext>
            </a:extLst>
          </p:cNvPr>
          <p:cNvSpPr/>
          <p:nvPr/>
        </p:nvSpPr>
        <p:spPr>
          <a:xfrm>
            <a:off x="4779586" y="5553269"/>
            <a:ext cx="2370514" cy="4954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13" name="Rechteck 12">
            <a:extLst>
              <a:ext uri="{FF2B5EF4-FFF2-40B4-BE49-F238E27FC236}">
                <a16:creationId xmlns:a16="http://schemas.microsoft.com/office/drawing/2014/main" id="{6589F4EB-C5DE-4C7B-B0F0-8394E80B8B5A}"/>
              </a:ext>
            </a:extLst>
          </p:cNvPr>
          <p:cNvSpPr/>
          <p:nvPr/>
        </p:nvSpPr>
        <p:spPr>
          <a:xfrm>
            <a:off x="7408486" y="4505965"/>
            <a:ext cx="2370514"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Vogel  </a:t>
            </a:r>
            <a:endParaRPr lang="de-DE" sz="2800" b="1" dirty="0">
              <a:solidFill>
                <a:srgbClr val="254061"/>
              </a:solidFill>
            </a:endParaRPr>
          </a:p>
        </p:txBody>
      </p:sp>
      <p:sp>
        <p:nvSpPr>
          <p:cNvPr id="14" name="Rechteck 13">
            <a:extLst>
              <a:ext uri="{FF2B5EF4-FFF2-40B4-BE49-F238E27FC236}">
                <a16:creationId xmlns:a16="http://schemas.microsoft.com/office/drawing/2014/main" id="{20B32587-9A2E-B7A6-E917-E03B2BB82663}"/>
              </a:ext>
            </a:extLst>
          </p:cNvPr>
          <p:cNvSpPr/>
          <p:nvPr/>
        </p:nvSpPr>
        <p:spPr>
          <a:xfrm>
            <a:off x="7408486" y="5120062"/>
            <a:ext cx="2370514" cy="443938"/>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15" name="Rechteck 14">
            <a:extLst>
              <a:ext uri="{FF2B5EF4-FFF2-40B4-BE49-F238E27FC236}">
                <a16:creationId xmlns:a16="http://schemas.microsoft.com/office/drawing/2014/main" id="{C912CAD0-0FB0-6D5F-E8C3-6EC048CA7A51}"/>
              </a:ext>
            </a:extLst>
          </p:cNvPr>
          <p:cNvSpPr/>
          <p:nvPr/>
        </p:nvSpPr>
        <p:spPr>
          <a:xfrm>
            <a:off x="7408486" y="5553269"/>
            <a:ext cx="2370514" cy="4954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19" name="Rechteck 18">
            <a:extLst>
              <a:ext uri="{FF2B5EF4-FFF2-40B4-BE49-F238E27FC236}">
                <a16:creationId xmlns:a16="http://schemas.microsoft.com/office/drawing/2014/main" id="{74D583DD-CDBB-1487-7495-CC2DC33FBB1F}"/>
              </a:ext>
            </a:extLst>
          </p:cNvPr>
          <p:cNvSpPr/>
          <p:nvPr/>
        </p:nvSpPr>
        <p:spPr>
          <a:xfrm>
            <a:off x="4779586" y="1885746"/>
            <a:ext cx="2370514"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Tier</a:t>
            </a:r>
            <a:r>
              <a:rPr lang="de-DE" sz="2400" dirty="0"/>
              <a:t> </a:t>
            </a:r>
            <a:r>
              <a:rPr lang="de-DE" sz="2400" b="1" dirty="0">
                <a:solidFill>
                  <a:srgbClr val="254061"/>
                </a:solidFill>
              </a:rPr>
              <a:t> </a:t>
            </a:r>
            <a:endParaRPr lang="de-DE" sz="2800" b="1" dirty="0">
              <a:solidFill>
                <a:srgbClr val="254061"/>
              </a:solidFill>
            </a:endParaRPr>
          </a:p>
        </p:txBody>
      </p:sp>
      <p:sp>
        <p:nvSpPr>
          <p:cNvPr id="20" name="Rechteck 19">
            <a:extLst>
              <a:ext uri="{FF2B5EF4-FFF2-40B4-BE49-F238E27FC236}">
                <a16:creationId xmlns:a16="http://schemas.microsoft.com/office/drawing/2014/main" id="{DFDC3A59-E960-8F24-A64D-8978E805C247}"/>
              </a:ext>
            </a:extLst>
          </p:cNvPr>
          <p:cNvSpPr/>
          <p:nvPr/>
        </p:nvSpPr>
        <p:spPr>
          <a:xfrm>
            <a:off x="4779586" y="2499843"/>
            <a:ext cx="2370514" cy="443938"/>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21" name="Rechteck 20">
            <a:extLst>
              <a:ext uri="{FF2B5EF4-FFF2-40B4-BE49-F238E27FC236}">
                <a16:creationId xmlns:a16="http://schemas.microsoft.com/office/drawing/2014/main" id="{F0ADEA0B-46A2-2944-FD47-7C56EA8A6D8B}"/>
              </a:ext>
            </a:extLst>
          </p:cNvPr>
          <p:cNvSpPr/>
          <p:nvPr/>
        </p:nvSpPr>
        <p:spPr>
          <a:xfrm>
            <a:off x="4779586" y="2933050"/>
            <a:ext cx="2370514" cy="4954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cxnSp>
        <p:nvCxnSpPr>
          <p:cNvPr id="31" name="Gerader Verbinder 30">
            <a:extLst>
              <a:ext uri="{FF2B5EF4-FFF2-40B4-BE49-F238E27FC236}">
                <a16:creationId xmlns:a16="http://schemas.microsoft.com/office/drawing/2014/main" id="{FDBE9746-2A13-16A2-C81A-58914F4C6006}"/>
              </a:ext>
            </a:extLst>
          </p:cNvPr>
          <p:cNvCxnSpPr>
            <a:cxnSpLocks/>
          </p:cNvCxnSpPr>
          <p:nvPr/>
        </p:nvCxnSpPr>
        <p:spPr>
          <a:xfrm flipV="1">
            <a:off x="5947986" y="3466552"/>
            <a:ext cx="0" cy="533948"/>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2" name="Gleichschenkliges Dreieck 31">
            <a:extLst>
              <a:ext uri="{FF2B5EF4-FFF2-40B4-BE49-F238E27FC236}">
                <a16:creationId xmlns:a16="http://schemas.microsoft.com/office/drawing/2014/main" id="{22D572D5-8580-B5C1-FD60-744E6BFB1D32}"/>
              </a:ext>
            </a:extLst>
          </p:cNvPr>
          <p:cNvSpPr/>
          <p:nvPr/>
        </p:nvSpPr>
        <p:spPr>
          <a:xfrm>
            <a:off x="5776536" y="3439929"/>
            <a:ext cx="342900" cy="303994"/>
          </a:xfrm>
          <a:prstGeom prst="triangl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6" name="Gerader Verbinder 5">
            <a:extLst>
              <a:ext uri="{FF2B5EF4-FFF2-40B4-BE49-F238E27FC236}">
                <a16:creationId xmlns:a16="http://schemas.microsoft.com/office/drawing/2014/main" id="{61CD9E24-A948-3DFA-4FAB-69150591276A}"/>
              </a:ext>
            </a:extLst>
          </p:cNvPr>
          <p:cNvCxnSpPr>
            <a:cxnSpLocks/>
          </p:cNvCxnSpPr>
          <p:nvPr/>
        </p:nvCxnSpPr>
        <p:spPr>
          <a:xfrm>
            <a:off x="3335943" y="4000500"/>
            <a:ext cx="51435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 name="Gerader Verbinder 7">
            <a:extLst>
              <a:ext uri="{FF2B5EF4-FFF2-40B4-BE49-F238E27FC236}">
                <a16:creationId xmlns:a16="http://schemas.microsoft.com/office/drawing/2014/main" id="{C884311A-31B6-7A1A-7E8B-9F428282E6BA}"/>
              </a:ext>
            </a:extLst>
          </p:cNvPr>
          <p:cNvCxnSpPr>
            <a:cxnSpLocks/>
          </p:cNvCxnSpPr>
          <p:nvPr/>
        </p:nvCxnSpPr>
        <p:spPr>
          <a:xfrm flipV="1">
            <a:off x="3335943" y="3972017"/>
            <a:ext cx="0" cy="53394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4" name="Gerader Verbinder 33">
            <a:extLst>
              <a:ext uri="{FF2B5EF4-FFF2-40B4-BE49-F238E27FC236}">
                <a16:creationId xmlns:a16="http://schemas.microsoft.com/office/drawing/2014/main" id="{F8A44C99-0A40-5192-E360-39F4D5143B16}"/>
              </a:ext>
            </a:extLst>
          </p:cNvPr>
          <p:cNvCxnSpPr>
            <a:cxnSpLocks/>
          </p:cNvCxnSpPr>
          <p:nvPr/>
        </p:nvCxnSpPr>
        <p:spPr>
          <a:xfrm flipV="1">
            <a:off x="5947986" y="3972017"/>
            <a:ext cx="0" cy="53394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5" name="Gerader Verbinder 34">
            <a:extLst>
              <a:ext uri="{FF2B5EF4-FFF2-40B4-BE49-F238E27FC236}">
                <a16:creationId xmlns:a16="http://schemas.microsoft.com/office/drawing/2014/main" id="{D3211AD8-297B-28DB-5067-FE5AEF6FDFF4}"/>
              </a:ext>
            </a:extLst>
          </p:cNvPr>
          <p:cNvCxnSpPr>
            <a:cxnSpLocks/>
          </p:cNvCxnSpPr>
          <p:nvPr/>
        </p:nvCxnSpPr>
        <p:spPr>
          <a:xfrm flipV="1">
            <a:off x="8479443" y="3972017"/>
            <a:ext cx="0" cy="533948"/>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46967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E51FAB-B904-7412-C0F1-78C65EA7DB6D}"/>
              </a:ext>
            </a:extLst>
          </p:cNvPr>
          <p:cNvSpPr>
            <a:spLocks noGrp="1"/>
          </p:cNvSpPr>
          <p:nvPr>
            <p:ph type="title"/>
          </p:nvPr>
        </p:nvSpPr>
        <p:spPr/>
        <p:txBody>
          <a:bodyPr/>
          <a:lstStyle/>
          <a:p>
            <a:r>
              <a:rPr lang="de-DE" dirty="0"/>
              <a:t>Beispiel: Klassendiagramm</a:t>
            </a:r>
          </a:p>
        </p:txBody>
      </p:sp>
      <p:grpSp>
        <p:nvGrpSpPr>
          <p:cNvPr id="10" name="Gruppieren 9">
            <a:extLst>
              <a:ext uri="{FF2B5EF4-FFF2-40B4-BE49-F238E27FC236}">
                <a16:creationId xmlns:a16="http://schemas.microsoft.com/office/drawing/2014/main" id="{AA457E32-D425-D4B6-6FDC-B8E33C1C206C}"/>
              </a:ext>
            </a:extLst>
          </p:cNvPr>
          <p:cNvGrpSpPr/>
          <p:nvPr/>
        </p:nvGrpSpPr>
        <p:grpSpPr>
          <a:xfrm>
            <a:off x="3941386" y="2155479"/>
            <a:ext cx="2027614" cy="1019521"/>
            <a:chOff x="3179386" y="2409479"/>
            <a:chExt cx="2027614" cy="1019521"/>
          </a:xfrm>
        </p:grpSpPr>
        <p:sp>
          <p:nvSpPr>
            <p:cNvPr id="5" name="Rechteck 4">
              <a:extLst>
                <a:ext uri="{FF2B5EF4-FFF2-40B4-BE49-F238E27FC236}">
                  <a16:creationId xmlns:a16="http://schemas.microsoft.com/office/drawing/2014/main" id="{8520C7D7-AE90-5743-4334-8169E51493AA}"/>
                </a:ext>
              </a:extLst>
            </p:cNvPr>
            <p:cNvSpPr/>
            <p:nvPr/>
          </p:nvSpPr>
          <p:spPr>
            <a:xfrm>
              <a:off x="3179386" y="2409479"/>
              <a:ext cx="2027614" cy="312335"/>
            </a:xfrm>
            <a:prstGeom prst="rect">
              <a:avLst/>
            </a:prstGeom>
            <a:solidFill>
              <a:schemeClr val="bg1">
                <a:lumMod val="95000"/>
              </a:schemeClr>
            </a:solidFill>
            <a:ln w="1905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dirty="0">
                  <a:solidFill>
                    <a:srgbClr val="254061"/>
                  </a:solidFill>
                </a:rPr>
                <a:t>Patient</a:t>
              </a:r>
              <a:r>
                <a:rPr lang="de-DE" sz="2400" dirty="0"/>
                <a:t> </a:t>
              </a:r>
              <a:r>
                <a:rPr lang="de-DE" sz="2400" b="1" dirty="0">
                  <a:solidFill>
                    <a:srgbClr val="254061"/>
                  </a:solidFill>
                </a:rPr>
                <a:t> </a:t>
              </a:r>
              <a:endParaRPr lang="de-DE" sz="2800" b="1" dirty="0">
                <a:solidFill>
                  <a:srgbClr val="254061"/>
                </a:solidFill>
              </a:endParaRPr>
            </a:p>
          </p:txBody>
        </p:sp>
        <p:sp>
          <p:nvSpPr>
            <p:cNvPr id="7" name="Rechteck 6">
              <a:extLst>
                <a:ext uri="{FF2B5EF4-FFF2-40B4-BE49-F238E27FC236}">
                  <a16:creationId xmlns:a16="http://schemas.microsoft.com/office/drawing/2014/main" id="{5512BB31-D58D-7085-FA62-DF3D8AA957F2}"/>
                </a:ext>
              </a:extLst>
            </p:cNvPr>
            <p:cNvSpPr/>
            <p:nvPr/>
          </p:nvSpPr>
          <p:spPr>
            <a:xfrm>
              <a:off x="3179386" y="2721814"/>
              <a:ext cx="2027614" cy="458877"/>
            </a:xfrm>
            <a:prstGeom prst="rect">
              <a:avLst/>
            </a:prstGeom>
            <a:solidFill>
              <a:schemeClr val="bg1">
                <a:lumMod val="95000"/>
              </a:schemeClr>
            </a:solidFill>
            <a:ln w="1905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9" name="Rechteck 8">
              <a:extLst>
                <a:ext uri="{FF2B5EF4-FFF2-40B4-BE49-F238E27FC236}">
                  <a16:creationId xmlns:a16="http://schemas.microsoft.com/office/drawing/2014/main" id="{637D86EB-8FC4-EA9F-F21F-0E0D262E043D}"/>
                </a:ext>
              </a:extLst>
            </p:cNvPr>
            <p:cNvSpPr/>
            <p:nvPr/>
          </p:nvSpPr>
          <p:spPr>
            <a:xfrm>
              <a:off x="3179386" y="3180691"/>
              <a:ext cx="2027614" cy="248309"/>
            </a:xfrm>
            <a:prstGeom prst="rect">
              <a:avLst/>
            </a:prstGeom>
            <a:solidFill>
              <a:schemeClr val="bg1">
                <a:lumMod val="95000"/>
              </a:schemeClr>
            </a:solidFill>
            <a:ln w="1905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grpSp>
      <p:grpSp>
        <p:nvGrpSpPr>
          <p:cNvPr id="11" name="Gruppieren 10">
            <a:extLst>
              <a:ext uri="{FF2B5EF4-FFF2-40B4-BE49-F238E27FC236}">
                <a16:creationId xmlns:a16="http://schemas.microsoft.com/office/drawing/2014/main" id="{2234E537-53D9-DF06-4C74-98408A31DFC2}"/>
              </a:ext>
            </a:extLst>
          </p:cNvPr>
          <p:cNvGrpSpPr/>
          <p:nvPr/>
        </p:nvGrpSpPr>
        <p:grpSpPr>
          <a:xfrm>
            <a:off x="5102874" y="4683991"/>
            <a:ext cx="2027614" cy="1019521"/>
            <a:chOff x="3179386" y="2409479"/>
            <a:chExt cx="2027614" cy="1019521"/>
          </a:xfrm>
        </p:grpSpPr>
        <p:sp>
          <p:nvSpPr>
            <p:cNvPr id="12" name="Rechteck 11">
              <a:extLst>
                <a:ext uri="{FF2B5EF4-FFF2-40B4-BE49-F238E27FC236}">
                  <a16:creationId xmlns:a16="http://schemas.microsoft.com/office/drawing/2014/main" id="{F5DB2AC9-DCB5-4CF6-4CAC-82A5A99C4A0E}"/>
                </a:ext>
              </a:extLst>
            </p:cNvPr>
            <p:cNvSpPr/>
            <p:nvPr/>
          </p:nvSpPr>
          <p:spPr>
            <a:xfrm>
              <a:off x="3179386" y="2409479"/>
              <a:ext cx="2027614" cy="312335"/>
            </a:xfrm>
            <a:prstGeom prst="rect">
              <a:avLst/>
            </a:prstGeom>
            <a:solidFill>
              <a:schemeClr val="bg1">
                <a:lumMod val="95000"/>
              </a:schemeClr>
            </a:solidFill>
            <a:ln w="1905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dirty="0" err="1">
                  <a:solidFill>
                    <a:srgbClr val="254061"/>
                  </a:solidFill>
                </a:rPr>
                <a:t>PrivatPatient</a:t>
              </a:r>
              <a:r>
                <a:rPr lang="de-DE" sz="2400" dirty="0"/>
                <a:t> </a:t>
              </a:r>
              <a:r>
                <a:rPr lang="de-DE" sz="2400" b="1" dirty="0">
                  <a:solidFill>
                    <a:srgbClr val="254061"/>
                  </a:solidFill>
                </a:rPr>
                <a:t> </a:t>
              </a:r>
              <a:endParaRPr lang="de-DE" sz="2800" b="1" dirty="0">
                <a:solidFill>
                  <a:srgbClr val="254061"/>
                </a:solidFill>
              </a:endParaRPr>
            </a:p>
          </p:txBody>
        </p:sp>
        <p:sp>
          <p:nvSpPr>
            <p:cNvPr id="13" name="Rechteck 12">
              <a:extLst>
                <a:ext uri="{FF2B5EF4-FFF2-40B4-BE49-F238E27FC236}">
                  <a16:creationId xmlns:a16="http://schemas.microsoft.com/office/drawing/2014/main" id="{BDBE40A0-AAD1-18BE-48AA-695C6D942D0F}"/>
                </a:ext>
              </a:extLst>
            </p:cNvPr>
            <p:cNvSpPr/>
            <p:nvPr/>
          </p:nvSpPr>
          <p:spPr>
            <a:xfrm>
              <a:off x="3179386" y="2721814"/>
              <a:ext cx="2027614" cy="458877"/>
            </a:xfrm>
            <a:prstGeom prst="rect">
              <a:avLst/>
            </a:prstGeom>
            <a:solidFill>
              <a:schemeClr val="bg1">
                <a:lumMod val="95000"/>
              </a:schemeClr>
            </a:solidFill>
            <a:ln w="1905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14" name="Rechteck 13">
              <a:extLst>
                <a:ext uri="{FF2B5EF4-FFF2-40B4-BE49-F238E27FC236}">
                  <a16:creationId xmlns:a16="http://schemas.microsoft.com/office/drawing/2014/main" id="{5F41057D-26DC-7495-CC60-8A781E2F2225}"/>
                </a:ext>
              </a:extLst>
            </p:cNvPr>
            <p:cNvSpPr/>
            <p:nvPr/>
          </p:nvSpPr>
          <p:spPr>
            <a:xfrm>
              <a:off x="3179386" y="3180691"/>
              <a:ext cx="2027614" cy="248309"/>
            </a:xfrm>
            <a:prstGeom prst="rect">
              <a:avLst/>
            </a:prstGeom>
            <a:solidFill>
              <a:schemeClr val="bg1">
                <a:lumMod val="95000"/>
              </a:schemeClr>
            </a:solidFill>
            <a:ln w="1905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grpSp>
      <p:grpSp>
        <p:nvGrpSpPr>
          <p:cNvPr id="15" name="Gruppieren 14">
            <a:extLst>
              <a:ext uri="{FF2B5EF4-FFF2-40B4-BE49-F238E27FC236}">
                <a16:creationId xmlns:a16="http://schemas.microsoft.com/office/drawing/2014/main" id="{0E29CF2D-DFDB-3C6C-73B1-B0A866D63FF7}"/>
              </a:ext>
            </a:extLst>
          </p:cNvPr>
          <p:cNvGrpSpPr/>
          <p:nvPr/>
        </p:nvGrpSpPr>
        <p:grpSpPr>
          <a:xfrm>
            <a:off x="2855765" y="4683991"/>
            <a:ext cx="2027614" cy="1019521"/>
            <a:chOff x="3179386" y="2409479"/>
            <a:chExt cx="2027614" cy="1019521"/>
          </a:xfrm>
        </p:grpSpPr>
        <p:sp>
          <p:nvSpPr>
            <p:cNvPr id="16" name="Rechteck 15">
              <a:extLst>
                <a:ext uri="{FF2B5EF4-FFF2-40B4-BE49-F238E27FC236}">
                  <a16:creationId xmlns:a16="http://schemas.microsoft.com/office/drawing/2014/main" id="{F5AB0BCF-D70C-1681-8893-5FB42F270418}"/>
                </a:ext>
              </a:extLst>
            </p:cNvPr>
            <p:cNvSpPr/>
            <p:nvPr/>
          </p:nvSpPr>
          <p:spPr>
            <a:xfrm>
              <a:off x="3179386" y="2409479"/>
              <a:ext cx="2027614" cy="312335"/>
            </a:xfrm>
            <a:prstGeom prst="rect">
              <a:avLst/>
            </a:prstGeom>
            <a:solidFill>
              <a:schemeClr val="bg1">
                <a:lumMod val="95000"/>
              </a:schemeClr>
            </a:solidFill>
            <a:ln w="1905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dirty="0" err="1">
                  <a:solidFill>
                    <a:srgbClr val="254061"/>
                  </a:solidFill>
                </a:rPr>
                <a:t>KassenPatient</a:t>
              </a:r>
              <a:r>
                <a:rPr lang="de-DE" sz="2000" dirty="0"/>
                <a:t> </a:t>
              </a:r>
              <a:r>
                <a:rPr lang="de-DE" sz="2000" b="1" dirty="0">
                  <a:solidFill>
                    <a:srgbClr val="254061"/>
                  </a:solidFill>
                </a:rPr>
                <a:t> </a:t>
              </a:r>
              <a:endParaRPr lang="de-DE" sz="2400" b="1" dirty="0">
                <a:solidFill>
                  <a:srgbClr val="254061"/>
                </a:solidFill>
              </a:endParaRPr>
            </a:p>
          </p:txBody>
        </p:sp>
        <p:sp>
          <p:nvSpPr>
            <p:cNvPr id="17" name="Rechteck 16">
              <a:extLst>
                <a:ext uri="{FF2B5EF4-FFF2-40B4-BE49-F238E27FC236}">
                  <a16:creationId xmlns:a16="http://schemas.microsoft.com/office/drawing/2014/main" id="{9D61296D-9F62-F390-C61C-726573FDD89D}"/>
                </a:ext>
              </a:extLst>
            </p:cNvPr>
            <p:cNvSpPr/>
            <p:nvPr/>
          </p:nvSpPr>
          <p:spPr>
            <a:xfrm>
              <a:off x="3179386" y="2721814"/>
              <a:ext cx="2027614" cy="458877"/>
            </a:xfrm>
            <a:prstGeom prst="rect">
              <a:avLst/>
            </a:prstGeom>
            <a:solidFill>
              <a:schemeClr val="bg1">
                <a:lumMod val="95000"/>
              </a:schemeClr>
            </a:solidFill>
            <a:ln w="1905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18" name="Rechteck 17">
              <a:extLst>
                <a:ext uri="{FF2B5EF4-FFF2-40B4-BE49-F238E27FC236}">
                  <a16:creationId xmlns:a16="http://schemas.microsoft.com/office/drawing/2014/main" id="{8D96001E-1E85-7ED5-E2B9-0AC921A8DE8E}"/>
                </a:ext>
              </a:extLst>
            </p:cNvPr>
            <p:cNvSpPr/>
            <p:nvPr/>
          </p:nvSpPr>
          <p:spPr>
            <a:xfrm>
              <a:off x="3179386" y="3180691"/>
              <a:ext cx="2027614" cy="248309"/>
            </a:xfrm>
            <a:prstGeom prst="rect">
              <a:avLst/>
            </a:prstGeom>
            <a:solidFill>
              <a:schemeClr val="bg1">
                <a:lumMod val="95000"/>
              </a:schemeClr>
            </a:solidFill>
            <a:ln w="1905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grpSp>
      <p:sp>
        <p:nvSpPr>
          <p:cNvPr id="24" name="Gleichschenkliges Dreieck 23">
            <a:extLst>
              <a:ext uri="{FF2B5EF4-FFF2-40B4-BE49-F238E27FC236}">
                <a16:creationId xmlns:a16="http://schemas.microsoft.com/office/drawing/2014/main" id="{D41E1AB4-0A2B-F368-0AA4-BB9A2551E79E}"/>
              </a:ext>
            </a:extLst>
          </p:cNvPr>
          <p:cNvSpPr/>
          <p:nvPr/>
        </p:nvSpPr>
        <p:spPr>
          <a:xfrm>
            <a:off x="4883379" y="3168432"/>
            <a:ext cx="342900" cy="303994"/>
          </a:xfrm>
          <a:prstGeom prst="triangl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25" name="Gerader Verbinder 24">
            <a:extLst>
              <a:ext uri="{FF2B5EF4-FFF2-40B4-BE49-F238E27FC236}">
                <a16:creationId xmlns:a16="http://schemas.microsoft.com/office/drawing/2014/main" id="{8565C6A3-78B7-AF42-9A3C-5EC01C99E290}"/>
              </a:ext>
            </a:extLst>
          </p:cNvPr>
          <p:cNvCxnSpPr>
            <a:cxnSpLocks/>
          </p:cNvCxnSpPr>
          <p:nvPr/>
        </p:nvCxnSpPr>
        <p:spPr>
          <a:xfrm flipV="1">
            <a:off x="5054829" y="3483744"/>
            <a:ext cx="0" cy="97416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60502089-BD97-59B3-C828-F06C3D64B993}"/>
              </a:ext>
            </a:extLst>
          </p:cNvPr>
          <p:cNvCxnSpPr>
            <a:cxnSpLocks/>
          </p:cNvCxnSpPr>
          <p:nvPr/>
        </p:nvCxnSpPr>
        <p:spPr>
          <a:xfrm>
            <a:off x="3941386" y="4450170"/>
            <a:ext cx="2027614" cy="3018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2" name="Gerader Verbinder 31">
            <a:extLst>
              <a:ext uri="{FF2B5EF4-FFF2-40B4-BE49-F238E27FC236}">
                <a16:creationId xmlns:a16="http://schemas.microsoft.com/office/drawing/2014/main" id="{3FAE8548-836F-F79F-8354-13915FE47671}"/>
              </a:ext>
            </a:extLst>
          </p:cNvPr>
          <p:cNvCxnSpPr>
            <a:cxnSpLocks/>
          </p:cNvCxnSpPr>
          <p:nvPr/>
        </p:nvCxnSpPr>
        <p:spPr>
          <a:xfrm flipV="1">
            <a:off x="5961291" y="4465263"/>
            <a:ext cx="0" cy="21872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4" name="Gerader Verbinder 33">
            <a:extLst>
              <a:ext uri="{FF2B5EF4-FFF2-40B4-BE49-F238E27FC236}">
                <a16:creationId xmlns:a16="http://schemas.microsoft.com/office/drawing/2014/main" id="{1C1BF08E-1D2E-0686-158C-41E7310CFA63}"/>
              </a:ext>
            </a:extLst>
          </p:cNvPr>
          <p:cNvCxnSpPr>
            <a:cxnSpLocks/>
          </p:cNvCxnSpPr>
          <p:nvPr/>
        </p:nvCxnSpPr>
        <p:spPr>
          <a:xfrm flipV="1">
            <a:off x="3944789" y="4460500"/>
            <a:ext cx="0" cy="218728"/>
          </a:xfrm>
          <a:prstGeom prst="line">
            <a:avLst/>
          </a:prstGeom>
          <a:ln w="28575"/>
        </p:spPr>
        <p:style>
          <a:lnRef idx="1">
            <a:schemeClr val="accent1"/>
          </a:lnRef>
          <a:fillRef idx="0">
            <a:schemeClr val="accent1"/>
          </a:fillRef>
          <a:effectRef idx="0">
            <a:schemeClr val="accent1"/>
          </a:effectRef>
          <a:fontRef idx="minor">
            <a:schemeClr val="tx1"/>
          </a:fontRef>
        </p:style>
      </p:cxnSp>
      <p:grpSp>
        <p:nvGrpSpPr>
          <p:cNvPr id="35" name="Gruppieren 34">
            <a:extLst>
              <a:ext uri="{FF2B5EF4-FFF2-40B4-BE49-F238E27FC236}">
                <a16:creationId xmlns:a16="http://schemas.microsoft.com/office/drawing/2014/main" id="{C73ABE5E-8D76-C79A-59C2-41D612608415}"/>
              </a:ext>
            </a:extLst>
          </p:cNvPr>
          <p:cNvGrpSpPr/>
          <p:nvPr/>
        </p:nvGrpSpPr>
        <p:grpSpPr>
          <a:xfrm>
            <a:off x="6662711" y="2155479"/>
            <a:ext cx="2027614" cy="1019521"/>
            <a:chOff x="3179386" y="2409479"/>
            <a:chExt cx="2027614" cy="1019521"/>
          </a:xfrm>
        </p:grpSpPr>
        <p:sp>
          <p:nvSpPr>
            <p:cNvPr id="36" name="Rechteck 35">
              <a:extLst>
                <a:ext uri="{FF2B5EF4-FFF2-40B4-BE49-F238E27FC236}">
                  <a16:creationId xmlns:a16="http://schemas.microsoft.com/office/drawing/2014/main" id="{3C72D9D5-AEBE-6D5A-F78C-AA492CB15742}"/>
                </a:ext>
              </a:extLst>
            </p:cNvPr>
            <p:cNvSpPr/>
            <p:nvPr/>
          </p:nvSpPr>
          <p:spPr>
            <a:xfrm>
              <a:off x="3179386" y="2409479"/>
              <a:ext cx="2027614" cy="312335"/>
            </a:xfrm>
            <a:prstGeom prst="rect">
              <a:avLst/>
            </a:prstGeom>
            <a:solidFill>
              <a:schemeClr val="bg1">
                <a:lumMod val="95000"/>
              </a:schemeClr>
            </a:solidFill>
            <a:ln w="1905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dirty="0">
                  <a:solidFill>
                    <a:srgbClr val="254061"/>
                  </a:solidFill>
                </a:rPr>
                <a:t>Arzt</a:t>
              </a:r>
              <a:r>
                <a:rPr lang="de-DE" sz="2400" dirty="0"/>
                <a:t> </a:t>
              </a:r>
              <a:r>
                <a:rPr lang="de-DE" sz="2400" b="1" dirty="0">
                  <a:solidFill>
                    <a:srgbClr val="254061"/>
                  </a:solidFill>
                </a:rPr>
                <a:t> </a:t>
              </a:r>
              <a:endParaRPr lang="de-DE" sz="2800" b="1" dirty="0">
                <a:solidFill>
                  <a:srgbClr val="254061"/>
                </a:solidFill>
              </a:endParaRPr>
            </a:p>
          </p:txBody>
        </p:sp>
        <p:sp>
          <p:nvSpPr>
            <p:cNvPr id="37" name="Rechteck 36">
              <a:extLst>
                <a:ext uri="{FF2B5EF4-FFF2-40B4-BE49-F238E27FC236}">
                  <a16:creationId xmlns:a16="http://schemas.microsoft.com/office/drawing/2014/main" id="{D3C2C1E5-B56F-20BA-3B0E-0E027A203D95}"/>
                </a:ext>
              </a:extLst>
            </p:cNvPr>
            <p:cNvSpPr/>
            <p:nvPr/>
          </p:nvSpPr>
          <p:spPr>
            <a:xfrm>
              <a:off x="3179386" y="2721814"/>
              <a:ext cx="2027614" cy="458877"/>
            </a:xfrm>
            <a:prstGeom prst="rect">
              <a:avLst/>
            </a:prstGeom>
            <a:solidFill>
              <a:schemeClr val="bg1">
                <a:lumMod val="95000"/>
              </a:schemeClr>
            </a:solidFill>
            <a:ln w="1905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38" name="Rechteck 37">
              <a:extLst>
                <a:ext uri="{FF2B5EF4-FFF2-40B4-BE49-F238E27FC236}">
                  <a16:creationId xmlns:a16="http://schemas.microsoft.com/office/drawing/2014/main" id="{2A674F47-5757-ADF7-8325-24E6D26981A7}"/>
                </a:ext>
              </a:extLst>
            </p:cNvPr>
            <p:cNvSpPr/>
            <p:nvPr/>
          </p:nvSpPr>
          <p:spPr>
            <a:xfrm>
              <a:off x="3179386" y="3180691"/>
              <a:ext cx="2027614" cy="248309"/>
            </a:xfrm>
            <a:prstGeom prst="rect">
              <a:avLst/>
            </a:prstGeom>
            <a:solidFill>
              <a:schemeClr val="bg1">
                <a:lumMod val="95000"/>
              </a:schemeClr>
            </a:solidFill>
            <a:ln w="1905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grpSp>
      <p:cxnSp>
        <p:nvCxnSpPr>
          <p:cNvPr id="39" name="Gerader Verbinder 38">
            <a:extLst>
              <a:ext uri="{FF2B5EF4-FFF2-40B4-BE49-F238E27FC236}">
                <a16:creationId xmlns:a16="http://schemas.microsoft.com/office/drawing/2014/main" id="{A0F6792B-BC84-9F37-C71B-D873B7583354}"/>
              </a:ext>
            </a:extLst>
          </p:cNvPr>
          <p:cNvCxnSpPr>
            <a:cxnSpLocks/>
          </p:cNvCxnSpPr>
          <p:nvPr/>
        </p:nvCxnSpPr>
        <p:spPr>
          <a:xfrm>
            <a:off x="5969000" y="2311646"/>
            <a:ext cx="683506" cy="0"/>
          </a:xfrm>
          <a:prstGeom prst="line">
            <a:avLst/>
          </a:prstGeom>
          <a:ln w="28575">
            <a:solidFill>
              <a:schemeClr val="tx1"/>
            </a:solidFill>
            <a:headEnd type="none" w="med" len="med"/>
            <a:tailEnd type="none" w="lg" len="lg"/>
          </a:ln>
        </p:spPr>
        <p:style>
          <a:lnRef idx="1">
            <a:schemeClr val="accent1"/>
          </a:lnRef>
          <a:fillRef idx="0">
            <a:schemeClr val="accent1"/>
          </a:fillRef>
          <a:effectRef idx="0">
            <a:schemeClr val="accent1"/>
          </a:effectRef>
          <a:fontRef idx="minor">
            <a:schemeClr val="tx1"/>
          </a:fontRef>
        </p:style>
      </p:cxnSp>
      <p:sp>
        <p:nvSpPr>
          <p:cNvPr id="40" name="Textfeld 39">
            <a:extLst>
              <a:ext uri="{FF2B5EF4-FFF2-40B4-BE49-F238E27FC236}">
                <a16:creationId xmlns:a16="http://schemas.microsoft.com/office/drawing/2014/main" id="{E3E58C6A-9019-CBDC-812B-E33A5DC25948}"/>
              </a:ext>
            </a:extLst>
          </p:cNvPr>
          <p:cNvSpPr txBox="1"/>
          <p:nvPr/>
        </p:nvSpPr>
        <p:spPr>
          <a:xfrm>
            <a:off x="5958795" y="2084068"/>
            <a:ext cx="693711" cy="369332"/>
          </a:xfrm>
          <a:prstGeom prst="rect">
            <a:avLst/>
          </a:prstGeom>
          <a:noFill/>
        </p:spPr>
        <p:txBody>
          <a:bodyPr wrap="square">
            <a:spAutoFit/>
          </a:bodyPr>
          <a:lstStyle/>
          <a:p>
            <a:pPr marL="0" marR="0" indent="0" algn="l">
              <a:buNone/>
            </a:pPr>
            <a:r>
              <a:rPr lang="de-DE" b="1" i="0" dirty="0">
                <a:solidFill>
                  <a:srgbClr val="012656"/>
                </a:solidFill>
                <a:effectLst/>
              </a:rPr>
              <a:t>*</a:t>
            </a:r>
            <a:endParaRPr lang="de-DE" b="1" i="0" dirty="0">
              <a:solidFill>
                <a:srgbClr val="101418"/>
              </a:solidFill>
              <a:effectLst/>
            </a:endParaRPr>
          </a:p>
        </p:txBody>
      </p:sp>
      <p:sp>
        <p:nvSpPr>
          <p:cNvPr id="42" name="Textfeld 41">
            <a:extLst>
              <a:ext uri="{FF2B5EF4-FFF2-40B4-BE49-F238E27FC236}">
                <a16:creationId xmlns:a16="http://schemas.microsoft.com/office/drawing/2014/main" id="{BCB43457-2931-C1F1-EA9F-EC38F73EF7B4}"/>
              </a:ext>
            </a:extLst>
          </p:cNvPr>
          <p:cNvSpPr txBox="1"/>
          <p:nvPr/>
        </p:nvSpPr>
        <p:spPr>
          <a:xfrm>
            <a:off x="6401580" y="2026918"/>
            <a:ext cx="693711" cy="369332"/>
          </a:xfrm>
          <a:prstGeom prst="rect">
            <a:avLst/>
          </a:prstGeom>
          <a:noFill/>
        </p:spPr>
        <p:txBody>
          <a:bodyPr wrap="square">
            <a:spAutoFit/>
          </a:bodyPr>
          <a:lstStyle/>
          <a:p>
            <a:pPr marL="0" marR="0" indent="0" algn="l">
              <a:buNone/>
            </a:pPr>
            <a:r>
              <a:rPr lang="de-DE" b="1" i="0" dirty="0">
                <a:solidFill>
                  <a:srgbClr val="012656"/>
                </a:solidFill>
                <a:effectLst/>
              </a:rPr>
              <a:t>1</a:t>
            </a:r>
            <a:endParaRPr lang="de-DE" b="1" i="0" dirty="0">
              <a:solidFill>
                <a:srgbClr val="101418"/>
              </a:solidFill>
              <a:effectLst/>
            </a:endParaRPr>
          </a:p>
        </p:txBody>
      </p:sp>
      <p:grpSp>
        <p:nvGrpSpPr>
          <p:cNvPr id="44" name="Gruppieren 43">
            <a:extLst>
              <a:ext uri="{FF2B5EF4-FFF2-40B4-BE49-F238E27FC236}">
                <a16:creationId xmlns:a16="http://schemas.microsoft.com/office/drawing/2014/main" id="{6D38F91D-5536-CA39-F48F-2E92140D6744}"/>
              </a:ext>
            </a:extLst>
          </p:cNvPr>
          <p:cNvGrpSpPr/>
          <p:nvPr/>
        </p:nvGrpSpPr>
        <p:grpSpPr>
          <a:xfrm>
            <a:off x="828151" y="2155479"/>
            <a:ext cx="2027614" cy="1019521"/>
            <a:chOff x="3179386" y="2409479"/>
            <a:chExt cx="2027614" cy="1019521"/>
          </a:xfrm>
        </p:grpSpPr>
        <p:sp>
          <p:nvSpPr>
            <p:cNvPr id="45" name="Rechteck 44">
              <a:extLst>
                <a:ext uri="{FF2B5EF4-FFF2-40B4-BE49-F238E27FC236}">
                  <a16:creationId xmlns:a16="http://schemas.microsoft.com/office/drawing/2014/main" id="{EDE92798-B6E1-ACC0-3C14-5B8F6A0E4A23}"/>
                </a:ext>
              </a:extLst>
            </p:cNvPr>
            <p:cNvSpPr/>
            <p:nvPr/>
          </p:nvSpPr>
          <p:spPr>
            <a:xfrm>
              <a:off x="3179386" y="2409479"/>
              <a:ext cx="2027614" cy="312335"/>
            </a:xfrm>
            <a:prstGeom prst="rect">
              <a:avLst/>
            </a:prstGeom>
            <a:solidFill>
              <a:schemeClr val="bg1">
                <a:lumMod val="95000"/>
              </a:schemeClr>
            </a:solidFill>
            <a:ln w="1905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dirty="0">
                  <a:solidFill>
                    <a:srgbClr val="254061"/>
                  </a:solidFill>
                </a:rPr>
                <a:t>Krankenhaus</a:t>
              </a:r>
              <a:endParaRPr lang="de-DE" sz="2800" b="1" dirty="0">
                <a:solidFill>
                  <a:srgbClr val="254061"/>
                </a:solidFill>
              </a:endParaRPr>
            </a:p>
          </p:txBody>
        </p:sp>
        <p:sp>
          <p:nvSpPr>
            <p:cNvPr id="46" name="Rechteck 45">
              <a:extLst>
                <a:ext uri="{FF2B5EF4-FFF2-40B4-BE49-F238E27FC236}">
                  <a16:creationId xmlns:a16="http://schemas.microsoft.com/office/drawing/2014/main" id="{66946C32-9720-C074-5957-CECC1EB75913}"/>
                </a:ext>
              </a:extLst>
            </p:cNvPr>
            <p:cNvSpPr/>
            <p:nvPr/>
          </p:nvSpPr>
          <p:spPr>
            <a:xfrm>
              <a:off x="3179386" y="2721814"/>
              <a:ext cx="2027614" cy="458877"/>
            </a:xfrm>
            <a:prstGeom prst="rect">
              <a:avLst/>
            </a:prstGeom>
            <a:solidFill>
              <a:schemeClr val="bg1">
                <a:lumMod val="95000"/>
              </a:schemeClr>
            </a:solidFill>
            <a:ln w="1905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47" name="Rechteck 46">
              <a:extLst>
                <a:ext uri="{FF2B5EF4-FFF2-40B4-BE49-F238E27FC236}">
                  <a16:creationId xmlns:a16="http://schemas.microsoft.com/office/drawing/2014/main" id="{AC9D9C2F-CD21-734A-60A7-184EECAC919E}"/>
                </a:ext>
              </a:extLst>
            </p:cNvPr>
            <p:cNvSpPr/>
            <p:nvPr/>
          </p:nvSpPr>
          <p:spPr>
            <a:xfrm>
              <a:off x="3179386" y="3180691"/>
              <a:ext cx="2027614" cy="248309"/>
            </a:xfrm>
            <a:prstGeom prst="rect">
              <a:avLst/>
            </a:prstGeom>
            <a:solidFill>
              <a:schemeClr val="bg1">
                <a:lumMod val="95000"/>
              </a:schemeClr>
            </a:solidFill>
            <a:ln w="1905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grpSp>
      <p:cxnSp>
        <p:nvCxnSpPr>
          <p:cNvPr id="48" name="Gerader Verbinder 47">
            <a:extLst>
              <a:ext uri="{FF2B5EF4-FFF2-40B4-BE49-F238E27FC236}">
                <a16:creationId xmlns:a16="http://schemas.microsoft.com/office/drawing/2014/main" id="{60E1E933-C0F3-605D-5B22-56B0AA52D539}"/>
              </a:ext>
            </a:extLst>
          </p:cNvPr>
          <p:cNvCxnSpPr>
            <a:cxnSpLocks/>
          </p:cNvCxnSpPr>
          <p:nvPr/>
        </p:nvCxnSpPr>
        <p:spPr>
          <a:xfrm>
            <a:off x="3086059" y="2396406"/>
            <a:ext cx="855327"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9" name="Raute 48">
            <a:extLst>
              <a:ext uri="{FF2B5EF4-FFF2-40B4-BE49-F238E27FC236}">
                <a16:creationId xmlns:a16="http://schemas.microsoft.com/office/drawing/2014/main" id="{3D726FAC-FA52-9219-8DBB-1113FFD5D686}"/>
              </a:ext>
            </a:extLst>
          </p:cNvPr>
          <p:cNvSpPr/>
          <p:nvPr/>
        </p:nvSpPr>
        <p:spPr>
          <a:xfrm>
            <a:off x="2856511" y="2284747"/>
            <a:ext cx="385453" cy="223318"/>
          </a:xfrm>
          <a:prstGeom prst="diamond">
            <a:avLst/>
          </a:prstGeom>
          <a:solidFill>
            <a:schemeClr val="bg1"/>
          </a:solidFill>
          <a:ln w="28575">
            <a:solidFill>
              <a:srgbClr val="254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53" name="Gruppieren 52">
            <a:extLst>
              <a:ext uri="{FF2B5EF4-FFF2-40B4-BE49-F238E27FC236}">
                <a16:creationId xmlns:a16="http://schemas.microsoft.com/office/drawing/2014/main" id="{C0C3D373-DF38-E5D3-08D3-16180D5C0B74}"/>
              </a:ext>
            </a:extLst>
          </p:cNvPr>
          <p:cNvGrpSpPr/>
          <p:nvPr/>
        </p:nvGrpSpPr>
        <p:grpSpPr>
          <a:xfrm>
            <a:off x="8690325" y="4683991"/>
            <a:ext cx="2027614" cy="1019521"/>
            <a:chOff x="3179386" y="2409479"/>
            <a:chExt cx="2027614" cy="1019521"/>
          </a:xfrm>
        </p:grpSpPr>
        <p:sp>
          <p:nvSpPr>
            <p:cNvPr id="54" name="Rechteck 53">
              <a:extLst>
                <a:ext uri="{FF2B5EF4-FFF2-40B4-BE49-F238E27FC236}">
                  <a16:creationId xmlns:a16="http://schemas.microsoft.com/office/drawing/2014/main" id="{A6104FEE-5A28-1A34-CB79-1C36DFD8B0C5}"/>
                </a:ext>
              </a:extLst>
            </p:cNvPr>
            <p:cNvSpPr/>
            <p:nvPr/>
          </p:nvSpPr>
          <p:spPr>
            <a:xfrm>
              <a:off x="3179386" y="2409479"/>
              <a:ext cx="2027614" cy="312335"/>
            </a:xfrm>
            <a:prstGeom prst="rect">
              <a:avLst/>
            </a:prstGeom>
            <a:solidFill>
              <a:schemeClr val="bg1">
                <a:lumMod val="95000"/>
              </a:schemeClr>
            </a:solidFill>
            <a:ln w="1905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100" b="1" dirty="0">
                  <a:solidFill>
                    <a:srgbClr val="254061"/>
                  </a:solidFill>
                </a:rPr>
                <a:t>Private</a:t>
              </a:r>
            </a:p>
            <a:p>
              <a:pPr algn="ctr"/>
              <a:r>
                <a:rPr lang="de-DE" sz="1100" b="1" dirty="0">
                  <a:solidFill>
                    <a:srgbClr val="254061"/>
                  </a:solidFill>
                </a:rPr>
                <a:t>Krankenversicherung</a:t>
              </a:r>
              <a:endParaRPr lang="de-DE" sz="2000" b="1" dirty="0">
                <a:solidFill>
                  <a:srgbClr val="254061"/>
                </a:solidFill>
              </a:endParaRPr>
            </a:p>
          </p:txBody>
        </p:sp>
        <p:sp>
          <p:nvSpPr>
            <p:cNvPr id="55" name="Rechteck 54">
              <a:extLst>
                <a:ext uri="{FF2B5EF4-FFF2-40B4-BE49-F238E27FC236}">
                  <a16:creationId xmlns:a16="http://schemas.microsoft.com/office/drawing/2014/main" id="{B43000C6-69B1-5D49-44DF-676A75E403FF}"/>
                </a:ext>
              </a:extLst>
            </p:cNvPr>
            <p:cNvSpPr/>
            <p:nvPr/>
          </p:nvSpPr>
          <p:spPr>
            <a:xfrm>
              <a:off x="3179386" y="2721814"/>
              <a:ext cx="2027614" cy="458877"/>
            </a:xfrm>
            <a:prstGeom prst="rect">
              <a:avLst/>
            </a:prstGeom>
            <a:solidFill>
              <a:schemeClr val="bg1">
                <a:lumMod val="95000"/>
              </a:schemeClr>
            </a:solidFill>
            <a:ln w="1905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sp>
          <p:nvSpPr>
            <p:cNvPr id="56" name="Rechteck 55">
              <a:extLst>
                <a:ext uri="{FF2B5EF4-FFF2-40B4-BE49-F238E27FC236}">
                  <a16:creationId xmlns:a16="http://schemas.microsoft.com/office/drawing/2014/main" id="{8021A5FD-936B-12F3-A1FA-6326C6C95920}"/>
                </a:ext>
              </a:extLst>
            </p:cNvPr>
            <p:cNvSpPr/>
            <p:nvPr/>
          </p:nvSpPr>
          <p:spPr>
            <a:xfrm>
              <a:off x="3179386" y="3180691"/>
              <a:ext cx="2027614" cy="248309"/>
            </a:xfrm>
            <a:prstGeom prst="rect">
              <a:avLst/>
            </a:prstGeom>
            <a:solidFill>
              <a:schemeClr val="bg1">
                <a:lumMod val="95000"/>
              </a:schemeClr>
            </a:solidFill>
            <a:ln w="1905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dirty="0">
                <a:solidFill>
                  <a:srgbClr val="254061"/>
                </a:solidFill>
              </a:endParaRPr>
            </a:p>
          </p:txBody>
        </p:sp>
      </p:grpSp>
      <p:cxnSp>
        <p:nvCxnSpPr>
          <p:cNvPr id="57" name="Gerader Verbinder 56">
            <a:extLst>
              <a:ext uri="{FF2B5EF4-FFF2-40B4-BE49-F238E27FC236}">
                <a16:creationId xmlns:a16="http://schemas.microsoft.com/office/drawing/2014/main" id="{433C17A4-90D4-0B8D-0659-4842D3AD1A67}"/>
              </a:ext>
            </a:extLst>
          </p:cNvPr>
          <p:cNvCxnSpPr>
            <a:cxnSpLocks/>
            <a:stCxn id="54" idx="1"/>
            <a:endCxn id="12" idx="3"/>
          </p:cNvCxnSpPr>
          <p:nvPr/>
        </p:nvCxnSpPr>
        <p:spPr>
          <a:xfrm flipH="1">
            <a:off x="7130488" y="4840159"/>
            <a:ext cx="1559837"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8" name="Raute 57">
            <a:extLst>
              <a:ext uri="{FF2B5EF4-FFF2-40B4-BE49-F238E27FC236}">
                <a16:creationId xmlns:a16="http://schemas.microsoft.com/office/drawing/2014/main" id="{D08DC1D1-B322-16DA-92D4-8CD2E73CF3B1}"/>
              </a:ext>
            </a:extLst>
          </p:cNvPr>
          <p:cNvSpPr/>
          <p:nvPr/>
        </p:nvSpPr>
        <p:spPr>
          <a:xfrm rot="10800000">
            <a:off x="8347955" y="4716004"/>
            <a:ext cx="342370" cy="248309"/>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7492962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19E58-1A2F-5430-DC98-AD2B083BDDC7}"/>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48B9CB0C-2C9A-BB05-6260-9D8A9E3B18E9}"/>
              </a:ext>
            </a:extLst>
          </p:cNvPr>
          <p:cNvSpPr>
            <a:spLocks noGrp="1"/>
          </p:cNvSpPr>
          <p:nvPr>
            <p:ph type="title"/>
          </p:nvPr>
        </p:nvSpPr>
        <p:spPr/>
        <p:txBody>
          <a:bodyPr/>
          <a:lstStyle/>
          <a:p>
            <a:r>
              <a:rPr lang="de-DE" dirty="0">
                <a:latin typeface="+mn-lt"/>
              </a:rPr>
              <a:t>Bewertung</a:t>
            </a:r>
          </a:p>
        </p:txBody>
      </p:sp>
      <p:sp>
        <p:nvSpPr>
          <p:cNvPr id="6" name="Textplatzhalter 5">
            <a:extLst>
              <a:ext uri="{FF2B5EF4-FFF2-40B4-BE49-F238E27FC236}">
                <a16:creationId xmlns:a16="http://schemas.microsoft.com/office/drawing/2014/main" id="{C6869C75-3D8E-D756-2C52-3939DD51487F}"/>
              </a:ext>
            </a:extLst>
          </p:cNvPr>
          <p:cNvSpPr>
            <a:spLocks noGrp="1"/>
          </p:cNvSpPr>
          <p:nvPr>
            <p:ph type="body" sz="quarter" idx="12"/>
          </p:nvPr>
        </p:nvSpPr>
        <p:spPr>
          <a:xfrm>
            <a:off x="276489" y="2647950"/>
            <a:ext cx="5514711" cy="3371850"/>
          </a:xfrm>
        </p:spPr>
        <p:txBody>
          <a:bodyPr/>
          <a:lstStyle/>
          <a:p>
            <a:r>
              <a:rPr lang="de-DE" sz="1800" dirty="0">
                <a:latin typeface="+mn-lt"/>
              </a:rPr>
              <a:t>Stellt die statische Struktur eines Systems übersichtlich dar.</a:t>
            </a:r>
          </a:p>
          <a:p>
            <a:r>
              <a:rPr lang="de-DE" sz="1800" dirty="0">
                <a:latin typeface="+mn-lt"/>
              </a:rPr>
              <a:t>Zeigt Klassen, Attribute, Methoden und Beziehungen.</a:t>
            </a:r>
          </a:p>
          <a:p>
            <a:r>
              <a:rPr lang="de-DE" sz="1800" dirty="0">
                <a:latin typeface="+mn-lt"/>
              </a:rPr>
              <a:t>Unterstützt den objektorientierten Entwurf von Software.</a:t>
            </a:r>
          </a:p>
          <a:p>
            <a:r>
              <a:rPr lang="de-DE" sz="1800" dirty="0">
                <a:latin typeface="+mn-lt"/>
              </a:rPr>
              <a:t>Erleichtert die Kommunikation zwischen Entwicklern und Fachabteilungen.</a:t>
            </a:r>
          </a:p>
          <a:p>
            <a:r>
              <a:rPr lang="de-DE" sz="1800" dirty="0">
                <a:latin typeface="+mn-lt"/>
              </a:rPr>
              <a:t>Dient als Grundlage für die Implementierung in objektorientierten Programmiersprachen (z. B. Java oder C#).</a:t>
            </a:r>
          </a:p>
        </p:txBody>
      </p:sp>
      <p:sp>
        <p:nvSpPr>
          <p:cNvPr id="2" name="Textplatzhalter 5">
            <a:extLst>
              <a:ext uri="{FF2B5EF4-FFF2-40B4-BE49-F238E27FC236}">
                <a16:creationId xmlns:a16="http://schemas.microsoft.com/office/drawing/2014/main" id="{8453513B-22CB-C893-8C04-7946B8AA15DD}"/>
              </a:ext>
            </a:extLst>
          </p:cNvPr>
          <p:cNvSpPr txBox="1">
            <a:spLocks/>
          </p:cNvSpPr>
          <p:nvPr/>
        </p:nvSpPr>
        <p:spPr>
          <a:xfrm>
            <a:off x="6220089" y="2647950"/>
            <a:ext cx="5514711" cy="3371850"/>
          </a:xfrm>
          <a:prstGeom prst="rect">
            <a:avLst/>
          </a:prstGeom>
        </p:spPr>
        <p:txBody>
          <a:bodyPr vert="horz" lIns="0" tIns="0" rIns="0" bIns="0" rtlCol="0">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tx1"/>
                </a:solidFill>
                <a:latin typeface="+mj-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tx1"/>
                </a:solidFill>
                <a:latin typeface="+mj-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de-DE" sz="1800" dirty="0">
                <a:latin typeface="+mn-lt"/>
              </a:rPr>
              <a:t>Zeigt keine Abläufe oder Prozesse.</a:t>
            </a:r>
          </a:p>
          <a:p>
            <a:r>
              <a:rPr lang="de-DE" sz="1800" dirty="0">
                <a:latin typeface="+mn-lt"/>
              </a:rPr>
              <a:t>Beschreibt nicht das dynamische Verhalten eines Systems.</a:t>
            </a:r>
          </a:p>
          <a:p>
            <a:r>
              <a:rPr lang="de-DE" sz="1800" dirty="0">
                <a:latin typeface="+mn-lt"/>
              </a:rPr>
              <a:t>Große Systeme können zu sehr komplexen und unübersichtlichen Diagrammen führen.</a:t>
            </a:r>
          </a:p>
          <a:p>
            <a:r>
              <a:rPr lang="de-DE" sz="1800" dirty="0">
                <a:latin typeface="+mn-lt"/>
              </a:rPr>
              <a:t>Änderungen am System erfordern häufig eine Aktualisierung des Diagramms.</a:t>
            </a:r>
          </a:p>
          <a:p>
            <a:r>
              <a:rPr lang="de-DE" sz="1800" dirty="0">
                <a:latin typeface="+mn-lt"/>
              </a:rPr>
              <a:t>Für fachfremde Personen sind Klassendiagramme oft schwieriger zu verstehen als Use-Case- oder Aktivitätsdiagramme.</a:t>
            </a:r>
          </a:p>
        </p:txBody>
      </p:sp>
      <p:sp>
        <p:nvSpPr>
          <p:cNvPr id="7" name="Rechteck 6">
            <a:extLst>
              <a:ext uri="{FF2B5EF4-FFF2-40B4-BE49-F238E27FC236}">
                <a16:creationId xmlns:a16="http://schemas.microsoft.com/office/drawing/2014/main" id="{5E69634A-39A4-B252-ECCD-88F06603A452}"/>
              </a:ext>
            </a:extLst>
          </p:cNvPr>
          <p:cNvSpPr/>
          <p:nvPr/>
        </p:nvSpPr>
        <p:spPr>
          <a:xfrm>
            <a:off x="1866900" y="1609725"/>
            <a:ext cx="1266825" cy="7143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5400" b="1" dirty="0"/>
              <a:t>+</a:t>
            </a:r>
          </a:p>
        </p:txBody>
      </p:sp>
      <p:sp>
        <p:nvSpPr>
          <p:cNvPr id="8" name="Rechteck 7">
            <a:extLst>
              <a:ext uri="{FF2B5EF4-FFF2-40B4-BE49-F238E27FC236}">
                <a16:creationId xmlns:a16="http://schemas.microsoft.com/office/drawing/2014/main" id="{50A91C6B-CD43-F7DA-AAE7-3F68592E07E8}"/>
              </a:ext>
            </a:extLst>
          </p:cNvPr>
          <p:cNvSpPr/>
          <p:nvPr/>
        </p:nvSpPr>
        <p:spPr>
          <a:xfrm>
            <a:off x="8258175" y="1609724"/>
            <a:ext cx="1266825" cy="71437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5400" b="1" dirty="0"/>
              <a:t>-</a:t>
            </a:r>
          </a:p>
        </p:txBody>
      </p:sp>
    </p:spTree>
    <p:extLst>
      <p:ext uri="{BB962C8B-B14F-4D97-AF65-F5344CB8AC3E}">
        <p14:creationId xmlns:p14="http://schemas.microsoft.com/office/powerpoint/2010/main" val="41959492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79C3F-2743-D3F1-1547-51E09CCCD8BB}"/>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678634AE-FFC6-A4E7-E121-FBDBB8FCC2D7}"/>
              </a:ext>
            </a:extLst>
          </p:cNvPr>
          <p:cNvSpPr>
            <a:spLocks noGrp="1"/>
          </p:cNvSpPr>
          <p:nvPr>
            <p:ph type="title"/>
          </p:nvPr>
        </p:nvSpPr>
        <p:spPr/>
        <p:txBody>
          <a:bodyPr/>
          <a:lstStyle/>
          <a:p>
            <a:r>
              <a:rPr lang="de-DE" dirty="0"/>
              <a:t>Literatur</a:t>
            </a:r>
          </a:p>
        </p:txBody>
      </p:sp>
      <p:sp>
        <p:nvSpPr>
          <p:cNvPr id="6" name="Textplatzhalter 5">
            <a:extLst>
              <a:ext uri="{FF2B5EF4-FFF2-40B4-BE49-F238E27FC236}">
                <a16:creationId xmlns:a16="http://schemas.microsoft.com/office/drawing/2014/main" id="{C4B8F0A8-AD80-0E4D-63EB-A858AC08A929}"/>
              </a:ext>
            </a:extLst>
          </p:cNvPr>
          <p:cNvSpPr>
            <a:spLocks noGrp="1"/>
          </p:cNvSpPr>
          <p:nvPr>
            <p:ph type="body" sz="quarter" idx="12"/>
          </p:nvPr>
        </p:nvSpPr>
        <p:spPr>
          <a:xfrm>
            <a:off x="276489" y="1345173"/>
            <a:ext cx="11729362" cy="5161440"/>
          </a:xfrm>
        </p:spPr>
        <p:txBody>
          <a:bodyPr/>
          <a:lstStyle/>
          <a:p>
            <a:pPr marL="0" indent="0">
              <a:buNone/>
            </a:pPr>
            <a:r>
              <a:rPr lang="de-DE" sz="1800" dirty="0"/>
              <a:t>Hoffmann-Elbern, R., et al. (2021) UML 2.5: Das umfassende Handbuch, Rheinwerk Computing</a:t>
            </a:r>
          </a:p>
          <a:p>
            <a:pPr marL="0" indent="0">
              <a:buNone/>
            </a:pPr>
            <a:endParaRPr lang="de-DE" sz="1800" dirty="0"/>
          </a:p>
        </p:txBody>
      </p:sp>
    </p:spTree>
    <p:extLst>
      <p:ext uri="{BB962C8B-B14F-4D97-AF65-F5344CB8AC3E}">
        <p14:creationId xmlns:p14="http://schemas.microsoft.com/office/powerpoint/2010/main" val="186288670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8h.5rTCQrS_E1UrcstPz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vJr_Tu69ToKPPD9J0huL5Q"/>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8h.5rTCQrS_E1UrcstPz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HSBA">
      <a:dk1>
        <a:srgbClr val="002C58"/>
      </a:dk1>
      <a:lt1>
        <a:srgbClr val="FFFFFF"/>
      </a:lt1>
      <a:dk2>
        <a:srgbClr val="212121"/>
      </a:dk2>
      <a:lt2>
        <a:srgbClr val="DEE8F2"/>
      </a:lt2>
      <a:accent1>
        <a:srgbClr val="002C58"/>
      </a:accent1>
      <a:accent2>
        <a:srgbClr val="548ECB"/>
      </a:accent2>
      <a:accent3>
        <a:srgbClr val="F08300"/>
      </a:accent3>
      <a:accent4>
        <a:srgbClr val="AF1B3F"/>
      </a:accent4>
      <a:accent5>
        <a:srgbClr val="09BC8A"/>
      </a:accent5>
      <a:accent6>
        <a:srgbClr val="002C58"/>
      </a:accent6>
      <a:hlink>
        <a:srgbClr val="548ECB"/>
      </a:hlink>
      <a:folHlink>
        <a:srgbClr val="548ECB"/>
      </a:folHlink>
    </a:clrScheme>
    <a:fontScheme name="Titillium Web">
      <a:majorFont>
        <a:latin typeface="Titillium Web"/>
        <a:ea typeface=""/>
        <a:cs typeface=""/>
      </a:majorFont>
      <a:minorFont>
        <a:latin typeface="Titillium Web"/>
        <a:ea typeface=""/>
        <a:cs typeface=""/>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marL="285750" indent="-285750">
          <a:buFont typeface="Wingdings" panose="05000000000000000000" pitchFamily="2" charset="2"/>
          <a:buChar char="§"/>
          <a:defRPr sz="1400" dirty="0"/>
        </a:defPPr>
      </a:lstStyle>
    </a:txDef>
  </a:objectDefaults>
  <a:extraClrSchemeLst/>
  <a:extLst>
    <a:ext uri="{05A4C25C-085E-4340-85A3-A5531E510DB2}">
      <thm15:themeFamily xmlns:thm15="http://schemas.microsoft.com/office/thememl/2012/main" name="HSBA Folienmastervorlage.pptx" id="{2B5C9867-329B-4E55-866A-BA8B7D374CB3}" vid="{7F284FB0-A6D7-41EF-A3D0-E53309018530}"/>
    </a:ext>
  </a:extLst>
</a:theme>
</file>

<file path=ppt/theme/theme2.xml><?xml version="1.0" encoding="utf-8"?>
<a:theme xmlns:a="http://schemas.openxmlformats.org/drawingml/2006/main" name="Integral Lehre (mit Quellenachweis)">
  <a:themeElements>
    <a:clrScheme name="HSBA">
      <a:dk1>
        <a:srgbClr val="002C58"/>
      </a:dk1>
      <a:lt1>
        <a:srgbClr val="FFFFFF"/>
      </a:lt1>
      <a:dk2>
        <a:srgbClr val="212121"/>
      </a:dk2>
      <a:lt2>
        <a:srgbClr val="DEE8F2"/>
      </a:lt2>
      <a:accent1>
        <a:srgbClr val="002C58"/>
      </a:accent1>
      <a:accent2>
        <a:srgbClr val="548ECB"/>
      </a:accent2>
      <a:accent3>
        <a:srgbClr val="F08300"/>
      </a:accent3>
      <a:accent4>
        <a:srgbClr val="AF1B3F"/>
      </a:accent4>
      <a:accent5>
        <a:srgbClr val="09BC8A"/>
      </a:accent5>
      <a:accent6>
        <a:srgbClr val="002C58"/>
      </a:accent6>
      <a:hlink>
        <a:srgbClr val="548ECB"/>
      </a:hlink>
      <a:folHlink>
        <a:srgbClr val="548ECB"/>
      </a:folHlink>
    </a:clrScheme>
    <a:fontScheme name="Titillium Web">
      <a:majorFont>
        <a:latin typeface="Titillium Web"/>
        <a:ea typeface=""/>
        <a:cs typeface=""/>
      </a:majorFont>
      <a:minorFont>
        <a:latin typeface="Titillium Web"/>
        <a:ea typeface=""/>
        <a:cs typeface=""/>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marL="285750" indent="-285750">
          <a:buFont typeface="Wingdings" panose="05000000000000000000" pitchFamily="2" charset="2"/>
          <a:buChar char="§"/>
          <a:defRPr sz="1400" dirty="0"/>
        </a:defPPr>
      </a:lstStyle>
    </a:txDef>
  </a:objectDefaults>
  <a:extraClrSchemeLst/>
  <a:extLst>
    <a:ext uri="{05A4C25C-085E-4340-85A3-A5531E510DB2}">
      <thm15:themeFamily xmlns:thm15="http://schemas.microsoft.com/office/thememl/2012/main" name="HSBA Folienmastervorlage.pptx" id="{2B5C9867-329B-4E55-866A-BA8B7D374CB3}" vid="{92C0EEF3-0EC4-48CF-8E4E-134DA39DFD5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16183c5d-4bb5-4dd9-861a-fea4b0b788ce">
      <Terms xmlns="http://schemas.microsoft.com/office/infopath/2007/PartnerControls"/>
    </lcf76f155ced4ddcb4097134ff3c332f>
    <TaxCatchAll xmlns="53822d5e-3e43-47eb-b91e-29f03c4b9fbd"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54D4A0A58BB96343933857DE26A0C561" ma:contentTypeVersion="9" ma:contentTypeDescription="Ein neues Dokument erstellen." ma:contentTypeScope="" ma:versionID="8857149a5edcdcb7806621ab405ebd0e">
  <xsd:schema xmlns:xsd="http://www.w3.org/2001/XMLSchema" xmlns:xs="http://www.w3.org/2001/XMLSchema" xmlns:p="http://schemas.microsoft.com/office/2006/metadata/properties" xmlns:ns2="16183c5d-4bb5-4dd9-861a-fea4b0b788ce" xmlns:ns3="53822d5e-3e43-47eb-b91e-29f03c4b9fbd" targetNamespace="http://schemas.microsoft.com/office/2006/metadata/properties" ma:root="true" ma:fieldsID="3a0ace5fe28fb83385ef877a5be5837c" ns2:_="" ns3:_="">
    <xsd:import namespace="16183c5d-4bb5-4dd9-861a-fea4b0b788ce"/>
    <xsd:import namespace="53822d5e-3e43-47eb-b91e-29f03c4b9fb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6183c5d-4bb5-4dd9-861a-fea4b0b788c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Bildmarkierungen" ma:readOnly="false" ma:fieldId="{5cf76f15-5ced-4ddc-b409-7134ff3c332f}" ma:taxonomyMulti="true" ma:sspId="2c0c2608-5975-437b-b687-8bfb9081a52c"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3822d5e-3e43-47eb-b91e-29f03c4b9fb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f246fcd3-f950-4f31-bf9c-82ce2acd5ab7}" ma:internalName="TaxCatchAll" ma:showField="CatchAllData" ma:web="53822d5e-3e43-47eb-b91e-29f03c4b9fb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B4EE790-06CB-47E0-AC92-F4CECFDEE4F7}">
  <ds:schemaRefs>
    <ds:schemaRef ds:uri="http://purl.org/dc/terms/"/>
    <ds:schemaRef ds:uri="http://schemas.openxmlformats.org/package/2006/metadata/core-properties"/>
    <ds:schemaRef ds:uri="http://purl.org/dc/dcmitype/"/>
    <ds:schemaRef ds:uri="http://schemas.microsoft.com/office/2006/documentManagement/types"/>
    <ds:schemaRef ds:uri="http://purl.org/dc/elements/1.1/"/>
    <ds:schemaRef ds:uri="http://schemas.microsoft.com/office/infopath/2007/PartnerControls"/>
    <ds:schemaRef ds:uri="46b1d6da-b66f-4d0a-857b-f03e41d5a80d"/>
    <ds:schemaRef ds:uri="6f9b0b37-1df7-4f3a-9e96-73e075d24493"/>
    <ds:schemaRef ds:uri="http://schemas.microsoft.com/office/2006/metadata/properties"/>
    <ds:schemaRef ds:uri="http://www.w3.org/XML/1998/namespace"/>
    <ds:schemaRef ds:uri="43d6076c-ee84-46c7-82a9-82fe684b47c4"/>
    <ds:schemaRef ds:uri="0d8f828d-5cf2-4278-b77f-3444bd0ec885"/>
  </ds:schemaRefs>
</ds:datastoreItem>
</file>

<file path=customXml/itemProps2.xml><?xml version="1.0" encoding="utf-8"?>
<ds:datastoreItem xmlns:ds="http://schemas.openxmlformats.org/officeDocument/2006/customXml" ds:itemID="{37AC0D6E-39C2-4D65-9684-651AA42911CB}">
  <ds:schemaRefs>
    <ds:schemaRef ds:uri="http://schemas.microsoft.com/sharepoint/v3/contenttype/forms"/>
  </ds:schemaRefs>
</ds:datastoreItem>
</file>

<file path=customXml/itemProps3.xml><?xml version="1.0" encoding="utf-8"?>
<ds:datastoreItem xmlns:ds="http://schemas.openxmlformats.org/officeDocument/2006/customXml" ds:itemID="{EE2A5091-5DAF-42E4-9910-97904F315A06}"/>
</file>

<file path=docProps/app.xml><?xml version="1.0" encoding="utf-8"?>
<Properties xmlns="http://schemas.openxmlformats.org/officeDocument/2006/extended-properties" xmlns:vt="http://schemas.openxmlformats.org/officeDocument/2006/docPropsVTypes">
  <Template>HSBA Folienmastervorlage (5)</Template>
  <TotalTime>0</TotalTime>
  <Words>1087</Words>
  <Application>Microsoft Office PowerPoint</Application>
  <PresentationFormat>Breitbild</PresentationFormat>
  <Paragraphs>306</Paragraphs>
  <Slides>25</Slides>
  <Notes>1</Notes>
  <HiddenSlides>0</HiddenSlides>
  <MMClips>0</MMClips>
  <ScaleCrop>false</ScaleCrop>
  <HeadingPairs>
    <vt:vector size="8" baseType="variant">
      <vt:variant>
        <vt:lpstr>Verwendete Schriftarten</vt:lpstr>
      </vt:variant>
      <vt:variant>
        <vt:i4>6</vt:i4>
      </vt:variant>
      <vt:variant>
        <vt:lpstr>Design</vt:lpstr>
      </vt:variant>
      <vt:variant>
        <vt:i4>2</vt:i4>
      </vt:variant>
      <vt:variant>
        <vt:lpstr>Eingebettete OLE-Server</vt:lpstr>
      </vt:variant>
      <vt:variant>
        <vt:i4>1</vt:i4>
      </vt:variant>
      <vt:variant>
        <vt:lpstr>Folientitel</vt:lpstr>
      </vt:variant>
      <vt:variant>
        <vt:i4>25</vt:i4>
      </vt:variant>
    </vt:vector>
  </HeadingPairs>
  <TitlesOfParts>
    <vt:vector size="34" baseType="lpstr">
      <vt:lpstr>Titillium Web</vt:lpstr>
      <vt:lpstr>TitilliumText25L</vt:lpstr>
      <vt:lpstr>Arial</vt:lpstr>
      <vt:lpstr>Wingdings 3</vt:lpstr>
      <vt:lpstr>Wingdings</vt:lpstr>
      <vt:lpstr>Courier New</vt:lpstr>
      <vt:lpstr>Integral</vt:lpstr>
      <vt:lpstr>Integral Lehre (mit Quellenachweis)</vt:lpstr>
      <vt:lpstr>think-cell Slide</vt:lpstr>
      <vt:lpstr>UML-Klassendiagramm</vt:lpstr>
      <vt:lpstr>Agenda</vt:lpstr>
      <vt:lpstr>Historie</vt:lpstr>
      <vt:lpstr>Einsatzzweck</vt:lpstr>
      <vt:lpstr>Einordnung in ARIS</vt:lpstr>
      <vt:lpstr>Sprachkonstrukte (Überblick)</vt:lpstr>
      <vt:lpstr>Sprachkonstrukte: Klassendiagramm</vt:lpstr>
      <vt:lpstr>Beispiel: Klassen</vt:lpstr>
      <vt:lpstr>Beispiel: Klassen</vt:lpstr>
      <vt:lpstr>Sprachkonstrukte: Assoziation</vt:lpstr>
      <vt:lpstr>Beispiel: Assoziation</vt:lpstr>
      <vt:lpstr>Beispiel: Assoziation</vt:lpstr>
      <vt:lpstr>Sprachkonstrukte: Komposition </vt:lpstr>
      <vt:lpstr>Beispiel: Komposition</vt:lpstr>
      <vt:lpstr>Beispiel: Komposition</vt:lpstr>
      <vt:lpstr>Sprachkonstrukte: Aggregation</vt:lpstr>
      <vt:lpstr>Beispiel: Aggregation</vt:lpstr>
      <vt:lpstr>Beispiel: Aggregation</vt:lpstr>
      <vt:lpstr>Sprachkonstrukte: Vererbung</vt:lpstr>
      <vt:lpstr>Beispiel: Vererbung</vt:lpstr>
      <vt:lpstr>Beispiel: Vererbung</vt:lpstr>
      <vt:lpstr>Beispiel: Vererbung</vt:lpstr>
      <vt:lpstr>Beispiel: Klassendiagramm</vt:lpstr>
      <vt:lpstr>Bewertung</vt:lpstr>
      <vt:lpstr>Literatur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Kamyar Sarshar</dc:creator>
  <cp:lastModifiedBy>Kamyar Sarshar</cp:lastModifiedBy>
  <cp:revision>70</cp:revision>
  <cp:lastPrinted>2018-12-21T13:35:12Z</cp:lastPrinted>
  <dcterms:created xsi:type="dcterms:W3CDTF">2026-07-16T07:13:15Z</dcterms:created>
  <dcterms:modified xsi:type="dcterms:W3CDTF">2026-08-01T07:57:12Z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0x01010054D4A0A58BB96343933857DE26A0C561</vt:lpwstr>
  </property>
  <property fmtid="{D5CDD505-2E9C-101B-9397-08002B2CF9AE}" pid="3" name="Order">
    <vt:r8>133019900</vt:r8>
  </property>
  <property fmtid="{D5CDD505-2E9C-101B-9397-08002B2CF9AE}" pid="4" name="_dlc_DocIdItemGuid">
    <vt:lpwstr>d8fa4255-351a-40f9-a9c3-60096afe2e9d</vt:lpwstr>
  </property>
  <property fmtid="{D5CDD505-2E9C-101B-9397-08002B2CF9AE}" pid="5" name="MediaServiceImageTags">
    <vt:lpwstr/>
  </property>
  <property fmtid="{D5CDD505-2E9C-101B-9397-08002B2CF9AE}" pid="6" name="xd_Signature">
    <vt:bool>false</vt:bool>
  </property>
  <property fmtid="{D5CDD505-2E9C-101B-9397-08002B2CF9AE}" pid="7" name="xd_ProgID">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Der Folienmaster definiert wichtige Gestaltungselemente wie das Layout, Farben, Schriftarten, Logos und Platzhalter für Texte und Bilder. Dadurch wird vermieden, dass einzelne Folien unterschiedlich aussehen, und es spart gleichzeitig Zeit, da die Formatierung automatisch angewendet wird.</vt:lpwstr>
  </property>
  <property fmtid="{D5CDD505-2E9C-101B-9397-08002B2CF9AE}" pid="13" name="TriggerFlowInfo">
    <vt:lpwstr/>
  </property>
</Properties>
</file>