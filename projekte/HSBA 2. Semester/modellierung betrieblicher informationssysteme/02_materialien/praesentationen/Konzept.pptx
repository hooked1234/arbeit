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695" r:id="rId5"/>
  </p:sldMasterIdLst>
  <p:notesMasterIdLst>
    <p:notesMasterId r:id="rId9"/>
  </p:notesMasterIdLst>
  <p:handoutMasterIdLst>
    <p:handoutMasterId r:id="rId10"/>
  </p:handoutMasterIdLst>
  <p:sldIdLst>
    <p:sldId id="733" r:id="rId6"/>
    <p:sldId id="732" r:id="rId7"/>
    <p:sldId id="728" r:id="rId8"/>
  </p:sldIdLst>
  <p:sldSz cx="12192000" cy="6858000"/>
  <p:notesSz cx="6797675" cy="9928225"/>
  <p:embeddedFontLst>
    <p:embeddedFont>
      <p:font typeface="Titillium Web" panose="00000500000000000000" pitchFamily="2" charset="0"/>
      <p:regular r:id="rId11"/>
      <p:bold r:id="rId12"/>
      <p:italic r:id="rId13"/>
      <p:boldItalic r:id="rId14"/>
    </p:embeddedFont>
    <p:embeddedFont>
      <p:font typeface="TitilliumText25L" panose="020B0604020202020204" charset="0"/>
      <p:regular r:id="rId15"/>
      <p:bold r:id="rId16"/>
    </p:embeddedFont>
    <p:embeddedFont>
      <p:font typeface="Wingdings 3" panose="05040102010807070707" pitchFamily="18" charset="2"/>
      <p:regular r:id="rId17"/>
    </p:embeddedFont>
  </p:embeddedFontLst>
  <p:custDataLst>
    <p:tags r:id="rId1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cus Bräunig" initials="MB" lastIdx="1" clrIdx="0">
    <p:extLst>
      <p:ext uri="{19B8F6BF-5375-455C-9EA6-DF929625EA0E}">
        <p15:presenceInfo xmlns:p15="http://schemas.microsoft.com/office/powerpoint/2012/main" userId="Marcus Bräuni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ECB"/>
    <a:srgbClr val="FF9600"/>
    <a:srgbClr val="254061"/>
    <a:srgbClr val="012656"/>
    <a:srgbClr val="4472C4"/>
    <a:srgbClr val="405C7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743" autoAdjust="0"/>
  </p:normalViewPr>
  <p:slideViewPr>
    <p:cSldViewPr snapToGrid="0">
      <p:cViewPr>
        <p:scale>
          <a:sx n="100" d="100"/>
          <a:sy n="100" d="100"/>
        </p:scale>
        <p:origin x="900" y="240"/>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13" d="100"/>
          <a:sy n="113" d="100"/>
        </p:scale>
        <p:origin x="52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font" Target="fonts/font3.fntdata"/><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1.fntdata"/><Relationship Id="rId5" Type="http://schemas.openxmlformats.org/officeDocument/2006/relationships/slideMaster" Target="slideMasters/slideMaster2.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handoutMaster" Target="handoutMasters/handoutMaster1.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font" Target="fonts/font4.fntdata"/><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dirty="0">
              <a:latin typeface="TitilliumText25L" panose="02000000000000000000" pitchFamily="50" charset="0"/>
            </a:endParaRPr>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19194331-4FA0-4800-A181-4782E50297E6}" type="datetimeFigureOut">
              <a:rPr lang="en-US" smtClean="0">
                <a:latin typeface="TitilliumText25L" panose="02000000000000000000" pitchFamily="50" charset="0"/>
              </a:rPr>
              <a:t>7/23/2026</a:t>
            </a:fld>
            <a:endParaRPr lang="en-US" dirty="0">
              <a:latin typeface="TitilliumText25L" panose="02000000000000000000" pitchFamily="50" charset="0"/>
            </a:endParaRPr>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dirty="0">
              <a:latin typeface="TitilliumText25L" panose="02000000000000000000" pitchFamily="50" charset="0"/>
            </a:endParaRPr>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98FD8BD7-889E-4B52-9FD0-E04AB5DD7A7F}" type="slidenum">
              <a:rPr lang="en-US" smtClean="0">
                <a:latin typeface="TitilliumText25L" panose="02000000000000000000" pitchFamily="50" charset="0"/>
              </a:rPr>
              <a:t>‹Nr.›</a:t>
            </a:fld>
            <a:endParaRPr lang="en-US" dirty="0">
              <a:latin typeface="TitilliumText25L" panose="02000000000000000000" pitchFamily="50" charset="0"/>
            </a:endParaRPr>
          </a:p>
        </p:txBody>
      </p:sp>
    </p:spTree>
    <p:extLst>
      <p:ext uri="{BB962C8B-B14F-4D97-AF65-F5344CB8AC3E}">
        <p14:creationId xmlns:p14="http://schemas.microsoft.com/office/powerpoint/2010/main" val="120308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atin typeface="TitilliumText25L" panose="02000000000000000000" pitchFamily="50" charset="0"/>
              </a:defRPr>
            </a:lvl1pPr>
          </a:lstStyle>
          <a:p>
            <a:endParaRPr lang="en-US" dirty="0"/>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atin typeface="TitilliumText25L" panose="02000000000000000000" pitchFamily="50" charset="0"/>
              </a:defRPr>
            </a:lvl1pPr>
          </a:lstStyle>
          <a:p>
            <a:fld id="{7F1A7734-EBA1-4FEE-BC1D-270600FA870E}" type="datetimeFigureOut">
              <a:rPr lang="en-US" smtClean="0"/>
              <a:pPr/>
              <a:t>7/23/2026</a:t>
            </a:fld>
            <a:endParaRPr lang="en-US"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atin typeface="TitilliumText25L" panose="02000000000000000000" pitchFamily="50" charset="0"/>
              </a:defRPr>
            </a:lvl1pPr>
          </a:lstStyle>
          <a:p>
            <a:endParaRPr lang="en-US" dirty="0"/>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atin typeface="TitilliumText25L" panose="02000000000000000000" pitchFamily="50" charset="0"/>
              </a:defRPr>
            </a:lvl1pPr>
          </a:lstStyle>
          <a:p>
            <a:fld id="{FF3E3E09-7F06-4A43-A984-22A0452AED80}" type="slidenum">
              <a:rPr lang="en-US" smtClean="0"/>
              <a:pPr/>
              <a:t>‹Nr.›</a:t>
            </a:fld>
            <a:endParaRPr lang="en-US" dirty="0"/>
          </a:p>
        </p:txBody>
      </p:sp>
    </p:spTree>
    <p:extLst>
      <p:ext uri="{BB962C8B-B14F-4D97-AF65-F5344CB8AC3E}">
        <p14:creationId xmlns:p14="http://schemas.microsoft.com/office/powerpoint/2010/main" val="22577680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tilliumText25L" panose="02000000000000000000" pitchFamily="50" charset="0"/>
        <a:ea typeface="+mn-ea"/>
        <a:cs typeface="+mn-cs"/>
      </a:defRPr>
    </a:lvl1pPr>
    <a:lvl2pPr marL="457200" algn="l" defTabSz="914400" rtl="0" eaLnBrk="1" latinLnBrk="0" hangingPunct="1">
      <a:defRPr sz="1200" kern="1200">
        <a:solidFill>
          <a:schemeClr val="tx1"/>
        </a:solidFill>
        <a:latin typeface="TitilliumText25L" panose="02000000000000000000" pitchFamily="50" charset="0"/>
        <a:ea typeface="+mn-ea"/>
        <a:cs typeface="+mn-cs"/>
      </a:defRPr>
    </a:lvl2pPr>
    <a:lvl3pPr marL="914400" algn="l" defTabSz="914400" rtl="0" eaLnBrk="1" latinLnBrk="0" hangingPunct="1">
      <a:defRPr sz="1200" kern="1200">
        <a:solidFill>
          <a:schemeClr val="tx1"/>
        </a:solidFill>
        <a:latin typeface="TitilliumText25L" panose="02000000000000000000" pitchFamily="50" charset="0"/>
        <a:ea typeface="+mn-ea"/>
        <a:cs typeface="+mn-cs"/>
      </a:defRPr>
    </a:lvl3pPr>
    <a:lvl4pPr marL="1371600" algn="l" defTabSz="914400" rtl="0" eaLnBrk="1" latinLnBrk="0" hangingPunct="1">
      <a:defRPr sz="1200" kern="1200">
        <a:solidFill>
          <a:schemeClr val="tx1"/>
        </a:solidFill>
        <a:latin typeface="TitilliumText25L" panose="02000000000000000000" pitchFamily="50" charset="0"/>
        <a:ea typeface="+mn-ea"/>
        <a:cs typeface="+mn-cs"/>
      </a:defRPr>
    </a:lvl4pPr>
    <a:lvl5pPr marL="1828800" algn="l" defTabSz="914400" rtl="0" eaLnBrk="1" latinLnBrk="0" hangingPunct="1">
      <a:defRPr sz="1200" kern="1200">
        <a:solidFill>
          <a:schemeClr val="tx1"/>
        </a:solidFill>
        <a:latin typeface="TitilliumText25L" panose="020000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E2A15-346D-C33F-54DF-739C3A2D8523}"/>
            </a:ext>
          </a:extLst>
        </p:cNvPr>
        <p:cNvGrpSpPr/>
        <p:nvPr/>
      </p:nvGrpSpPr>
      <p:grpSpPr>
        <a:xfrm>
          <a:off x="0" y="0"/>
          <a:ext cx="0" cy="0"/>
          <a:chOff x="0" y="0"/>
          <a:chExt cx="0" cy="0"/>
        </a:xfrm>
      </p:grpSpPr>
      <p:sp>
        <p:nvSpPr>
          <p:cNvPr id="38914" name="Rectangle 7">
            <a:extLst>
              <a:ext uri="{FF2B5EF4-FFF2-40B4-BE49-F238E27FC236}">
                <a16:creationId xmlns:a16="http://schemas.microsoft.com/office/drawing/2014/main" id="{1D3472D3-B30C-A1DC-263D-E37453920904}"/>
              </a:ext>
            </a:extLst>
          </p:cNvPr>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2</a:t>
            </a:fld>
            <a:endParaRPr lang="de-DE" sz="1200"/>
          </a:p>
        </p:txBody>
      </p:sp>
      <p:sp>
        <p:nvSpPr>
          <p:cNvPr id="38915" name="Rectangle 2">
            <a:extLst>
              <a:ext uri="{FF2B5EF4-FFF2-40B4-BE49-F238E27FC236}">
                <a16:creationId xmlns:a16="http://schemas.microsoft.com/office/drawing/2014/main" id="{A402F6A7-C9BF-CC6C-2CFE-5F49C47A0EF3}"/>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766753A9-4C6A-A301-3921-C47877D38965}"/>
              </a:ext>
            </a:extLst>
          </p:cNvPr>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pPr eaLnBrk="1" hangingPunct="1"/>
            <a:endParaRPr lang="en-US"/>
          </a:p>
        </p:txBody>
      </p:sp>
    </p:spTree>
    <p:extLst>
      <p:ext uri="{BB962C8B-B14F-4D97-AF65-F5344CB8AC3E}">
        <p14:creationId xmlns:p14="http://schemas.microsoft.com/office/powerpoint/2010/main" val="19601697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4.svg"/><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5.svg"/><Relationship Id="rId5" Type="http://schemas.openxmlformats.org/officeDocument/2006/relationships/image" Target="../media/image3.svg"/><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3.sv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5" Type="http://schemas.openxmlformats.org/officeDocument/2006/relationships/image" Target="../media/image4.svg"/><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Version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3886200"/>
            <a:ext cx="12192000" cy="2971800"/>
          </a:xfrm>
          <a:prstGeom prst="rect">
            <a:avLst/>
          </a:prstGeom>
        </p:spPr>
        <p:txBody>
          <a:bodyPr anchor="ctr">
            <a:noAutofit/>
          </a:bodyPr>
          <a:lstStyle>
            <a:lvl1pPr algn="ctr">
              <a:defRPr sz="9000" spc="200" baseline="0">
                <a:solidFill>
                  <a:schemeClr val="bg1"/>
                </a:solidFill>
                <a:latin typeface="+mj-lt"/>
              </a:defRPr>
            </a:lvl1pPr>
          </a:lstStyle>
          <a:p>
            <a:r>
              <a:rPr lang="de-DE" dirty="0"/>
              <a:t>Titel</a:t>
            </a:r>
            <a:endParaRPr lang="en-US" dirty="0"/>
          </a:p>
        </p:txBody>
      </p:sp>
      <p:pic>
        <p:nvPicPr>
          <p:cNvPr id="4" name="Grafik 3">
            <a:extLst>
              <a:ext uri="{FF2B5EF4-FFF2-40B4-BE49-F238E27FC236}">
                <a16:creationId xmlns:a16="http://schemas.microsoft.com/office/drawing/2014/main" id="{E87AA66C-9778-81A6-F53B-931BBBFD960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27744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sion 2)">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4845837"/>
            <a:ext cx="7772400" cy="1463040"/>
          </a:xfrm>
          <a:prstGeom prst="rect">
            <a:avLst/>
          </a:prstGeom>
        </p:spPr>
        <p:txBody>
          <a:bodyPr lIns="90000" rIns="90000" anchor="ctr">
            <a:noAutofit/>
          </a:bodyPr>
          <a:lstStyle>
            <a:lvl1pPr algn="r">
              <a:defRPr sz="5000" b="1" spc="0" baseline="0">
                <a:solidFill>
                  <a:schemeClr val="tx1"/>
                </a:solidFill>
                <a:latin typeface="+mj-lt"/>
              </a:defRPr>
            </a:lvl1pPr>
          </a:lstStyle>
          <a:p>
            <a:r>
              <a:rPr lang="de-DE" dirty="0"/>
              <a:t>Titel</a:t>
            </a:r>
            <a:endParaRPr lang="en-US" dirty="0"/>
          </a:p>
        </p:txBody>
      </p:sp>
      <p:sp>
        <p:nvSpPr>
          <p:cNvPr id="3" name="Subtitle 2"/>
          <p:cNvSpPr>
            <a:spLocks noGrp="1"/>
          </p:cNvSpPr>
          <p:nvPr>
            <p:ph type="subTitle" idx="1" hasCustomPrompt="1"/>
          </p:nvPr>
        </p:nvSpPr>
        <p:spPr>
          <a:xfrm>
            <a:off x="8610600" y="4845837"/>
            <a:ext cx="3200400" cy="1463040"/>
          </a:xfrm>
          <a:prstGeom prst="rect">
            <a:avLst/>
          </a:prstGeom>
        </p:spPr>
        <p:txBody>
          <a:bodyPr lIns="91440" rIns="91440" anchor="ctr">
            <a:noAutofit/>
          </a:bodyPr>
          <a:lstStyle>
            <a:lvl1pPr marL="0" indent="0" algn="l">
              <a:lnSpc>
                <a:spcPct val="100000"/>
              </a:lnSpc>
              <a:spcBef>
                <a:spcPts val="0"/>
              </a:spcBef>
              <a:buNone/>
              <a:defRPr sz="1800">
                <a:solidFill>
                  <a:schemeClr val="tx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Untertitel</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2B1EAEB1-6678-AAAD-058B-1C127308CA69}"/>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826511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5662"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5663"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Bildplatzhalter 2">
            <a:extLst>
              <a:ext uri="{FF2B5EF4-FFF2-40B4-BE49-F238E27FC236}">
                <a16:creationId xmlns:a16="http://schemas.microsoft.com/office/drawing/2014/main" id="{7F105D5F-BE6D-0313-E8FF-F3B78E0A48F5}"/>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6" name="Grafik 5">
            <a:extLst>
              <a:ext uri="{FF2B5EF4-FFF2-40B4-BE49-F238E27FC236}">
                <a16:creationId xmlns:a16="http://schemas.microsoft.com/office/drawing/2014/main" id="{04E88ACA-6FE0-2A98-BFFA-8A19899BD8DF}"/>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166895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568684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599993"/>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230464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306307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382150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4579933"/>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338365"/>
            <a:ext cx="6537600" cy="599993"/>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6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3" name="Bildplatzhalter 2">
            <a:extLst>
              <a:ext uri="{FF2B5EF4-FFF2-40B4-BE49-F238E27FC236}">
                <a16:creationId xmlns:a16="http://schemas.microsoft.com/office/drawing/2014/main" id="{DE01786B-F052-E286-4C89-7CAD3EEA3DAB}"/>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1C722A60-4FBA-C8E6-D104-5E8E94832F15}"/>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1039612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genda - up to 10">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467359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59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accent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9DC9AA2E-15F9-0D88-4C10-13405D900DAD}"/>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DF040532-C423-6DC7-130B-B3E7B501BAA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8524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 up to 10 (highlighte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05515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6537600"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9" name="Text Placeholder 3">
            <a:extLst>
              <a:ext uri="{FF2B5EF4-FFF2-40B4-BE49-F238E27FC236}">
                <a16:creationId xmlns:a16="http://schemas.microsoft.com/office/drawing/2014/main" id="{A987D97B-1355-4EC1-8648-D86C3C1E5E8B}"/>
              </a:ext>
            </a:extLst>
          </p:cNvPr>
          <p:cNvSpPr>
            <a:spLocks noGrp="1"/>
          </p:cNvSpPr>
          <p:nvPr>
            <p:ph type="body" sz="half" idx="2"/>
          </p:nvPr>
        </p:nvSpPr>
        <p:spPr>
          <a:xfrm>
            <a:off x="251999" y="1546213"/>
            <a:ext cx="6537600" cy="360000"/>
          </a:xfrm>
          <a:prstGeom prst="rect">
            <a:avLst/>
          </a:prstGeom>
          <a:solidFill>
            <a:schemeClr val="accent3"/>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0" name="Text Placeholder 3">
            <a:extLst>
              <a:ext uri="{FF2B5EF4-FFF2-40B4-BE49-F238E27FC236}">
                <a16:creationId xmlns:a16="http://schemas.microsoft.com/office/drawing/2014/main" id="{77F0527B-65B0-4934-BA79-F6B3186E9A71}"/>
              </a:ext>
            </a:extLst>
          </p:cNvPr>
          <p:cNvSpPr>
            <a:spLocks noGrp="1"/>
          </p:cNvSpPr>
          <p:nvPr>
            <p:ph type="body" sz="half" idx="13"/>
          </p:nvPr>
        </p:nvSpPr>
        <p:spPr>
          <a:xfrm>
            <a:off x="251999" y="198622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1" name="Text Placeholder 3">
            <a:extLst>
              <a:ext uri="{FF2B5EF4-FFF2-40B4-BE49-F238E27FC236}">
                <a16:creationId xmlns:a16="http://schemas.microsoft.com/office/drawing/2014/main" id="{7820C3CF-B9C6-4256-A1A3-DD8D2F47B797}"/>
              </a:ext>
            </a:extLst>
          </p:cNvPr>
          <p:cNvSpPr>
            <a:spLocks noGrp="1"/>
          </p:cNvSpPr>
          <p:nvPr>
            <p:ph type="body" sz="half" idx="14"/>
          </p:nvPr>
        </p:nvSpPr>
        <p:spPr>
          <a:xfrm>
            <a:off x="251999" y="242624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Text Placeholder 3">
            <a:extLst>
              <a:ext uri="{FF2B5EF4-FFF2-40B4-BE49-F238E27FC236}">
                <a16:creationId xmlns:a16="http://schemas.microsoft.com/office/drawing/2014/main" id="{082721D2-093E-4AB6-A1EC-DA356C0D9E77}"/>
              </a:ext>
            </a:extLst>
          </p:cNvPr>
          <p:cNvSpPr>
            <a:spLocks noGrp="1"/>
          </p:cNvSpPr>
          <p:nvPr>
            <p:ph type="body" sz="half" idx="15"/>
          </p:nvPr>
        </p:nvSpPr>
        <p:spPr>
          <a:xfrm>
            <a:off x="251999" y="286626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3" name="Text Placeholder 3">
            <a:extLst>
              <a:ext uri="{FF2B5EF4-FFF2-40B4-BE49-F238E27FC236}">
                <a16:creationId xmlns:a16="http://schemas.microsoft.com/office/drawing/2014/main" id="{34736582-7DD1-4206-9200-FD8C7ED4836E}"/>
              </a:ext>
            </a:extLst>
          </p:cNvPr>
          <p:cNvSpPr>
            <a:spLocks noGrp="1"/>
          </p:cNvSpPr>
          <p:nvPr>
            <p:ph type="body" sz="half" idx="16"/>
          </p:nvPr>
        </p:nvSpPr>
        <p:spPr>
          <a:xfrm>
            <a:off x="251999" y="3306277"/>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4" name="Text Placeholder 3">
            <a:extLst>
              <a:ext uri="{FF2B5EF4-FFF2-40B4-BE49-F238E27FC236}">
                <a16:creationId xmlns:a16="http://schemas.microsoft.com/office/drawing/2014/main" id="{9A43FD93-7957-42E6-AC72-67B155874232}"/>
              </a:ext>
            </a:extLst>
          </p:cNvPr>
          <p:cNvSpPr>
            <a:spLocks noGrp="1"/>
          </p:cNvSpPr>
          <p:nvPr>
            <p:ph type="body" sz="half" idx="17"/>
          </p:nvPr>
        </p:nvSpPr>
        <p:spPr>
          <a:xfrm>
            <a:off x="251999" y="5506358"/>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3"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17" name="Text Placeholder 3">
            <a:extLst>
              <a:ext uri="{FF2B5EF4-FFF2-40B4-BE49-F238E27FC236}">
                <a16:creationId xmlns:a16="http://schemas.microsoft.com/office/drawing/2014/main" id="{082721D2-093E-4AB6-A1EC-DA356C0D9E77}"/>
              </a:ext>
            </a:extLst>
          </p:cNvPr>
          <p:cNvSpPr>
            <a:spLocks noGrp="1"/>
          </p:cNvSpPr>
          <p:nvPr>
            <p:ph type="body" sz="half" idx="18"/>
          </p:nvPr>
        </p:nvSpPr>
        <p:spPr>
          <a:xfrm>
            <a:off x="251999" y="3746293"/>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8" name="Text Placeholder 3">
            <a:extLst>
              <a:ext uri="{FF2B5EF4-FFF2-40B4-BE49-F238E27FC236}">
                <a16:creationId xmlns:a16="http://schemas.microsoft.com/office/drawing/2014/main" id="{34736582-7DD1-4206-9200-FD8C7ED4836E}"/>
              </a:ext>
            </a:extLst>
          </p:cNvPr>
          <p:cNvSpPr>
            <a:spLocks noGrp="1"/>
          </p:cNvSpPr>
          <p:nvPr>
            <p:ph type="body" sz="half" idx="19"/>
          </p:nvPr>
        </p:nvSpPr>
        <p:spPr>
          <a:xfrm>
            <a:off x="251999" y="4186309"/>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9" name="Text Placeholder 3">
            <a:extLst>
              <a:ext uri="{FF2B5EF4-FFF2-40B4-BE49-F238E27FC236}">
                <a16:creationId xmlns:a16="http://schemas.microsoft.com/office/drawing/2014/main" id="{34736582-7DD1-4206-9200-FD8C7ED4836E}"/>
              </a:ext>
            </a:extLst>
          </p:cNvPr>
          <p:cNvSpPr>
            <a:spLocks noGrp="1"/>
          </p:cNvSpPr>
          <p:nvPr>
            <p:ph type="body" sz="half" idx="20"/>
          </p:nvPr>
        </p:nvSpPr>
        <p:spPr>
          <a:xfrm>
            <a:off x="251999" y="4626325"/>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24" name="Text Placeholder 3">
            <a:extLst>
              <a:ext uri="{FF2B5EF4-FFF2-40B4-BE49-F238E27FC236}">
                <a16:creationId xmlns:a16="http://schemas.microsoft.com/office/drawing/2014/main" id="{34736582-7DD1-4206-9200-FD8C7ED4836E}"/>
              </a:ext>
            </a:extLst>
          </p:cNvPr>
          <p:cNvSpPr>
            <a:spLocks noGrp="1"/>
          </p:cNvSpPr>
          <p:nvPr>
            <p:ph type="body" sz="half" idx="21"/>
          </p:nvPr>
        </p:nvSpPr>
        <p:spPr>
          <a:xfrm>
            <a:off x="251999" y="5066341"/>
            <a:ext cx="6537600" cy="360000"/>
          </a:xfrm>
          <a:prstGeom prst="rect">
            <a:avLst/>
          </a:prstGeom>
          <a:solidFill>
            <a:schemeClr val="tx1"/>
          </a:solidFill>
        </p:spPr>
        <p:txBody>
          <a:bodyPr lIns="91440" rIns="91440" anchor="ctr" anchorCtr="0">
            <a:noAutofit/>
          </a:bodyPr>
          <a:lstStyle>
            <a:lvl1pPr marL="0" indent="0">
              <a:lnSpc>
                <a:spcPct val="100000"/>
              </a:lnSpc>
              <a:spcBef>
                <a:spcPts val="0"/>
              </a:spcBef>
              <a:spcAft>
                <a:spcPts val="0"/>
              </a:spcAft>
              <a:buNone/>
              <a:defRPr sz="1400">
                <a:solidFill>
                  <a:schemeClr val="bg1"/>
                </a:solidFill>
                <a:latin typeface="+mj-lt"/>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3" name="Bildplatzhalter 2">
            <a:extLst>
              <a:ext uri="{FF2B5EF4-FFF2-40B4-BE49-F238E27FC236}">
                <a16:creationId xmlns:a16="http://schemas.microsoft.com/office/drawing/2014/main" id="{AF56EA3F-1922-8872-9792-501999237C38}"/>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3EEBF7B5-035D-015D-8C41-E74975E5CFAC}"/>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394469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4163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800" smtClean="0">
                <a:solidFill>
                  <a:schemeClr val="accent1"/>
                </a:solidFill>
                <a:latin typeface="Arial" panose="020B0604020202020204" pitchFamily="34" charset="0"/>
                <a:cs typeface="Arial" panose="020B0604020202020204" pitchFamily="34" charset="0"/>
              </a:rPr>
              <a:t>‹Nr.›</a:t>
            </a:fld>
            <a:endParaRPr lang="de-DE" sz="1800" dirty="0">
              <a:solidFill>
                <a:schemeClr val="accent1"/>
              </a:solidFill>
              <a:latin typeface="Arial" panose="020B0604020202020204" pitchFamily="34" charset="0"/>
              <a:cs typeface="Arial" panose="020B0604020202020204" pitchFamily="34" charset="0"/>
            </a:endParaRP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908300"/>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5" name="Grafik 4">
            <a:extLst>
              <a:ext uri="{FF2B5EF4-FFF2-40B4-BE49-F238E27FC236}">
                <a16:creationId xmlns:a16="http://schemas.microsoft.com/office/drawing/2014/main" id="{01053EC7-9585-5077-D1F9-4E591C9F87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56897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Text Placeholder 2"/>
          <p:cNvSpPr>
            <a:spLocks noGrp="1"/>
          </p:cNvSpPr>
          <p:nvPr>
            <p:ph type="body" sz="quarter" idx="12"/>
          </p:nvPr>
        </p:nvSpPr>
        <p:spPr>
          <a:xfrm>
            <a:off x="251999" y="1455420"/>
            <a:ext cx="11729363" cy="479298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2000" y="6312233"/>
            <a:ext cx="351746" cy="304627"/>
          </a:xfrm>
          <a:prstGeom prst="rect">
            <a:avLst/>
          </a:prstGeom>
          <a:noFill/>
        </p:spPr>
        <p:txBody>
          <a:bodyPr wrap="none" lIns="0" tIns="0" rIns="0" bIns="0" rtlCol="0">
            <a:noAutofit/>
          </a:bodyPr>
          <a:lstStyle/>
          <a:p>
            <a:fld id="{2606D6E4-7A48-4190-B649-F3AD422062DD}" type="slidenum">
              <a:rPr lang="de-DE" sz="1600" smtClean="0">
                <a:solidFill>
                  <a:schemeClr val="accent1"/>
                </a:solidFill>
                <a:latin typeface="+mj-lt"/>
              </a:rPr>
              <a:t>‹Nr.›</a:t>
            </a:fld>
            <a:endParaRPr lang="de-DE" sz="400" dirty="0">
              <a:solidFill>
                <a:schemeClr val="accent1"/>
              </a:solidFill>
              <a:latin typeface="+mj-lt"/>
            </a:endParaRPr>
          </a:p>
        </p:txBody>
      </p:sp>
      <p:pic>
        <p:nvPicPr>
          <p:cNvPr id="5" name="Grafik 4">
            <a:extLst>
              <a:ext uri="{FF2B5EF4-FFF2-40B4-BE49-F238E27FC236}">
                <a16:creationId xmlns:a16="http://schemas.microsoft.com/office/drawing/2014/main" id="{A3A2326D-2D59-C192-CB73-E3BC627D47B3}"/>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780344"/>
          </a:xfrm>
          <a:prstGeom prst="rect">
            <a:avLst/>
          </a:prstGeom>
        </p:spPr>
        <p:txBody>
          <a:bodyPr/>
          <a:lstStyle>
            <a:lvl1pPr marL="0" indent="0">
              <a:buNone/>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ACDB8551-B7E9-4647-CCEA-72AA502EBBA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52703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6114850"/>
            <a:ext cx="576000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379427"/>
            <a:ext cx="5760000" cy="387243"/>
          </a:xfrm>
        </p:spPr>
        <p:txBody>
          <a:bodyPr/>
          <a:lstStyle>
            <a:lvl1pPr marL="0" indent="0">
              <a:buNone/>
              <a:defRPr/>
            </a:lvl1pPr>
          </a:lstStyle>
          <a:p>
            <a:pPr lvl="0"/>
            <a:r>
              <a:rPr lang="de-DE" sz="2200" b="1">
                <a:solidFill>
                  <a:schemeClr val="tx2"/>
                </a:solidFill>
              </a:rPr>
              <a:t>Mastertextformat bearbeiten</a:t>
            </a: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2018331"/>
          </a:xfrm>
          <a:prstGeom prst="rect">
            <a:avLst/>
          </a:prstGeom>
        </p:spPr>
        <p:txBody>
          <a:bodyPr/>
          <a:lstStyle>
            <a:lvl1pPr marL="0" indent="0">
              <a:buNone/>
              <a:defRPr/>
            </a:lvl1pPr>
          </a:lstStyle>
          <a:p>
            <a:r>
              <a:rPr lang="de-DE"/>
              <a:t>Bild durch Klicken auf Symbol hinzufügen</a:t>
            </a:r>
            <a:endParaRPr lang="de-DE" dirty="0"/>
          </a:p>
        </p:txBody>
      </p:sp>
      <p:pic>
        <p:nvPicPr>
          <p:cNvPr id="11" name="Grafik 10">
            <a:extLst>
              <a:ext uri="{FF2B5EF4-FFF2-40B4-BE49-F238E27FC236}">
                <a16:creationId xmlns:a16="http://schemas.microsoft.com/office/drawing/2014/main" id="{F57CC41D-AAD0-75A1-C4DE-E00AAA2BDDEB}"/>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62847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6114850"/>
            <a:ext cx="3705807" cy="387243"/>
          </a:xfrm>
        </p:spPr>
        <p:txBody>
          <a:bodyPr/>
          <a:lstStyle>
            <a:lvl1pPr marL="0" indent="0">
              <a:buNone/>
              <a:defRPr/>
            </a:lvl1pPr>
          </a:lstStyle>
          <a:p>
            <a:pPr lvl="0"/>
            <a:r>
              <a:rPr lang="de-DE" sz="2200" b="1">
                <a:solidFill>
                  <a:schemeClr val="tx2"/>
                </a:solidFill>
              </a:rPr>
              <a:t>Mastertextformat bearbeiten</a:t>
            </a: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780344"/>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6114850"/>
            <a:ext cx="3794650" cy="387243"/>
          </a:xfrm>
        </p:spPr>
        <p:txBody>
          <a:bodyPr/>
          <a:lstStyle>
            <a:lvl1pPr marL="0" indent="0">
              <a:buNone/>
              <a:defRPr/>
            </a:lvl1pPr>
          </a:lstStyle>
          <a:p>
            <a:pPr lvl="0"/>
            <a:r>
              <a:rPr lang="de-DE" sz="2200" b="1">
                <a:solidFill>
                  <a:schemeClr val="tx2"/>
                </a:solidFill>
              </a:rPr>
              <a:t>Mastertextformat bearbeiten</a:t>
            </a: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780344"/>
          </a:xfrm>
          <a:prstGeom prst="rect">
            <a:avLst/>
          </a:prstGeom>
        </p:spPr>
        <p:txBody>
          <a:bodyPr/>
          <a:lstStyle>
            <a:lvl1pPr marL="0" indent="0">
              <a:buNone/>
              <a:defRPr/>
            </a:lvl1pPr>
          </a:lstStyle>
          <a:p>
            <a:r>
              <a:rPr lang="de-DE"/>
              <a:t>Bild durch Klicken auf Symbol hinzufügen</a:t>
            </a:r>
            <a:endParaRPr lang="de-DE" dirty="0"/>
          </a:p>
        </p:txBody>
      </p:sp>
      <p:pic>
        <p:nvPicPr>
          <p:cNvPr id="9" name="Grafik 8">
            <a:extLst>
              <a:ext uri="{FF2B5EF4-FFF2-40B4-BE49-F238E27FC236}">
                <a16:creationId xmlns:a16="http://schemas.microsoft.com/office/drawing/2014/main" id="{91E65AC4-F37D-4273-2617-0B1624F7EC0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2678191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5164781"/>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6" name="Grafik 5">
            <a:extLst>
              <a:ext uri="{FF2B5EF4-FFF2-40B4-BE49-F238E27FC236}">
                <a16:creationId xmlns:a16="http://schemas.microsoft.com/office/drawing/2014/main" id="{B48653E5-466A-8D8D-4E91-191C4E9C7049}"/>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125973"/>
            <a:ext cx="340594" cy="355039"/>
          </a:xfrm>
          <a:prstGeom prst="rect">
            <a:avLst/>
          </a:prstGeom>
        </p:spPr>
      </p:pic>
    </p:spTree>
    <p:extLst>
      <p:ext uri="{BB962C8B-B14F-4D97-AF65-F5344CB8AC3E}">
        <p14:creationId xmlns:p14="http://schemas.microsoft.com/office/powerpoint/2010/main" val="254342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amp; Foto brei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3716319"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sp>
        <p:nvSpPr>
          <p:cNvPr id="4" name="Bildplatzhalter 2">
            <a:extLst>
              <a:ext uri="{FF2B5EF4-FFF2-40B4-BE49-F238E27FC236}">
                <a16:creationId xmlns:a16="http://schemas.microsoft.com/office/drawing/2014/main" id="{3E851C3A-281E-653F-02B8-1D5C0CE37CC4}"/>
              </a:ext>
            </a:extLst>
          </p:cNvPr>
          <p:cNvSpPr>
            <a:spLocks noGrp="1"/>
          </p:cNvSpPr>
          <p:nvPr>
            <p:ph type="pic" sz="quarter" idx="12"/>
          </p:nvPr>
        </p:nvSpPr>
        <p:spPr>
          <a:xfrm>
            <a:off x="4270160" y="0"/>
            <a:ext cx="7921840" cy="6858000"/>
          </a:xfrm>
          <a:prstGeom prst="rect">
            <a:avLst/>
          </a:prstGeom>
        </p:spPr>
        <p:txBody>
          <a:bodyPr/>
          <a:lstStyle>
            <a:lvl1pPr marL="0" indent="0">
              <a:buNone/>
              <a:defRPr/>
            </a:lvl1pPr>
          </a:lstStyle>
          <a:p>
            <a:r>
              <a:rPr lang="de-DE"/>
              <a:t>Bild durch Klicken auf Symbol hinzufügen</a:t>
            </a:r>
            <a:endParaRPr lang="de-DE" dirty="0"/>
          </a:p>
        </p:txBody>
      </p:sp>
      <p:sp>
        <p:nvSpPr>
          <p:cNvPr id="6" name="Textplatzhalter 4">
            <a:extLst>
              <a:ext uri="{FF2B5EF4-FFF2-40B4-BE49-F238E27FC236}">
                <a16:creationId xmlns:a16="http://schemas.microsoft.com/office/drawing/2014/main" id="{5CC78C2A-3EFE-45C0-9AED-56F54CD8ABD8}"/>
              </a:ext>
            </a:extLst>
          </p:cNvPr>
          <p:cNvSpPr>
            <a:spLocks noGrp="1"/>
          </p:cNvSpPr>
          <p:nvPr>
            <p:ph type="body" sz="quarter" idx="14"/>
          </p:nvPr>
        </p:nvSpPr>
        <p:spPr>
          <a:xfrm>
            <a:off x="252000" y="1455937"/>
            <a:ext cx="3716319"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4159640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Layout dunkel Headline &amp; Content schrä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A05E0CD-80E7-3597-5232-74A9A88BE148}"/>
              </a:ext>
            </a:extLst>
          </p:cNvPr>
          <p:cNvSpPr/>
          <p:nvPr userDrawn="1"/>
        </p:nvSpPr>
        <p:spPr>
          <a:xfrm>
            <a:off x="-1" y="0"/>
            <a:ext cx="12191999" cy="6857999"/>
          </a:xfrm>
          <a:prstGeom prst="rect">
            <a:avLst/>
          </a:prstGeom>
          <a:gradFill>
            <a:gsLst>
              <a:gs pos="23000">
                <a:srgbClr val="012656"/>
              </a:gs>
              <a:gs pos="80000">
                <a:srgbClr val="012656"/>
              </a:gs>
              <a:gs pos="50000">
                <a:srgbClr val="4472C4"/>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6369539" y="-15631"/>
            <a:ext cx="5822460" cy="6889261"/>
          </a:xfrm>
          <a:custGeom>
            <a:avLst/>
            <a:gdLst>
              <a:gd name="connsiteX0" fmla="*/ 0 w 4974491"/>
              <a:gd name="connsiteY0" fmla="*/ 0 h 6858000"/>
              <a:gd name="connsiteX1" fmla="*/ 4974491 w 4974491"/>
              <a:gd name="connsiteY1" fmla="*/ 0 h 6858000"/>
              <a:gd name="connsiteX2" fmla="*/ 4974491 w 4974491"/>
              <a:gd name="connsiteY2" fmla="*/ 6858000 h 6858000"/>
              <a:gd name="connsiteX3" fmla="*/ 0 w 4974491"/>
              <a:gd name="connsiteY3" fmla="*/ 6858000 h 6858000"/>
              <a:gd name="connsiteX4" fmla="*/ 0 w 4974491"/>
              <a:gd name="connsiteY4" fmla="*/ 0 h 6858000"/>
              <a:gd name="connsiteX0" fmla="*/ 1348154 w 4974491"/>
              <a:gd name="connsiteY0" fmla="*/ 0 h 6869723"/>
              <a:gd name="connsiteX1" fmla="*/ 4974491 w 4974491"/>
              <a:gd name="connsiteY1" fmla="*/ 11723 h 6869723"/>
              <a:gd name="connsiteX2" fmla="*/ 4974491 w 4974491"/>
              <a:gd name="connsiteY2" fmla="*/ 6869723 h 6869723"/>
              <a:gd name="connsiteX3" fmla="*/ 0 w 4974491"/>
              <a:gd name="connsiteY3" fmla="*/ 6869723 h 6869723"/>
              <a:gd name="connsiteX4" fmla="*/ 1348154 w 4974491"/>
              <a:gd name="connsiteY4" fmla="*/ 0 h 6869723"/>
              <a:gd name="connsiteX0" fmla="*/ 2176585 w 5802922"/>
              <a:gd name="connsiteY0" fmla="*/ 0 h 6881446"/>
              <a:gd name="connsiteX1" fmla="*/ 5802922 w 5802922"/>
              <a:gd name="connsiteY1" fmla="*/ 11723 h 6881446"/>
              <a:gd name="connsiteX2" fmla="*/ 5802922 w 5802922"/>
              <a:gd name="connsiteY2" fmla="*/ 6869723 h 6881446"/>
              <a:gd name="connsiteX3" fmla="*/ 0 w 5802922"/>
              <a:gd name="connsiteY3" fmla="*/ 6881446 h 6881446"/>
              <a:gd name="connsiteX4" fmla="*/ 2176585 w 5802922"/>
              <a:gd name="connsiteY4" fmla="*/ 0 h 6881446"/>
              <a:gd name="connsiteX0" fmla="*/ 2196123 w 5822460"/>
              <a:gd name="connsiteY0" fmla="*/ 0 h 6885354"/>
              <a:gd name="connsiteX1" fmla="*/ 5822460 w 5822460"/>
              <a:gd name="connsiteY1" fmla="*/ 11723 h 6885354"/>
              <a:gd name="connsiteX2" fmla="*/ 5822460 w 5822460"/>
              <a:gd name="connsiteY2" fmla="*/ 6869723 h 6885354"/>
              <a:gd name="connsiteX3" fmla="*/ 0 w 5822460"/>
              <a:gd name="connsiteY3" fmla="*/ 6885354 h 6885354"/>
              <a:gd name="connsiteX4" fmla="*/ 2196123 w 5822460"/>
              <a:gd name="connsiteY4" fmla="*/ 0 h 6885354"/>
              <a:gd name="connsiteX0" fmla="*/ 2590800 w 5822460"/>
              <a:gd name="connsiteY0" fmla="*/ 0 h 6889261"/>
              <a:gd name="connsiteX1" fmla="*/ 5822460 w 5822460"/>
              <a:gd name="connsiteY1" fmla="*/ 15630 h 6889261"/>
              <a:gd name="connsiteX2" fmla="*/ 5822460 w 5822460"/>
              <a:gd name="connsiteY2" fmla="*/ 6873630 h 6889261"/>
              <a:gd name="connsiteX3" fmla="*/ 0 w 5822460"/>
              <a:gd name="connsiteY3" fmla="*/ 6889261 h 6889261"/>
              <a:gd name="connsiteX4" fmla="*/ 2590800 w 5822460"/>
              <a:gd name="connsiteY4" fmla="*/ 0 h 6889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460" h="6889261">
                <a:moveTo>
                  <a:pt x="2590800" y="0"/>
                </a:moveTo>
                <a:lnTo>
                  <a:pt x="5822460" y="15630"/>
                </a:lnTo>
                <a:lnTo>
                  <a:pt x="5822460" y="6873630"/>
                </a:lnTo>
                <a:lnTo>
                  <a:pt x="0" y="6889261"/>
                </a:lnTo>
                <a:lnTo>
                  <a:pt x="2590800" y="0"/>
                </a:lnTo>
                <a:close/>
              </a:path>
            </a:pathLst>
          </a:cu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4188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hasCustomPrompt="1"/>
          </p:nvPr>
        </p:nvSpPr>
        <p:spPr>
          <a:xfrm>
            <a:off x="457200" y="1606062"/>
            <a:ext cx="6205415" cy="4372707"/>
          </a:xfrm>
          <a:prstGeom prst="rect">
            <a:avLst/>
          </a:prstGeom>
        </p:spPr>
        <p:txBody>
          <a:bodyPr lIns="90000" rIns="90000" anchor="t">
            <a:normAutofit/>
          </a:bodyPr>
          <a:lstStyle>
            <a:lvl1pPr algn="l">
              <a:defRPr sz="8000" b="1" spc="0" baseline="0">
                <a:solidFill>
                  <a:schemeClr val="bg1"/>
                </a:solidFill>
                <a:latin typeface="+mj-lt"/>
              </a:defRPr>
            </a:lvl1pPr>
          </a:lstStyle>
          <a:p>
            <a:r>
              <a:rPr lang="de-DE" dirty="0"/>
              <a:t>Headline</a:t>
            </a:r>
            <a:endParaRPr lang="en-US" dirty="0"/>
          </a:p>
        </p:txBody>
      </p:sp>
      <p:sp>
        <p:nvSpPr>
          <p:cNvPr id="7" name="Rechteck 6">
            <a:extLst>
              <a:ext uri="{FF2B5EF4-FFF2-40B4-BE49-F238E27FC236}">
                <a16:creationId xmlns:a16="http://schemas.microsoft.com/office/drawing/2014/main" id="{6EBBD200-1A8B-B613-0372-64B506A69692}"/>
              </a:ext>
            </a:extLst>
          </p:cNvPr>
          <p:cNvSpPr/>
          <p:nvPr userDrawn="1"/>
        </p:nvSpPr>
        <p:spPr>
          <a:xfrm rot="6637795">
            <a:off x="3930266" y="3273476"/>
            <a:ext cx="7469663" cy="294214"/>
          </a:xfrm>
          <a:prstGeom prst="rect">
            <a:avLst/>
          </a:prstGeom>
          <a:solidFill>
            <a:srgbClr val="548EC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extplatzhalter 11">
            <a:extLst>
              <a:ext uri="{FF2B5EF4-FFF2-40B4-BE49-F238E27FC236}">
                <a16:creationId xmlns:a16="http://schemas.microsoft.com/office/drawing/2014/main" id="{2FBF3823-473F-87CF-A278-E2B06AFD4A3C}"/>
              </a:ext>
            </a:extLst>
          </p:cNvPr>
          <p:cNvSpPr>
            <a:spLocks noGrp="1"/>
          </p:cNvSpPr>
          <p:nvPr>
            <p:ph type="body" sz="quarter" idx="12" hasCustomPrompt="1"/>
          </p:nvPr>
        </p:nvSpPr>
        <p:spPr>
          <a:xfrm>
            <a:off x="527538" y="879231"/>
            <a:ext cx="7315200" cy="617078"/>
          </a:xfrm>
        </p:spPr>
        <p:txBody>
          <a:bodyPr/>
          <a:lstStyle>
            <a:lvl1pPr marL="0" indent="0">
              <a:buNone/>
              <a:defRPr b="1">
                <a:solidFill>
                  <a:schemeClr val="bg1"/>
                </a:solidFill>
              </a:defRPr>
            </a:lvl1pPr>
          </a:lstStyle>
          <a:p>
            <a:pPr lvl="0"/>
            <a:r>
              <a:rPr lang="de-DE" dirty="0"/>
              <a:t>Subheadline</a:t>
            </a:r>
          </a:p>
        </p:txBody>
      </p:sp>
      <p:pic>
        <p:nvPicPr>
          <p:cNvPr id="3" name="Grafik 2">
            <a:extLst>
              <a:ext uri="{FF2B5EF4-FFF2-40B4-BE49-F238E27FC236}">
                <a16:creationId xmlns:a16="http://schemas.microsoft.com/office/drawing/2014/main" id="{5D6E1C60-39BF-C3AB-7FB3-9AA99ECF2F9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pic>
        <p:nvPicPr>
          <p:cNvPr id="8" name="Grafik 7">
            <a:extLst>
              <a:ext uri="{FF2B5EF4-FFF2-40B4-BE49-F238E27FC236}">
                <a16:creationId xmlns:a16="http://schemas.microsoft.com/office/drawing/2014/main" id="{9FA28CF5-2D12-C169-DD71-3C69D4ED1438}"/>
              </a:ext>
            </a:extLst>
          </p:cNvPr>
          <p:cNvPicPr>
            <a:picLocks noChangeAspect="1"/>
          </p:cNvPicPr>
          <p:nvPr userDrawn="1"/>
        </p:nvPicPr>
        <p:blipFill>
          <a:blip>
            <a:alphaModFix amt="8000"/>
            <a:extLst>
              <a:ext uri="{96DAC541-7B7A-43D3-8B79-37D633B846F1}">
                <asvg:svgBlip xmlns:asvg="http://schemas.microsoft.com/office/drawing/2016/SVG/main" r:embed="rId6"/>
              </a:ext>
            </a:extLst>
          </a:blip>
          <a:stretch>
            <a:fillRect/>
          </a:stretch>
        </p:blipFill>
        <p:spPr>
          <a:xfrm>
            <a:off x="316903" y="226420"/>
            <a:ext cx="6405158" cy="6405158"/>
          </a:xfrm>
          <a:prstGeom prst="rect">
            <a:avLst/>
          </a:prstGeom>
        </p:spPr>
      </p:pic>
    </p:spTree>
    <p:extLst>
      <p:ext uri="{BB962C8B-B14F-4D97-AF65-F5344CB8AC3E}">
        <p14:creationId xmlns:p14="http://schemas.microsoft.com/office/powerpoint/2010/main" val="3271567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vent Speaker">
    <p:bg>
      <p:bgPr>
        <a:gradFill>
          <a:gsLst>
            <a:gs pos="23000">
              <a:srgbClr val="012656"/>
            </a:gs>
            <a:gs pos="80000">
              <a:srgbClr val="012656"/>
            </a:gs>
            <a:gs pos="50000">
              <a:srgbClr val="4472C4"/>
            </a:gs>
          </a:gsLst>
          <a:lin ang="13800000" scaled="0"/>
        </a:gradFill>
        <a:effectLst/>
      </p:bgPr>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BB3423F-8607-97C9-F2DB-43288E3BE6FD}"/>
              </a:ext>
            </a:extLst>
          </p:cNvPr>
          <p:cNvPicPr>
            <a:picLocks noChangeAspect="1"/>
          </p:cNvPicPr>
          <p:nvPr userDrawn="1"/>
        </p:nvPicPr>
        <p:blipFill>
          <a:blip>
            <a:alphaModFix amt="8000"/>
            <a:extLst>
              <a:ext uri="{96DAC541-7B7A-43D3-8B79-37D633B846F1}">
                <asvg:svgBlip xmlns:asvg="http://schemas.microsoft.com/office/drawing/2016/SVG/main" r:embed="rId2"/>
              </a:ext>
            </a:extLst>
          </a:blip>
          <a:stretch>
            <a:fillRect/>
          </a:stretch>
        </p:blipFill>
        <p:spPr>
          <a:xfrm>
            <a:off x="3345180" y="678180"/>
            <a:ext cx="5501640" cy="5501640"/>
          </a:xfrm>
          <a:prstGeom prst="rect">
            <a:avLst/>
          </a:prstGeom>
        </p:spPr>
      </p:pic>
    </p:spTree>
    <p:extLst>
      <p:ext uri="{BB962C8B-B14F-4D97-AF65-F5344CB8AC3E}">
        <p14:creationId xmlns:p14="http://schemas.microsoft.com/office/powerpoint/2010/main" val="2381523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line + Bild">
    <p:spTree>
      <p:nvGrpSpPr>
        <p:cNvPr id="1" name=""/>
        <p:cNvGrpSpPr/>
        <p:nvPr/>
      </p:nvGrpSpPr>
      <p:grpSpPr>
        <a:xfrm>
          <a:off x="0" y="0"/>
          <a:ext cx="0" cy="0"/>
          <a:chOff x="0" y="0"/>
          <a:chExt cx="0" cy="0"/>
        </a:xfrm>
      </p:grpSpPr>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6858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sp>
        <p:nvSpPr>
          <p:cNvPr id="24" name="Textplatzhalter 4">
            <a:extLst>
              <a:ext uri="{FF2B5EF4-FFF2-40B4-BE49-F238E27FC236}">
                <a16:creationId xmlns:a16="http://schemas.microsoft.com/office/drawing/2014/main" id="{FE466495-C3BB-EF56-B174-4557CA5C2A7B}"/>
              </a:ext>
            </a:extLst>
          </p:cNvPr>
          <p:cNvSpPr>
            <a:spLocks noGrp="1"/>
          </p:cNvSpPr>
          <p:nvPr>
            <p:ph type="body" sz="quarter" idx="14"/>
          </p:nvPr>
        </p:nvSpPr>
        <p:spPr>
          <a:xfrm>
            <a:off x="252000" y="1455937"/>
            <a:ext cx="5577300" cy="516478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5" name="Title 1">
            <a:extLst>
              <a:ext uri="{FF2B5EF4-FFF2-40B4-BE49-F238E27FC236}">
                <a16:creationId xmlns:a16="http://schemas.microsoft.com/office/drawing/2014/main" id="{B6D96523-888D-D241-2BD6-F9A21050FDDE}"/>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pic>
        <p:nvPicPr>
          <p:cNvPr id="2" name="Grafik 1">
            <a:extLst>
              <a:ext uri="{FF2B5EF4-FFF2-40B4-BE49-F238E27FC236}">
                <a16:creationId xmlns:a16="http://schemas.microsoft.com/office/drawing/2014/main" id="{1C40A896-FAD4-5BAD-DAC2-3AE48CD86DBA}"/>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4023232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2367152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p:cNvSpPr/>
          <p:nvPr userDrawn="1">
            <p:custDataLst>
              <p:tags r:id="rId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0000"/>
              </a:lnSpc>
              <a:spcBef>
                <a:spcPct val="0"/>
              </a:spcBef>
              <a:spcAft>
                <a:spcPct val="0"/>
              </a:spcAft>
            </a:pPr>
            <a:endParaRPr lang="de-DE" sz="5000" b="1" i="0" baseline="0" dirty="0">
              <a:latin typeface="TitilliumText25L" panose="020B0604020202020204" charset="0"/>
              <a:ea typeface="+mj-ea"/>
              <a:cs typeface="+mj-cs"/>
              <a:sym typeface="TitilliumText25L" panose="020B0604020202020204" charset="0"/>
            </a:endParaRPr>
          </a:p>
        </p:txBody>
      </p:sp>
      <p:sp>
        <p:nvSpPr>
          <p:cNvPr id="10" name="Rectangle 9"/>
          <p:cNvSpPr/>
          <p:nvPr userDrawn="1"/>
        </p:nvSpPr>
        <p:spPr>
          <a:xfrm>
            <a:off x="8229600" y="4699000"/>
            <a:ext cx="381000" cy="16098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 name="Title 1"/>
          <p:cNvSpPr>
            <a:spLocks noGrp="1"/>
          </p:cNvSpPr>
          <p:nvPr>
            <p:ph type="ctrTitle" hasCustomPrompt="1"/>
          </p:nvPr>
        </p:nvSpPr>
        <p:spPr>
          <a:xfrm>
            <a:off x="457200" y="4845837"/>
            <a:ext cx="11163300" cy="669592"/>
          </a:xfrm>
          <a:prstGeom prst="rect">
            <a:avLst/>
          </a:prstGeom>
        </p:spPr>
        <p:txBody>
          <a:bodyPr lIns="90000" rIns="90000" anchor="t">
            <a:noAutofit/>
          </a:bodyPr>
          <a:lstStyle>
            <a:lvl1pPr algn="l">
              <a:defRPr sz="5000" b="1" spc="0" baseline="0">
                <a:solidFill>
                  <a:schemeClr val="accent1"/>
                </a:solidFill>
                <a:latin typeface="+mj-lt"/>
              </a:defRPr>
            </a:lvl1pPr>
          </a:lstStyle>
          <a:p>
            <a:r>
              <a:rPr lang="de-DE" dirty="0"/>
              <a:t>Thank you!</a:t>
            </a:r>
            <a:endParaRPr lang="en-US" dirty="0"/>
          </a:p>
        </p:txBody>
      </p:sp>
      <p:sp>
        <p:nvSpPr>
          <p:cNvPr id="3" name="Subtitle 2"/>
          <p:cNvSpPr>
            <a:spLocks noGrp="1"/>
          </p:cNvSpPr>
          <p:nvPr>
            <p:ph type="subTitle" idx="1" hasCustomPrompt="1"/>
          </p:nvPr>
        </p:nvSpPr>
        <p:spPr>
          <a:xfrm>
            <a:off x="457200" y="5515429"/>
            <a:ext cx="11163300" cy="793448"/>
          </a:xfrm>
          <a:prstGeom prst="rect">
            <a:avLst/>
          </a:prstGeom>
        </p:spPr>
        <p:txBody>
          <a:bodyPr lIns="91440" rIns="91440" anchor="t">
            <a:noAutofit/>
          </a:bodyPr>
          <a:lstStyle>
            <a:lvl1pPr marL="0" indent="0" algn="l">
              <a:lnSpc>
                <a:spcPct val="100000"/>
              </a:lnSpc>
              <a:spcBef>
                <a:spcPts val="0"/>
              </a:spcBef>
              <a:buNone/>
              <a:defRPr sz="2200">
                <a:solidFill>
                  <a:schemeClr val="accent1"/>
                </a:solidFill>
                <a:latin typeface="+mj-lt"/>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de-DE" dirty="0"/>
              <a:t>Kontakt</a:t>
            </a:r>
            <a:endParaRPr lang="en-US" dirty="0"/>
          </a:p>
        </p:txBody>
      </p:sp>
      <p:sp>
        <p:nvSpPr>
          <p:cNvPr id="20" name="Bildplatzhalter 17">
            <a:extLst>
              <a:ext uri="{FF2B5EF4-FFF2-40B4-BE49-F238E27FC236}">
                <a16:creationId xmlns:a16="http://schemas.microsoft.com/office/drawing/2014/main" id="{7A424419-DAFB-406C-9547-457BF25E2F3F}"/>
              </a:ext>
            </a:extLst>
          </p:cNvPr>
          <p:cNvSpPr>
            <a:spLocks noGrp="1"/>
          </p:cNvSpPr>
          <p:nvPr>
            <p:ph type="pic" sz="quarter" idx="11"/>
          </p:nvPr>
        </p:nvSpPr>
        <p:spPr>
          <a:xfrm>
            <a:off x="0" y="0"/>
            <a:ext cx="12192000" cy="4572000"/>
          </a:xfrm>
          <a:prstGeom prst="rect">
            <a:avLst/>
          </a:prstGeom>
          <a:solidFill>
            <a:schemeClr val="bg2"/>
          </a:solidFill>
        </p:spPr>
        <p:txBody>
          <a:bodyPr/>
          <a:lstStyle>
            <a:lvl1pPr marL="0" indent="0">
              <a:buNone/>
              <a:defRPr>
                <a:solidFill>
                  <a:schemeClr val="accent1"/>
                </a:solidFill>
                <a:latin typeface="+mj-lt"/>
              </a:defRPr>
            </a:lvl1pPr>
          </a:lstStyle>
          <a:p>
            <a:r>
              <a:rPr lang="de-DE"/>
              <a:t>Bild durch Klicken auf Symbol hinzufügen</a:t>
            </a:r>
            <a:endParaRPr lang="de-DE" dirty="0"/>
          </a:p>
        </p:txBody>
      </p:sp>
      <p:pic>
        <p:nvPicPr>
          <p:cNvPr id="7" name="Grafik 6">
            <a:extLst>
              <a:ext uri="{FF2B5EF4-FFF2-40B4-BE49-F238E27FC236}">
                <a16:creationId xmlns:a16="http://schemas.microsoft.com/office/drawing/2014/main" id="{E77AA912-6D48-7FCE-AE9C-CB61D1FB1348}"/>
              </a:ext>
            </a:extLst>
          </p:cNvPr>
          <p:cNvPicPr>
            <a:picLocks noChangeAspect="1"/>
          </p:cNvPicPr>
          <p:nvPr userDrawn="1"/>
        </p:nvPicPr>
        <p:blipFill>
          <a:blip>
            <a:extLst>
              <a:ext uri="{96DAC541-7B7A-43D3-8B79-37D633B846F1}">
                <asvg:svgBlip xmlns:asvg="http://schemas.microsoft.com/office/drawing/2016/SVG/main" r:embed="rId6"/>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5213717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Inhalt">
    <p:spTree>
      <p:nvGrpSpPr>
        <p:cNvPr id="1" name=""/>
        <p:cNvGrpSpPr/>
        <p:nvPr/>
      </p:nvGrpSpPr>
      <p:grpSpPr>
        <a:xfrm>
          <a:off x="0" y="0"/>
          <a:ext cx="0" cy="0"/>
          <a:chOff x="0" y="0"/>
          <a:chExt cx="0" cy="0"/>
        </a:xfrm>
      </p:grpSpPr>
      <p:sp>
        <p:nvSpPr>
          <p:cNvPr id="3" name="Inhaltsplatzhalter 2"/>
          <p:cNvSpPr>
            <a:spLocks noGrp="1"/>
          </p:cNvSpPr>
          <p:nvPr>
            <p:ph idx="1"/>
          </p:nvPr>
        </p:nvSpPr>
        <p:spPr>
          <a:xfrm>
            <a:off x="623392" y="1146558"/>
            <a:ext cx="10945216" cy="5162763"/>
          </a:xfrm>
          <a:prstGeom prst="rect">
            <a:avLst/>
          </a:prstGeom>
        </p:spPr>
        <p:txBody>
          <a:bodyPr/>
          <a:lstStyle>
            <a:lvl1pPr marL="26670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1pPr>
            <a:lvl2pPr marL="628650"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2pPr>
            <a:lvl3pPr marL="1076325" indent="-266700">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3pPr>
            <a:lvl4pPr marL="14382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4pPr>
            <a:lvl5pPr marL="1971675" indent="-180975">
              <a:spcBef>
                <a:spcPts val="600"/>
              </a:spcBef>
              <a:buClr>
                <a:schemeClr val="accent1">
                  <a:lumMod val="75000"/>
                </a:schemeClr>
              </a:buClr>
              <a:buFont typeface="Wingdings" pitchFamily="2" charset="2"/>
              <a:buChar char="§"/>
              <a:defRPr sz="1600">
                <a:solidFill>
                  <a:schemeClr val="tx1"/>
                </a:solidFill>
                <a:latin typeface="Arial" pitchFamily="34" charset="0"/>
                <a:cs typeface="Arial" pitchFamily="34" charset="0"/>
              </a:defRPr>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0" name="Titel 18"/>
          <p:cNvSpPr>
            <a:spLocks noGrp="1"/>
          </p:cNvSpPr>
          <p:nvPr>
            <p:ph type="title"/>
          </p:nvPr>
        </p:nvSpPr>
        <p:spPr>
          <a:xfrm>
            <a:off x="623391" y="193890"/>
            <a:ext cx="10250751" cy="614499"/>
          </a:xfrm>
          <a:prstGeom prst="rect">
            <a:avLst/>
          </a:prstGeom>
        </p:spPr>
        <p:txBody>
          <a:bodyPr anchor="ctr" anchorCtr="0">
            <a:noAutofit/>
          </a:bodyPr>
          <a:lstStyle>
            <a:lvl1pPr marL="0" indent="0" algn="l">
              <a:tabLst/>
              <a:defRPr sz="2000" b="1">
                <a:solidFill>
                  <a:schemeClr val="tx1"/>
                </a:solidFill>
                <a:latin typeface="Arial" pitchFamily="34" charset="0"/>
                <a:cs typeface="Arial" pitchFamily="34" charset="0"/>
              </a:defRPr>
            </a:lvl1pPr>
          </a:lstStyle>
          <a:p>
            <a:r>
              <a:rPr lang="de-DE" dirty="0"/>
              <a:t>Titelmasterformat durch Klicken bearbeiten</a:t>
            </a:r>
          </a:p>
        </p:txBody>
      </p:sp>
      <p:sp>
        <p:nvSpPr>
          <p:cNvPr id="6" name="Textfeld 5"/>
          <p:cNvSpPr txBox="1"/>
          <p:nvPr userDrawn="1"/>
        </p:nvSpPr>
        <p:spPr>
          <a:xfrm>
            <a:off x="623391" y="6444335"/>
            <a:ext cx="8921564" cy="416660"/>
          </a:xfrm>
          <a:prstGeom prst="rect">
            <a:avLst/>
          </a:prstGeom>
          <a:noFill/>
        </p:spPr>
        <p:txBody>
          <a:bodyPr wrap="square" rtlCol="0" anchor="ctr" anchorCtr="0">
            <a:noAutofit/>
          </a:bodyPr>
          <a:lstStyle/>
          <a:p>
            <a:r>
              <a:rPr lang="de-DE" sz="1200" i="1" kern="1200" dirty="0">
                <a:solidFill>
                  <a:schemeClr val="accent1">
                    <a:lumMod val="50000"/>
                  </a:schemeClr>
                </a:solidFill>
                <a:latin typeface="Arial" pitchFamily="34" charset="0"/>
                <a:ea typeface="+mn-ea"/>
                <a:cs typeface="Arial" pitchFamily="34" charset="0"/>
              </a:rPr>
              <a:t>Modellierung betrieblicher Informationssysteme (MOBIS)</a:t>
            </a:r>
          </a:p>
        </p:txBody>
      </p:sp>
      <p:sp>
        <p:nvSpPr>
          <p:cNvPr id="10" name="Textfeld 9"/>
          <p:cNvSpPr txBox="1"/>
          <p:nvPr userDrawn="1"/>
        </p:nvSpPr>
        <p:spPr>
          <a:xfrm>
            <a:off x="10901108" y="6444336"/>
            <a:ext cx="775513" cy="413664"/>
          </a:xfrm>
          <a:prstGeom prst="rect">
            <a:avLst/>
          </a:prstGeom>
          <a:noFill/>
        </p:spPr>
        <p:txBody>
          <a:bodyPr wrap="square" rtlCol="0" anchor="ctr" anchorCtr="0">
            <a:noAutofit/>
          </a:bodyPr>
          <a:lstStyle/>
          <a:p>
            <a:pPr algn="r"/>
            <a:fld id="{03A53B9E-05D4-4AED-A091-042480FFC68F}" type="slidenum">
              <a:rPr lang="de-DE" sz="1200" i="1" kern="1200" smtClean="0">
                <a:solidFill>
                  <a:schemeClr val="accent1">
                    <a:lumMod val="50000"/>
                  </a:schemeClr>
                </a:solidFill>
                <a:latin typeface="Arial" pitchFamily="34" charset="0"/>
                <a:ea typeface="+mn-ea"/>
                <a:cs typeface="Arial" pitchFamily="34" charset="0"/>
              </a:rPr>
              <a:pPr algn="r"/>
              <a:t>‹Nr.›</a:t>
            </a:fld>
            <a:endParaRPr lang="de-DE" sz="1200" i="1" kern="1200" dirty="0">
              <a:solidFill>
                <a:schemeClr val="accent1">
                  <a:lumMod val="50000"/>
                </a:schemeClr>
              </a:solidFill>
              <a:latin typeface="Arial" pitchFamily="34" charset="0"/>
              <a:ea typeface="+mn-ea"/>
              <a:cs typeface="Arial" pitchFamily="34" charset="0"/>
            </a:endParaRPr>
          </a:p>
        </p:txBody>
      </p:sp>
      <p:sp>
        <p:nvSpPr>
          <p:cNvPr id="11" name="Rechteck 10"/>
          <p:cNvSpPr>
            <a:spLocks/>
          </p:cNvSpPr>
          <p:nvPr userDrawn="1"/>
        </p:nvSpPr>
        <p:spPr>
          <a:xfrm>
            <a:off x="9544957" y="6444336"/>
            <a:ext cx="1356151" cy="413664"/>
          </a:xfrm>
          <a:prstGeom prst="rect">
            <a:avLst/>
          </a:prstGeom>
        </p:spPr>
        <p:txBody>
          <a:bodyPr wrap="square" anchor="ctr" anchorCtr="0">
            <a:noAutofit/>
          </a:bodyPr>
          <a:lstStyle/>
          <a:p>
            <a:r>
              <a:rPr lang="de-DE" sz="1200" i="1" kern="1200" dirty="0">
                <a:solidFill>
                  <a:schemeClr val="accent1">
                    <a:lumMod val="50000"/>
                  </a:schemeClr>
                </a:solidFill>
                <a:latin typeface="Arial" pitchFamily="34" charset="0"/>
                <a:ea typeface="+mn-ea"/>
                <a:cs typeface="Arial" pitchFamily="34" charset="0"/>
              </a:rPr>
              <a:t>2024</a:t>
            </a:r>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51987" y="143678"/>
            <a:ext cx="924047" cy="693035"/>
          </a:xfrm>
          <a:prstGeom prst="rect">
            <a:avLst/>
          </a:prstGeom>
        </p:spPr>
      </p:pic>
      <p:cxnSp>
        <p:nvCxnSpPr>
          <p:cNvPr id="15" name="Gerade Verbindung 14"/>
          <p:cNvCxnSpPr/>
          <p:nvPr userDrawn="1"/>
        </p:nvCxnSpPr>
        <p:spPr>
          <a:xfrm>
            <a:off x="0" y="6444335"/>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userDrawn="1"/>
        </p:nvCxnSpPr>
        <p:spPr>
          <a:xfrm>
            <a:off x="0" y="998730"/>
            <a:ext cx="1221668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76964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200" smtClean="0">
                <a:solidFill>
                  <a:schemeClr val="accent1"/>
                </a:solidFill>
                <a:latin typeface="+mj-lt"/>
              </a:rPr>
              <a:t>‹Nr.›</a:t>
            </a:fld>
            <a:r>
              <a:rPr lang="de-DE" sz="1200" dirty="0">
                <a:solidFill>
                  <a:schemeClr val="accent1"/>
                </a:solidFill>
                <a:latin typeface="+mj-lt"/>
              </a:rPr>
              <a:t> |</a:t>
            </a:r>
          </a:p>
        </p:txBody>
      </p:sp>
      <p:sp>
        <p:nvSpPr>
          <p:cNvPr id="3" name="Textplatzhalter 12">
            <a:extLst>
              <a:ext uri="{FF2B5EF4-FFF2-40B4-BE49-F238E27FC236}">
                <a16:creationId xmlns:a16="http://schemas.microsoft.com/office/drawing/2014/main" id="{E3961D08-A446-C485-B82F-2105F260B1D7}"/>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100">
                <a:solidFill>
                  <a:schemeClr val="accent1"/>
                </a:solidFill>
              </a:defRPr>
            </a:lvl1pPr>
          </a:lstStyle>
          <a:p>
            <a:pPr lvl="0"/>
            <a:r>
              <a:rPr lang="de-DE" dirty="0"/>
              <a:t>Quellennachweis</a:t>
            </a:r>
          </a:p>
        </p:txBody>
      </p:sp>
      <p:pic>
        <p:nvPicPr>
          <p:cNvPr id="5" name="Grafik 4">
            <a:extLst>
              <a:ext uri="{FF2B5EF4-FFF2-40B4-BE49-F238E27FC236}">
                <a16:creationId xmlns:a16="http://schemas.microsoft.com/office/drawing/2014/main" id="{A41C7A10-9A6B-8B44-DFB1-EAC1EFA45CA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575296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3" name="Inhaltsplatzhalter 2">
            <a:extLst>
              <a:ext uri="{FF2B5EF4-FFF2-40B4-BE49-F238E27FC236}">
                <a16:creationId xmlns:a16="http://schemas.microsoft.com/office/drawing/2014/main" id="{7AE187B7-3C71-4329-A7DD-F5D0438CE6B8}"/>
              </a:ext>
            </a:extLst>
          </p:cNvPr>
          <p:cNvSpPr>
            <a:spLocks noGrp="1"/>
          </p:cNvSpPr>
          <p:nvPr>
            <p:ph sz="quarter" idx="13"/>
          </p:nvPr>
        </p:nvSpPr>
        <p:spPr>
          <a:xfrm>
            <a:off x="251999" y="1454401"/>
            <a:ext cx="11642725" cy="4877819"/>
          </a:xfrm>
        </p:spPr>
        <p:txBody>
          <a:bodyPr/>
          <a:lstStyle>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extplatzhalter 12">
            <a:extLst>
              <a:ext uri="{FF2B5EF4-FFF2-40B4-BE49-F238E27FC236}">
                <a16:creationId xmlns:a16="http://schemas.microsoft.com/office/drawing/2014/main" id="{C7D0EEA3-AC2D-0209-5E93-29844B2734D6}"/>
              </a:ext>
            </a:extLst>
          </p:cNvPr>
          <p:cNvSpPr>
            <a:spLocks noGrp="1"/>
          </p:cNvSpPr>
          <p:nvPr>
            <p:ph type="body" sz="quarter" idx="11" hasCustomPrompt="1"/>
          </p:nvPr>
        </p:nvSpPr>
        <p:spPr>
          <a:xfrm>
            <a:off x="603068" y="6540673"/>
            <a:ext cx="1040021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8" name="Grafik 7">
            <a:extLst>
              <a:ext uri="{FF2B5EF4-FFF2-40B4-BE49-F238E27FC236}">
                <a16:creationId xmlns:a16="http://schemas.microsoft.com/office/drawing/2014/main" id="{39ACFE7D-DA1A-FC3B-CFEC-519F97772CAE}"/>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75681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Headline &amp; 2 Contents">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19552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Text Placeholder 2"/>
          <p:cNvSpPr>
            <a:spLocks noGrp="1"/>
          </p:cNvSpPr>
          <p:nvPr>
            <p:ph type="body" sz="quarter" idx="12"/>
          </p:nvPr>
        </p:nvSpPr>
        <p:spPr>
          <a:xfrm>
            <a:off x="252000"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6" name="Text Placeholder 2"/>
          <p:cNvSpPr>
            <a:spLocks noGrp="1"/>
          </p:cNvSpPr>
          <p:nvPr>
            <p:ph type="body" sz="quarter" idx="13"/>
          </p:nvPr>
        </p:nvSpPr>
        <p:spPr>
          <a:xfrm>
            <a:off x="6221362" y="1455420"/>
            <a:ext cx="5760000" cy="4884420"/>
          </a:xfrm>
        </p:spPr>
        <p:txBody>
          <a:bodyPr/>
          <a:lstStyle>
            <a:lvl1pPr marL="342900" marR="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lvl1pPr>
            <a:lvl2pPr marL="630000" marR="0" indent="-288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2pPr>
            <a:lvl3pPr marL="846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3pPr>
            <a:lvl4pPr marL="1062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4pPr>
            <a:lvl5pPr marL="1278000" marR="0" indent="-216000" algn="l" defTabSz="914400" rtl="0" eaLnBrk="1" fontAlgn="auto" latinLnBrk="0" hangingPunct="1">
              <a:lnSpc>
                <a:spcPct val="100000"/>
              </a:lnSpc>
              <a:spcBef>
                <a:spcPts val="0"/>
              </a:spcBef>
              <a:spcAft>
                <a:spcPts val="600"/>
              </a:spcAft>
              <a:buClr>
                <a:srgbClr val="012656"/>
              </a:buClr>
              <a:buSzTx/>
              <a:buFont typeface="Wingdings" panose="05000000000000000000" pitchFamily="2" charset="2"/>
              <a:buChar char="§"/>
              <a:tabLst/>
              <a:defRPr/>
            </a:lvl5pPr>
          </a:lstStyle>
          <a:p>
            <a:pPr marL="342900" marR="0" lvl="0" indent="-342900" algn="l" defTabSz="914400" rtl="0" eaLnBrk="1" fontAlgn="auto" latinLnBrk="0" hangingPunct="1">
              <a:lnSpc>
                <a:spcPct val="100000"/>
              </a:lnSpc>
              <a:spcBef>
                <a:spcPts val="0"/>
              </a:spcBef>
              <a:spcAft>
                <a:spcPts val="1000"/>
              </a:spcAft>
              <a:buClr>
                <a:srgbClr val="012656"/>
              </a:buClr>
              <a:buSzPct val="100000"/>
              <a:buFont typeface="Wingdings" panose="05000000000000000000" pitchFamily="2" charset="2"/>
              <a:buChar char="§"/>
              <a:tabLst/>
              <a:defRPr/>
            </a:pPr>
            <a:r>
              <a:rPr kumimoji="0" lang="de-DE" sz="2200" b="0" i="0" u="none" strike="noStrike" kern="1200" cap="none" spc="0" normalizeH="0" baseline="0" noProof="0" dirty="0">
                <a:ln>
                  <a:noFill/>
                </a:ln>
                <a:solidFill>
                  <a:srgbClr val="012656"/>
                </a:solidFill>
                <a:effectLst/>
                <a:uLnTx/>
                <a:uFillTx/>
                <a:latin typeface="+mj-lt"/>
                <a:ea typeface="+mn-ea"/>
                <a:cs typeface="+mn-cs"/>
              </a:rPr>
              <a:t>Mastertextformat bearbeiten</a:t>
            </a:r>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12">
            <a:extLst>
              <a:ext uri="{FF2B5EF4-FFF2-40B4-BE49-F238E27FC236}">
                <a16:creationId xmlns:a16="http://schemas.microsoft.com/office/drawing/2014/main" id="{1925990B-4AC2-1838-F2D8-DAF58D098E1D}"/>
              </a:ext>
            </a:extLst>
          </p:cNvPr>
          <p:cNvSpPr>
            <a:spLocks noGrp="1"/>
          </p:cNvSpPr>
          <p:nvPr>
            <p:ph type="body" sz="quarter" idx="11" hasCustomPrompt="1"/>
          </p:nvPr>
        </p:nvSpPr>
        <p:spPr>
          <a:xfrm>
            <a:off x="603068" y="6540673"/>
            <a:ext cx="104078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E46AB0DF-E49B-E1B6-DD3C-8923EA30DDE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5169440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Headline &amp; 2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69487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4327195"/>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4327195"/>
          </a:xfrm>
          <a:prstGeom prst="rect">
            <a:avLst/>
          </a:prstGeom>
        </p:spPr>
        <p:txBody>
          <a:bodyPr/>
          <a:lstStyle>
            <a:lvl1pPr marL="0" indent="0">
              <a:buNone/>
              <a:defRPr/>
            </a:lvl1pPr>
          </a:lstStyle>
          <a:p>
            <a:r>
              <a:rPr lang="de-DE" dirty="0"/>
              <a:t>Bild durch Klicken auf Symbol hinzufügen</a:t>
            </a:r>
          </a:p>
        </p:txBody>
      </p:sp>
      <p:sp>
        <p:nvSpPr>
          <p:cNvPr id="7" name="Textplatzhalter 12">
            <a:extLst>
              <a:ext uri="{FF2B5EF4-FFF2-40B4-BE49-F238E27FC236}">
                <a16:creationId xmlns:a16="http://schemas.microsoft.com/office/drawing/2014/main" id="{BB9ACA6B-739A-55B1-62C3-79260FCBCC1C}"/>
              </a:ext>
            </a:extLst>
          </p:cNvPr>
          <p:cNvSpPr>
            <a:spLocks noGrp="1"/>
          </p:cNvSpPr>
          <p:nvPr>
            <p:ph type="body" sz="quarter" idx="11" hasCustomPrompt="1"/>
          </p:nvPr>
        </p:nvSpPr>
        <p:spPr>
          <a:xfrm>
            <a:off x="603068" y="6540673"/>
            <a:ext cx="103925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9" name="Grafik 8">
            <a:extLst>
              <a:ext uri="{FF2B5EF4-FFF2-40B4-BE49-F238E27FC236}">
                <a16:creationId xmlns:a16="http://schemas.microsoft.com/office/drawing/2014/main" id="{73C2D2FF-4846-FE23-D712-B3C575A9FA6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222914460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Headline &amp; 4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6221362" y="5905103"/>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5758587" cy="1825319"/>
          </a:xfrm>
          <a:prstGeom prst="rect">
            <a:avLst/>
          </a:prstGeom>
        </p:spPr>
        <p:txBody>
          <a:bodyPr/>
          <a:lstStyle>
            <a:lvl1pPr marL="0" indent="0">
              <a:buNone/>
              <a:defRPr/>
            </a:lvl1pPr>
          </a:lstStyle>
          <a:p>
            <a:r>
              <a:rPr lang="de-DE" dirty="0"/>
              <a:t>Bild durch Klicken auf Symbol hinzufügen</a:t>
            </a:r>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6221362" y="1296365"/>
            <a:ext cx="5758587" cy="1825319"/>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924AB3C2-C685-954D-9A4B-433018167DD0}"/>
              </a:ext>
            </a:extLst>
          </p:cNvPr>
          <p:cNvSpPr>
            <a:spLocks noGrp="1"/>
          </p:cNvSpPr>
          <p:nvPr>
            <p:ph sz="quarter" idx="17"/>
          </p:nvPr>
        </p:nvSpPr>
        <p:spPr>
          <a:xfrm>
            <a:off x="25132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Inhaltsplatzhalter 2">
            <a:extLst>
              <a:ext uri="{FF2B5EF4-FFF2-40B4-BE49-F238E27FC236}">
                <a16:creationId xmlns:a16="http://schemas.microsoft.com/office/drawing/2014/main" id="{58FB0C46-1A84-E4F6-E929-9E3FC399462B}"/>
              </a:ext>
            </a:extLst>
          </p:cNvPr>
          <p:cNvSpPr>
            <a:spLocks noGrp="1"/>
          </p:cNvSpPr>
          <p:nvPr>
            <p:ph sz="quarter" idx="18"/>
          </p:nvPr>
        </p:nvSpPr>
        <p:spPr>
          <a:xfrm>
            <a:off x="6221362" y="3192540"/>
            <a:ext cx="576000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9" name="Bildplatzhalter 2">
            <a:extLst>
              <a:ext uri="{FF2B5EF4-FFF2-40B4-BE49-F238E27FC236}">
                <a16:creationId xmlns:a16="http://schemas.microsoft.com/office/drawing/2014/main" id="{B2C42B94-F9C4-15BB-8BA6-25AB95C55391}"/>
              </a:ext>
            </a:extLst>
          </p:cNvPr>
          <p:cNvSpPr>
            <a:spLocks noGrp="1"/>
          </p:cNvSpPr>
          <p:nvPr>
            <p:ph type="pic" sz="quarter" idx="19"/>
          </p:nvPr>
        </p:nvSpPr>
        <p:spPr>
          <a:xfrm>
            <a:off x="251322"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0" name="Bildplatzhalter 2">
            <a:extLst>
              <a:ext uri="{FF2B5EF4-FFF2-40B4-BE49-F238E27FC236}">
                <a16:creationId xmlns:a16="http://schemas.microsoft.com/office/drawing/2014/main" id="{4568820A-61B2-6E29-F964-18252840B35C}"/>
              </a:ext>
            </a:extLst>
          </p:cNvPr>
          <p:cNvSpPr>
            <a:spLocks noGrp="1"/>
          </p:cNvSpPr>
          <p:nvPr>
            <p:ph type="pic" sz="quarter" idx="20"/>
          </p:nvPr>
        </p:nvSpPr>
        <p:spPr>
          <a:xfrm>
            <a:off x="6219949" y="4011601"/>
            <a:ext cx="5758587" cy="1825319"/>
          </a:xfrm>
          <a:prstGeom prst="rect">
            <a:avLst/>
          </a:prstGeom>
        </p:spPr>
        <p:txBody>
          <a:bodyPr/>
          <a:lstStyle>
            <a:lvl1pPr marL="0" indent="0">
              <a:buNone/>
              <a:defRPr/>
            </a:lvl1pPr>
          </a:lstStyle>
          <a:p>
            <a:r>
              <a:rPr lang="de-DE" dirty="0"/>
              <a:t>Bild durch Klicken auf Symbol hinzufügen</a:t>
            </a:r>
          </a:p>
        </p:txBody>
      </p:sp>
      <p:sp>
        <p:nvSpPr>
          <p:cNvPr id="11" name="Textplatzhalter 12">
            <a:extLst>
              <a:ext uri="{FF2B5EF4-FFF2-40B4-BE49-F238E27FC236}">
                <a16:creationId xmlns:a16="http://schemas.microsoft.com/office/drawing/2014/main" id="{0C863F3A-CCCD-A0B3-0D4F-E0ECFEC6160C}"/>
              </a:ext>
            </a:extLst>
          </p:cNvPr>
          <p:cNvSpPr>
            <a:spLocks noGrp="1"/>
          </p:cNvSpPr>
          <p:nvPr>
            <p:ph type="body" sz="quarter" idx="11" hasCustomPrompt="1"/>
          </p:nvPr>
        </p:nvSpPr>
        <p:spPr>
          <a:xfrm>
            <a:off x="603068" y="6540673"/>
            <a:ext cx="1036973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2" name="Grafik 11">
            <a:extLst>
              <a:ext uri="{FF2B5EF4-FFF2-40B4-BE49-F238E27FC236}">
                <a16:creationId xmlns:a16="http://schemas.microsoft.com/office/drawing/2014/main" id="{21894EA8-B2B9-81F8-108F-FA5D286E3B3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4403392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eadline &amp; 3 Bild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2354351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25" name="Title 1">
            <a:extLst>
              <a:ext uri="{FF2B5EF4-FFF2-40B4-BE49-F238E27FC236}">
                <a16:creationId xmlns:a16="http://schemas.microsoft.com/office/drawing/2014/main" id="{5B2C26FD-8102-44F4-8593-4471DA5E5285}"/>
              </a:ext>
            </a:extLst>
          </p:cNvPr>
          <p:cNvSpPr>
            <a:spLocks noGrp="1"/>
          </p:cNvSpPr>
          <p:nvPr>
            <p:ph type="title"/>
          </p:nvPr>
        </p:nvSpPr>
        <p:spPr>
          <a:xfrm>
            <a:off x="252000" y="125973"/>
            <a:ext cx="11729363"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Inhaltsplatzhalter 2">
            <a:extLst>
              <a:ext uri="{FF2B5EF4-FFF2-40B4-BE49-F238E27FC236}">
                <a16:creationId xmlns:a16="http://schemas.microsoft.com/office/drawing/2014/main" id="{A4C2B900-1DB4-4B2C-AD73-83C74E2626B6}"/>
              </a:ext>
            </a:extLst>
          </p:cNvPr>
          <p:cNvSpPr>
            <a:spLocks noGrp="1"/>
          </p:cNvSpPr>
          <p:nvPr>
            <p:ph sz="quarter" idx="14"/>
          </p:nvPr>
        </p:nvSpPr>
        <p:spPr>
          <a:xfrm>
            <a:off x="251322" y="5860350"/>
            <a:ext cx="3705807"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15" name="Inhaltsplatzhalter 2">
            <a:extLst>
              <a:ext uri="{FF2B5EF4-FFF2-40B4-BE49-F238E27FC236}">
                <a16:creationId xmlns:a16="http://schemas.microsoft.com/office/drawing/2014/main" id="{3385CD3F-DE8F-496E-B3AA-99BC9644CD30}"/>
              </a:ext>
            </a:extLst>
          </p:cNvPr>
          <p:cNvSpPr>
            <a:spLocks noGrp="1"/>
          </p:cNvSpPr>
          <p:nvPr>
            <p:ph sz="quarter" idx="15"/>
          </p:nvPr>
        </p:nvSpPr>
        <p:spPr>
          <a:xfrm>
            <a:off x="4173889"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5" name="Bildplatzhalter 2">
            <a:extLst>
              <a:ext uri="{FF2B5EF4-FFF2-40B4-BE49-F238E27FC236}">
                <a16:creationId xmlns:a16="http://schemas.microsoft.com/office/drawing/2014/main" id="{E54CD52F-2498-29DF-6638-6E99EB9D3403}"/>
              </a:ext>
            </a:extLst>
          </p:cNvPr>
          <p:cNvSpPr>
            <a:spLocks noGrp="1"/>
          </p:cNvSpPr>
          <p:nvPr>
            <p:ph type="pic" sz="quarter" idx="12"/>
          </p:nvPr>
        </p:nvSpPr>
        <p:spPr>
          <a:xfrm>
            <a:off x="252735" y="1296365"/>
            <a:ext cx="3705807" cy="4487215"/>
          </a:xfrm>
          <a:prstGeom prst="rect">
            <a:avLst/>
          </a:prstGeom>
        </p:spPr>
        <p:txBody>
          <a:bodyPr/>
          <a:lstStyle>
            <a:lvl1pPr marL="0" indent="0">
              <a:buNone/>
              <a:defRPr/>
            </a:lvl1pPr>
          </a:lstStyle>
          <a:p>
            <a:r>
              <a:rPr lang="de-DE"/>
              <a:t>Bild durch Klicken auf Symbol hinzufügen</a:t>
            </a:r>
            <a:endParaRPr lang="de-DE" dirty="0"/>
          </a:p>
        </p:txBody>
      </p:sp>
      <p:sp>
        <p:nvSpPr>
          <p:cNvPr id="6" name="Bildplatzhalter 2">
            <a:extLst>
              <a:ext uri="{FF2B5EF4-FFF2-40B4-BE49-F238E27FC236}">
                <a16:creationId xmlns:a16="http://schemas.microsoft.com/office/drawing/2014/main" id="{2847726C-9528-5523-7BE8-387B7438374B}"/>
              </a:ext>
            </a:extLst>
          </p:cNvPr>
          <p:cNvSpPr>
            <a:spLocks noGrp="1"/>
          </p:cNvSpPr>
          <p:nvPr>
            <p:ph type="pic" sz="quarter" idx="16"/>
          </p:nvPr>
        </p:nvSpPr>
        <p:spPr>
          <a:xfrm>
            <a:off x="4173889" y="1296365"/>
            <a:ext cx="3794650" cy="4487215"/>
          </a:xfrm>
          <a:prstGeom prst="rect">
            <a:avLst/>
          </a:prstGeom>
        </p:spPr>
        <p:txBody>
          <a:bodyPr/>
          <a:lstStyle>
            <a:lvl1pPr marL="0" indent="0">
              <a:buNone/>
              <a:defRPr/>
            </a:lvl1pPr>
          </a:lstStyle>
          <a:p>
            <a:r>
              <a:rPr lang="de-DE" dirty="0"/>
              <a:t>Bild durch Klicken auf Symbol hinzufügen</a:t>
            </a:r>
          </a:p>
        </p:txBody>
      </p:sp>
      <p:sp>
        <p:nvSpPr>
          <p:cNvPr id="7" name="Inhaltsplatzhalter 2">
            <a:extLst>
              <a:ext uri="{FF2B5EF4-FFF2-40B4-BE49-F238E27FC236}">
                <a16:creationId xmlns:a16="http://schemas.microsoft.com/office/drawing/2014/main" id="{754F8DF3-CFAA-946B-0AA1-A3B6EF42EE9F}"/>
              </a:ext>
            </a:extLst>
          </p:cNvPr>
          <p:cNvSpPr>
            <a:spLocks noGrp="1"/>
          </p:cNvSpPr>
          <p:nvPr>
            <p:ph sz="quarter" idx="17"/>
          </p:nvPr>
        </p:nvSpPr>
        <p:spPr>
          <a:xfrm>
            <a:off x="8186713" y="5860350"/>
            <a:ext cx="3794650" cy="387243"/>
          </a:xfrm>
        </p:spPr>
        <p:txBody>
          <a:bodyPr/>
          <a:lstStyle>
            <a:lvl1pPr marL="0" indent="0">
              <a:buNone/>
              <a:defRPr/>
            </a:lvl1pPr>
          </a:lstStyle>
          <a:p>
            <a:r>
              <a:rPr lang="en-US" sz="2200" b="1" dirty="0" err="1">
                <a:solidFill>
                  <a:schemeClr val="tx2"/>
                </a:solidFill>
              </a:rPr>
              <a:t>Mastertextformat</a:t>
            </a:r>
            <a:r>
              <a:rPr lang="en-US" sz="2200" b="1" dirty="0">
                <a:solidFill>
                  <a:schemeClr val="tx2"/>
                </a:solidFill>
              </a:rPr>
              <a:t> </a:t>
            </a:r>
            <a:r>
              <a:rPr lang="en-US" sz="2200" b="1" dirty="0" err="1">
                <a:solidFill>
                  <a:schemeClr val="tx2"/>
                </a:solidFill>
              </a:rPr>
              <a:t>bearbeiten</a:t>
            </a:r>
            <a:endParaRPr lang="en-US" sz="2200" b="1" dirty="0">
              <a:solidFill>
                <a:schemeClr val="tx2"/>
              </a:solidFill>
            </a:endParaRPr>
          </a:p>
        </p:txBody>
      </p:sp>
      <p:sp>
        <p:nvSpPr>
          <p:cNvPr id="8" name="Bildplatzhalter 2">
            <a:extLst>
              <a:ext uri="{FF2B5EF4-FFF2-40B4-BE49-F238E27FC236}">
                <a16:creationId xmlns:a16="http://schemas.microsoft.com/office/drawing/2014/main" id="{23863FAE-775B-92DE-6F8F-6B8998E96186}"/>
              </a:ext>
            </a:extLst>
          </p:cNvPr>
          <p:cNvSpPr>
            <a:spLocks noGrp="1"/>
          </p:cNvSpPr>
          <p:nvPr>
            <p:ph type="pic" sz="quarter" idx="18"/>
          </p:nvPr>
        </p:nvSpPr>
        <p:spPr>
          <a:xfrm>
            <a:off x="8186713" y="1296365"/>
            <a:ext cx="3794650" cy="4487215"/>
          </a:xfrm>
          <a:prstGeom prst="rect">
            <a:avLst/>
          </a:prstGeom>
        </p:spPr>
        <p:txBody>
          <a:bodyPr/>
          <a:lstStyle>
            <a:lvl1pPr marL="0" indent="0">
              <a:buNone/>
              <a:defRPr/>
            </a:lvl1pPr>
          </a:lstStyle>
          <a:p>
            <a:r>
              <a:rPr lang="de-DE"/>
              <a:t>Bild durch Klicken auf Symbol hinzufügen</a:t>
            </a:r>
            <a:endParaRPr lang="de-DE" dirty="0"/>
          </a:p>
        </p:txBody>
      </p:sp>
      <p:sp>
        <p:nvSpPr>
          <p:cNvPr id="9" name="Textplatzhalter 12">
            <a:extLst>
              <a:ext uri="{FF2B5EF4-FFF2-40B4-BE49-F238E27FC236}">
                <a16:creationId xmlns:a16="http://schemas.microsoft.com/office/drawing/2014/main" id="{5C9DDC2C-D858-6B6C-F92C-655A4F055A3D}"/>
              </a:ext>
            </a:extLst>
          </p:cNvPr>
          <p:cNvSpPr>
            <a:spLocks noGrp="1"/>
          </p:cNvSpPr>
          <p:nvPr>
            <p:ph type="body" sz="quarter" idx="11" hasCustomPrompt="1"/>
          </p:nvPr>
        </p:nvSpPr>
        <p:spPr>
          <a:xfrm>
            <a:off x="603068" y="6540673"/>
            <a:ext cx="10354492"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10" name="Grafik 9">
            <a:extLst>
              <a:ext uri="{FF2B5EF4-FFF2-40B4-BE49-F238E27FC236}">
                <a16:creationId xmlns:a16="http://schemas.microsoft.com/office/drawing/2014/main" id="{00D50ED0-013A-2B62-7348-5D49014791B7}"/>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3974723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eadline &amp; 1 Content breit &amp; Foto">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77211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2" name="Object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1">
            <a:extLst>
              <a:ext uri="{FF2B5EF4-FFF2-40B4-BE49-F238E27FC236}">
                <a16:creationId xmlns:a16="http://schemas.microsoft.com/office/drawing/2014/main" id="{C4DD3378-26DF-4804-8086-4CA7A5EE4BE5}"/>
              </a:ext>
            </a:extLst>
          </p:cNvPr>
          <p:cNvSpPr>
            <a:spLocks noGrp="1"/>
          </p:cNvSpPr>
          <p:nvPr>
            <p:ph type="title"/>
          </p:nvPr>
        </p:nvSpPr>
        <p:spPr>
          <a:xfrm>
            <a:off x="252001" y="125973"/>
            <a:ext cx="6405476" cy="900000"/>
          </a:xfrm>
          <a:prstGeom prst="rect">
            <a:avLst/>
          </a:prstGeom>
        </p:spPr>
        <p:txBody>
          <a:bodyPr lIns="0" tIns="0" rIns="0" bIns="0">
            <a:noAutofit/>
          </a:bodyPr>
          <a:lstStyle>
            <a:lvl1pPr>
              <a:defRPr sz="3200" b="1">
                <a:latin typeface="+mj-lt"/>
              </a:defRPr>
            </a:lvl1pPr>
          </a:lstStyle>
          <a:p>
            <a:r>
              <a:rPr lang="de-DE" dirty="0"/>
              <a:t>Mastertitelformat bearbeiten</a:t>
            </a:r>
            <a:endParaRPr lang="en-US" dirty="0"/>
          </a:p>
        </p:txBody>
      </p:sp>
      <p:sp>
        <p:nvSpPr>
          <p:cNvPr id="3" name="Bildplatzhalter 2">
            <a:extLst>
              <a:ext uri="{FF2B5EF4-FFF2-40B4-BE49-F238E27FC236}">
                <a16:creationId xmlns:a16="http://schemas.microsoft.com/office/drawing/2014/main" id="{91F66210-61F0-46EC-AD26-B1F76DE3A770}"/>
              </a:ext>
            </a:extLst>
          </p:cNvPr>
          <p:cNvSpPr>
            <a:spLocks noGrp="1"/>
          </p:cNvSpPr>
          <p:nvPr>
            <p:ph type="pic" sz="quarter" idx="12"/>
          </p:nvPr>
        </p:nvSpPr>
        <p:spPr>
          <a:xfrm>
            <a:off x="7158762" y="0"/>
            <a:ext cx="4203521" cy="6858000"/>
          </a:xfrm>
          <a:prstGeom prst="rect">
            <a:avLst/>
          </a:prstGeom>
        </p:spPr>
        <p:txBody>
          <a:bodyPr/>
          <a:lstStyle>
            <a:lvl1pPr marL="0" indent="0">
              <a:buNone/>
              <a:defRPr/>
            </a:lvl1pPr>
          </a:lstStyle>
          <a:p>
            <a:r>
              <a:rPr lang="de-DE"/>
              <a:t>Bild durch Klicken auf Symbol hinzufügen</a:t>
            </a:r>
            <a:endParaRPr lang="de-DE" dirty="0"/>
          </a:p>
        </p:txBody>
      </p:sp>
      <p:sp>
        <p:nvSpPr>
          <p:cNvPr id="16"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r>
              <a:rPr lang="de-DE" sz="1000" dirty="0">
                <a:solidFill>
                  <a:schemeClr val="accent1"/>
                </a:solidFill>
                <a:latin typeface="+mj-lt"/>
              </a:rPr>
              <a:t> |</a:t>
            </a:r>
          </a:p>
        </p:txBody>
      </p:sp>
      <p:sp>
        <p:nvSpPr>
          <p:cNvPr id="5" name="Textplatzhalter 4">
            <a:extLst>
              <a:ext uri="{FF2B5EF4-FFF2-40B4-BE49-F238E27FC236}">
                <a16:creationId xmlns:a16="http://schemas.microsoft.com/office/drawing/2014/main" id="{AB4076EA-C4B9-49BB-B0CE-E410400A7D80}"/>
              </a:ext>
            </a:extLst>
          </p:cNvPr>
          <p:cNvSpPr>
            <a:spLocks noGrp="1"/>
          </p:cNvSpPr>
          <p:nvPr>
            <p:ph type="body" sz="quarter" idx="14"/>
          </p:nvPr>
        </p:nvSpPr>
        <p:spPr>
          <a:xfrm>
            <a:off x="252000" y="1455937"/>
            <a:ext cx="6406252" cy="4964401"/>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extplatzhalter 12">
            <a:extLst>
              <a:ext uri="{FF2B5EF4-FFF2-40B4-BE49-F238E27FC236}">
                <a16:creationId xmlns:a16="http://schemas.microsoft.com/office/drawing/2014/main" id="{9E4B1675-524F-F2C3-9AA1-2DC7AF19029E}"/>
              </a:ext>
            </a:extLst>
          </p:cNvPr>
          <p:cNvSpPr>
            <a:spLocks noGrp="1"/>
          </p:cNvSpPr>
          <p:nvPr>
            <p:ph type="body" sz="quarter" idx="11" hasCustomPrompt="1"/>
          </p:nvPr>
        </p:nvSpPr>
        <p:spPr>
          <a:xfrm>
            <a:off x="603068" y="6540673"/>
            <a:ext cx="6405476" cy="304627"/>
          </a:xfrm>
          <a:prstGeom prst="rect">
            <a:avLst/>
          </a:prstGeom>
        </p:spPr>
        <p:txBody>
          <a:bodyPr lIns="0" tIns="0" rIns="0" bIns="0">
            <a:noAutofit/>
          </a:bodyPr>
          <a:lstStyle>
            <a:lvl1pPr marL="0" indent="0">
              <a:buNone/>
              <a:defRPr sz="1000">
                <a:solidFill>
                  <a:schemeClr val="accent1"/>
                </a:solidFill>
              </a:defRPr>
            </a:lvl1pPr>
          </a:lstStyle>
          <a:p>
            <a:pPr lvl="0"/>
            <a:r>
              <a:rPr lang="de-DE" dirty="0"/>
              <a:t>Quellennachweis</a:t>
            </a:r>
          </a:p>
        </p:txBody>
      </p:sp>
      <p:pic>
        <p:nvPicPr>
          <p:cNvPr id="7" name="Grafik 6">
            <a:extLst>
              <a:ext uri="{FF2B5EF4-FFF2-40B4-BE49-F238E27FC236}">
                <a16:creationId xmlns:a16="http://schemas.microsoft.com/office/drawing/2014/main" id="{DF6E7464-A734-54BF-1B78-343073E71036}"/>
              </a:ext>
            </a:extLst>
          </p:cNvPr>
          <p:cNvPicPr>
            <a:picLocks noChangeAspect="1"/>
          </p:cNvPicPr>
          <p:nvPr userDrawn="1"/>
        </p:nvPicPr>
        <p:blipFill>
          <a:blip>
            <a:extLst>
              <a:ext uri="{96DAC541-7B7A-43D3-8B79-37D633B846F1}">
                <asvg:svgBlip xmlns:asvg="http://schemas.microsoft.com/office/drawing/2016/SVG/main" r:embed="rId5"/>
              </a:ext>
            </a:extLst>
          </a:blip>
          <a:srcRect t="-2177" b="-2062"/>
          <a:stretch>
            <a:fillRect/>
          </a:stretch>
        </p:blipFill>
        <p:spPr>
          <a:xfrm>
            <a:off x="11640769" y="6364633"/>
            <a:ext cx="340594" cy="355039"/>
          </a:xfrm>
          <a:prstGeom prst="rect">
            <a:avLst/>
          </a:prstGeom>
        </p:spPr>
      </p:pic>
    </p:spTree>
    <p:extLst>
      <p:ext uri="{BB962C8B-B14F-4D97-AF65-F5344CB8AC3E}">
        <p14:creationId xmlns:p14="http://schemas.microsoft.com/office/powerpoint/2010/main" val="3253524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3.sv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em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oleObject" Target="../embeddings/oleObject1.bin"/><Relationship Id="rId5" Type="http://schemas.openxmlformats.org/officeDocument/2006/relationships/slideLayout" Target="../slideLayouts/slideLayout24.xml"/><Relationship Id="rId10" Type="http://schemas.openxmlformats.org/officeDocument/2006/relationships/tags" Target="../tags/tag21.xml"/><Relationship Id="rId4" Type="http://schemas.openxmlformats.org/officeDocument/2006/relationships/slideLayout" Target="../slideLayouts/slideLayout23.xml"/><Relationship Id="rId9"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1"/>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359" imgH="360" progId="TCLayout.ActiveDocument.1">
                  <p:embed/>
                </p:oleObj>
              </mc:Choice>
              <mc:Fallback>
                <p:oleObj name="think-cell Slide" r:id="rId23" imgW="359" imgH="360" progId="TCLayout.ActiveDocument.1">
                  <p:embed/>
                  <p:pic>
                    <p:nvPicPr>
                      <p:cNvPr id="3" name="Object 2" hidden="1"/>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517500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5" name="Grafik 4">
            <a:extLst>
              <a:ext uri="{FF2B5EF4-FFF2-40B4-BE49-F238E27FC236}">
                <a16:creationId xmlns:a16="http://schemas.microsoft.com/office/drawing/2014/main" id="{56C176EB-3427-276E-8002-ABD8AEE93783}"/>
              </a:ext>
            </a:extLst>
          </p:cNvPr>
          <p:cNvPicPr>
            <a:picLocks noChangeAspect="1"/>
          </p:cNvPicPr>
          <p:nvPr userDrawn="1"/>
        </p:nvPicPr>
        <p:blipFill>
          <a:blip>
            <a:extLst>
              <a:ext uri="{96DAC541-7B7A-43D3-8B79-37D633B846F1}">
                <asvg:svgBlip xmlns:asvg="http://schemas.microsoft.com/office/drawing/2016/SVG/main" r:embed="rId25"/>
              </a:ext>
            </a:extLst>
          </a:blip>
          <a:srcRect/>
          <a:stretch/>
        </p:blipFill>
        <p:spPr>
          <a:xfrm>
            <a:off x="11095268" y="151916"/>
            <a:ext cx="886095" cy="303548"/>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49" r:id="rId2"/>
    <p:sldLayoutId id="2147483670" r:id="rId3"/>
    <p:sldLayoutId id="2147483674" r:id="rId4"/>
    <p:sldLayoutId id="2147483678" r:id="rId5"/>
    <p:sldLayoutId id="2147483680" r:id="rId6"/>
    <p:sldLayoutId id="2147483673" r:id="rId7"/>
    <p:sldLayoutId id="2147483690" r:id="rId8"/>
    <p:sldLayoutId id="2147483650" r:id="rId9"/>
    <p:sldLayoutId id="2147483685" r:id="rId10"/>
    <p:sldLayoutId id="2147483689" r:id="rId11"/>
    <p:sldLayoutId id="2147483686" r:id="rId12"/>
    <p:sldLayoutId id="2147483669" r:id="rId13"/>
    <p:sldLayoutId id="2147483687" r:id="rId14"/>
    <p:sldLayoutId id="2147483694" r:id="rId15"/>
    <p:sldLayoutId id="2147483693" r:id="rId16"/>
    <p:sldLayoutId id="2147483688" r:id="rId17"/>
    <p:sldLayoutId id="2147483679" r:id="rId18"/>
    <p:sldLayoutId id="2147483709" r:id="rId19"/>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9"/>
            </p:custDataLst>
            <p:extLst>
              <p:ext uri="{D42A27DB-BD31-4B8C-83A1-F6EECF244321}">
                <p14:modId xmlns:p14="http://schemas.microsoft.com/office/powerpoint/2010/main" val="4049879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59" imgH="360" progId="TCLayout.ActiveDocument.1">
                  <p:embed/>
                </p:oleObj>
              </mc:Choice>
              <mc:Fallback>
                <p:oleObj name="think-cell Slide" r:id="rId11" imgW="359" imgH="360" progId="TCLayout.ActiveDocument.1">
                  <p:embed/>
                  <p:pic>
                    <p:nvPicPr>
                      <p:cNvPr id="3" name="Object 2" hidden="1"/>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80000"/>
              </a:lnSpc>
              <a:spcBef>
                <a:spcPct val="0"/>
              </a:spcBef>
              <a:spcAft>
                <a:spcPct val="0"/>
              </a:spcAft>
            </a:pPr>
            <a:endParaRPr lang="de-DE" sz="3200" b="1" i="0" baseline="0" dirty="0">
              <a:latin typeface="TitilliumText25L" panose="020B0604020202020204" charset="0"/>
              <a:ea typeface="+mj-ea"/>
              <a:cs typeface="+mj-cs"/>
              <a:sym typeface="TitilliumText25L" panose="020B0604020202020204" charset="0"/>
            </a:endParaRPr>
          </a:p>
        </p:txBody>
      </p:sp>
      <p:sp>
        <p:nvSpPr>
          <p:cNvPr id="11" name="Titelplatzhalter 10">
            <a:extLst>
              <a:ext uri="{FF2B5EF4-FFF2-40B4-BE49-F238E27FC236}">
                <a16:creationId xmlns:a16="http://schemas.microsoft.com/office/drawing/2014/main" id="{CD78F690-38B8-4CD3-BB42-2B79A89DACFD}"/>
              </a:ext>
            </a:extLst>
          </p:cNvPr>
          <p:cNvSpPr>
            <a:spLocks noGrp="1"/>
          </p:cNvSpPr>
          <p:nvPr>
            <p:ph type="title"/>
          </p:nvPr>
        </p:nvSpPr>
        <p:spPr>
          <a:xfrm>
            <a:off x="252000" y="125973"/>
            <a:ext cx="11688000" cy="900001"/>
          </a:xfrm>
          <a:prstGeom prst="rect">
            <a:avLst/>
          </a:prstGeom>
        </p:spPr>
        <p:txBody>
          <a:bodyPr vert="horz" lIns="0" tIns="0" rIns="0" bIns="0" rtlCol="0" anchor="b">
            <a:noAutofit/>
          </a:bodyPr>
          <a:lstStyle/>
          <a:p>
            <a:r>
              <a:rPr lang="de-DE" dirty="0"/>
              <a:t>Mastertitelformat bearbeiten</a:t>
            </a:r>
          </a:p>
        </p:txBody>
      </p:sp>
      <p:sp>
        <p:nvSpPr>
          <p:cNvPr id="4" name="Text Placeholder 3"/>
          <p:cNvSpPr>
            <a:spLocks noGrp="1"/>
          </p:cNvSpPr>
          <p:nvPr>
            <p:ph type="body" idx="1"/>
          </p:nvPr>
        </p:nvSpPr>
        <p:spPr>
          <a:xfrm>
            <a:off x="252000" y="1454400"/>
            <a:ext cx="11687999" cy="4862580"/>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pic>
        <p:nvPicPr>
          <p:cNvPr id="7" name="Grafik 6">
            <a:extLst>
              <a:ext uri="{FF2B5EF4-FFF2-40B4-BE49-F238E27FC236}">
                <a16:creationId xmlns:a16="http://schemas.microsoft.com/office/drawing/2014/main" id="{7A436AA1-9051-0502-74DB-F1BECB1D377C}"/>
              </a:ext>
            </a:extLst>
          </p:cNvPr>
          <p:cNvPicPr>
            <a:picLocks noChangeAspect="1"/>
          </p:cNvPicPr>
          <p:nvPr userDrawn="1"/>
        </p:nvPicPr>
        <p:blipFill>
          <a:blip>
            <a:extLst>
              <a:ext uri="{96DAC541-7B7A-43D3-8B79-37D633B846F1}">
                <asvg:svgBlip xmlns:asvg="http://schemas.microsoft.com/office/drawing/2016/SVG/main" r:embed="rId13"/>
              </a:ext>
            </a:extLst>
          </a:blip>
          <a:srcRect/>
          <a:stretch/>
        </p:blipFill>
        <p:spPr>
          <a:xfrm>
            <a:off x="11095268" y="6428479"/>
            <a:ext cx="886095" cy="303548"/>
          </a:xfrm>
          <a:prstGeom prst="rect">
            <a:avLst/>
          </a:prstGeom>
        </p:spPr>
      </p:pic>
    </p:spTree>
    <p:extLst>
      <p:ext uri="{BB962C8B-B14F-4D97-AF65-F5344CB8AC3E}">
        <p14:creationId xmlns:p14="http://schemas.microsoft.com/office/powerpoint/2010/main" val="17314203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txStyles>
    <p:titleStyle>
      <a:lvl1pPr marL="0" indent="0" algn="l" defTabSz="914400" rtl="0" eaLnBrk="1" latinLnBrk="0" hangingPunct="1">
        <a:lnSpc>
          <a:spcPct val="80000"/>
        </a:lnSpc>
        <a:spcBef>
          <a:spcPct val="0"/>
        </a:spcBef>
        <a:buFont typeface="Wingdings" panose="05000000000000000000" pitchFamily="2" charset="2"/>
        <a:buNone/>
        <a:defRPr sz="3200" b="1" kern="1200" cap="none" spc="0" baseline="0">
          <a:solidFill>
            <a:schemeClr val="accent1"/>
          </a:solidFill>
          <a:latin typeface="+mj-lt"/>
          <a:ea typeface="+mj-ea"/>
          <a:cs typeface="+mj-cs"/>
        </a:defRPr>
      </a:lvl1pPr>
    </p:titleStyle>
    <p:body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8FF2E13-0271-8652-9800-E6696A23A135}"/>
              </a:ext>
            </a:extLst>
          </p:cNvPr>
          <p:cNvSpPr>
            <a:spLocks noGrp="1"/>
          </p:cNvSpPr>
          <p:nvPr>
            <p:ph type="title"/>
          </p:nvPr>
        </p:nvSpPr>
        <p:spPr/>
        <p:txBody>
          <a:bodyPr/>
          <a:lstStyle/>
          <a:p>
            <a:r>
              <a:rPr lang="de-DE"/>
              <a:t>Einzelthemen im Überblick (Werkzeugkasten)</a:t>
            </a:r>
          </a:p>
        </p:txBody>
      </p:sp>
      <p:sp>
        <p:nvSpPr>
          <p:cNvPr id="4" name="Rechteck 3">
            <a:extLst>
              <a:ext uri="{FF2B5EF4-FFF2-40B4-BE49-F238E27FC236}">
                <a16:creationId xmlns:a16="http://schemas.microsoft.com/office/drawing/2014/main" id="{FE454B87-0B23-6746-72D9-EF154BBB4E6F}"/>
              </a:ext>
            </a:extLst>
          </p:cNvPr>
          <p:cNvSpPr/>
          <p:nvPr/>
        </p:nvSpPr>
        <p:spPr>
          <a:xfrm>
            <a:off x="2155205" y="3004144"/>
            <a:ext cx="2453098" cy="1558332"/>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bg1"/>
                </a:solidFill>
              </a:rPr>
              <a:t>EPK</a:t>
            </a:r>
            <a:br>
              <a:rPr lang="de-DE" sz="3200" b="1" dirty="0">
                <a:solidFill>
                  <a:schemeClr val="bg1"/>
                </a:solidFill>
              </a:rPr>
            </a:br>
            <a:r>
              <a:rPr lang="de-DE" dirty="0">
                <a:latin typeface="Arial" panose="020B0604020202020204" pitchFamily="34" charset="0"/>
                <a:cs typeface="Arial" panose="020B0604020202020204" pitchFamily="34" charset="0"/>
              </a:rPr>
              <a:t>Ereignisgesteuerte </a:t>
            </a:r>
            <a:br>
              <a:rPr lang="de-DE" dirty="0">
                <a:latin typeface="Arial" panose="020B0604020202020204" pitchFamily="34" charset="0"/>
                <a:cs typeface="Arial" panose="020B0604020202020204" pitchFamily="34" charset="0"/>
              </a:rPr>
            </a:br>
            <a:r>
              <a:rPr lang="de-DE" dirty="0">
                <a:latin typeface="Arial" panose="020B0604020202020204" pitchFamily="34" charset="0"/>
                <a:cs typeface="Arial" panose="020B0604020202020204" pitchFamily="34" charset="0"/>
              </a:rPr>
              <a:t>Prozesskette</a:t>
            </a:r>
            <a:endParaRPr lang="de-DE" sz="3200" b="1" dirty="0">
              <a:solidFill>
                <a:schemeClr val="bg1"/>
              </a:solidFill>
            </a:endParaRPr>
          </a:p>
        </p:txBody>
      </p:sp>
      <p:sp>
        <p:nvSpPr>
          <p:cNvPr id="5" name="Rechteck 4">
            <a:extLst>
              <a:ext uri="{FF2B5EF4-FFF2-40B4-BE49-F238E27FC236}">
                <a16:creationId xmlns:a16="http://schemas.microsoft.com/office/drawing/2014/main" id="{66F92B43-AD77-2994-E551-7814B8C6C428}"/>
              </a:ext>
            </a:extLst>
          </p:cNvPr>
          <p:cNvSpPr/>
          <p:nvPr/>
        </p:nvSpPr>
        <p:spPr>
          <a:xfrm>
            <a:off x="4803848" y="1289644"/>
            <a:ext cx="2542258" cy="1558332"/>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3200" b="1" dirty="0">
                <a:solidFill>
                  <a:schemeClr val="bg1"/>
                </a:solidFill>
              </a:rPr>
              <a:t>ERM</a:t>
            </a:r>
          </a:p>
          <a:p>
            <a:pPr algn="ctr"/>
            <a:r>
              <a:rPr lang="de-DE" sz="1600" b="1" dirty="0">
                <a:latin typeface="Arial" panose="020B0604020202020204" pitchFamily="34" charset="0"/>
                <a:cs typeface="Arial" panose="020B0604020202020204" pitchFamily="34" charset="0"/>
              </a:rPr>
              <a:t>Entity-Relationship</a:t>
            </a:r>
            <a:br>
              <a:rPr lang="de-DE" sz="1600" b="1" dirty="0">
                <a:latin typeface="Arial" panose="020B0604020202020204" pitchFamily="34" charset="0"/>
                <a:cs typeface="Arial" panose="020B0604020202020204" pitchFamily="34" charset="0"/>
              </a:rPr>
            </a:br>
            <a:r>
              <a:rPr lang="de-DE" sz="1600" b="1" dirty="0">
                <a:latin typeface="Arial" panose="020B0604020202020204" pitchFamily="34" charset="0"/>
                <a:cs typeface="Arial" panose="020B0604020202020204" pitchFamily="34" charset="0"/>
              </a:rPr>
              <a:t>Modell</a:t>
            </a:r>
            <a:endParaRPr lang="de-DE" sz="1600" b="1" dirty="0">
              <a:solidFill>
                <a:schemeClr val="bg1"/>
              </a:solidFill>
              <a:ea typeface="Calibri"/>
              <a:cs typeface="Calibri"/>
            </a:endParaRPr>
          </a:p>
        </p:txBody>
      </p:sp>
      <p:sp>
        <p:nvSpPr>
          <p:cNvPr id="6" name="Rechteck 5">
            <a:extLst>
              <a:ext uri="{FF2B5EF4-FFF2-40B4-BE49-F238E27FC236}">
                <a16:creationId xmlns:a16="http://schemas.microsoft.com/office/drawing/2014/main" id="{8D15EFDB-E3D5-DC71-9618-9A9D32C36A9B}"/>
              </a:ext>
            </a:extLst>
          </p:cNvPr>
          <p:cNvSpPr/>
          <p:nvPr/>
        </p:nvSpPr>
        <p:spPr>
          <a:xfrm>
            <a:off x="7452491" y="1289643"/>
            <a:ext cx="2577334" cy="1558330"/>
          </a:xfrm>
          <a:prstGeom prst="rect">
            <a:avLst/>
          </a:prstGeom>
          <a:solidFill>
            <a:srgbClr val="548ECB"/>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400" b="1">
                <a:solidFill>
                  <a:schemeClr val="tx1"/>
                </a:solidFill>
              </a:rPr>
              <a:t>UML</a:t>
            </a:r>
            <a:br>
              <a:rPr lang="de-DE" sz="2400" b="1">
                <a:solidFill>
                  <a:schemeClr val="tx1"/>
                </a:solidFill>
              </a:rPr>
            </a:br>
            <a:r>
              <a:rPr lang="de-DE" sz="2400" b="1">
                <a:solidFill>
                  <a:schemeClr val="tx1"/>
                </a:solidFill>
              </a:rPr>
              <a:t>Klassen </a:t>
            </a:r>
            <a:br>
              <a:rPr lang="de-DE" sz="2400" b="1">
                <a:solidFill>
                  <a:schemeClr val="tx1"/>
                </a:solidFill>
              </a:rPr>
            </a:br>
            <a:r>
              <a:rPr lang="de-DE" sz="2400" b="1">
                <a:solidFill>
                  <a:schemeClr val="tx1"/>
                </a:solidFill>
              </a:rPr>
              <a:t>Diagramm</a:t>
            </a:r>
            <a:endParaRPr lang="de-DE" sz="2000">
              <a:solidFill>
                <a:schemeClr val="tx1"/>
              </a:solidFill>
            </a:endParaRPr>
          </a:p>
        </p:txBody>
      </p:sp>
      <p:sp>
        <p:nvSpPr>
          <p:cNvPr id="7" name="Rechteck 6">
            <a:extLst>
              <a:ext uri="{FF2B5EF4-FFF2-40B4-BE49-F238E27FC236}">
                <a16:creationId xmlns:a16="http://schemas.microsoft.com/office/drawing/2014/main" id="{3AE43CAA-04F8-7E99-AA64-A223ABBFDC92}"/>
              </a:ext>
            </a:extLst>
          </p:cNvPr>
          <p:cNvSpPr/>
          <p:nvPr/>
        </p:nvSpPr>
        <p:spPr>
          <a:xfrm>
            <a:off x="2155205" y="1289644"/>
            <a:ext cx="2453098" cy="1558331"/>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bg1"/>
                </a:solidFill>
              </a:rPr>
              <a:t>BPMN</a:t>
            </a:r>
            <a:br>
              <a:rPr lang="de-DE" sz="3200" b="1" dirty="0">
                <a:solidFill>
                  <a:schemeClr val="bg1"/>
                </a:solidFill>
              </a:rPr>
            </a:br>
            <a:r>
              <a:rPr lang="en-US" sz="1600" b="1" dirty="0">
                <a:solidFill>
                  <a:schemeClr val="bg1"/>
                </a:solidFill>
              </a:rPr>
              <a:t>Business Process </a:t>
            </a:r>
            <a:br>
              <a:rPr lang="en-US" sz="1600" b="1" dirty="0">
                <a:solidFill>
                  <a:schemeClr val="bg1"/>
                </a:solidFill>
              </a:rPr>
            </a:br>
            <a:r>
              <a:rPr lang="en-US" sz="1600" b="1" dirty="0">
                <a:solidFill>
                  <a:schemeClr val="bg1"/>
                </a:solidFill>
              </a:rPr>
              <a:t>Model and Notation </a:t>
            </a:r>
            <a:endParaRPr lang="de-DE" sz="3200" b="1" dirty="0">
              <a:solidFill>
                <a:schemeClr val="bg1"/>
              </a:solidFill>
            </a:endParaRPr>
          </a:p>
        </p:txBody>
      </p:sp>
      <p:sp>
        <p:nvSpPr>
          <p:cNvPr id="8" name="Rechteck 7">
            <a:extLst>
              <a:ext uri="{FF2B5EF4-FFF2-40B4-BE49-F238E27FC236}">
                <a16:creationId xmlns:a16="http://schemas.microsoft.com/office/drawing/2014/main" id="{E21441AD-DB35-6545-74A8-55516F742CBA}"/>
              </a:ext>
            </a:extLst>
          </p:cNvPr>
          <p:cNvSpPr/>
          <p:nvPr/>
        </p:nvSpPr>
        <p:spPr>
          <a:xfrm>
            <a:off x="4803848" y="3004145"/>
            <a:ext cx="2542258" cy="1558331"/>
          </a:xfrm>
          <a:prstGeom prst="rect">
            <a:avLst/>
          </a:prstGeom>
          <a:solidFill>
            <a:srgbClr val="548ECB"/>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400" b="1" dirty="0">
                <a:solidFill>
                  <a:schemeClr val="tx1"/>
                </a:solidFill>
              </a:rPr>
              <a:t>Überblick</a:t>
            </a:r>
            <a:br>
              <a:rPr lang="de-DE" sz="2400" b="1" dirty="0">
                <a:solidFill>
                  <a:schemeClr val="tx1"/>
                </a:solidFill>
              </a:rPr>
            </a:br>
            <a:r>
              <a:rPr lang="de-DE" sz="2400" b="1" dirty="0">
                <a:solidFill>
                  <a:schemeClr val="tx1"/>
                </a:solidFill>
              </a:rPr>
              <a:t>UML</a:t>
            </a:r>
            <a:endParaRPr lang="de-DE" sz="2400" b="1" dirty="0">
              <a:solidFill>
                <a:schemeClr val="tx1"/>
              </a:solidFill>
              <a:ea typeface="Calibri"/>
              <a:cs typeface="Calibri"/>
            </a:endParaRPr>
          </a:p>
        </p:txBody>
      </p:sp>
      <p:sp>
        <p:nvSpPr>
          <p:cNvPr id="9" name="Rechteck 8">
            <a:extLst>
              <a:ext uri="{FF2B5EF4-FFF2-40B4-BE49-F238E27FC236}">
                <a16:creationId xmlns:a16="http://schemas.microsoft.com/office/drawing/2014/main" id="{267E916B-C744-C74D-82C2-7E4135009567}"/>
              </a:ext>
            </a:extLst>
          </p:cNvPr>
          <p:cNvSpPr/>
          <p:nvPr/>
        </p:nvSpPr>
        <p:spPr>
          <a:xfrm>
            <a:off x="7445523" y="3004144"/>
            <a:ext cx="2591272" cy="1558332"/>
          </a:xfrm>
          <a:prstGeom prst="rect">
            <a:avLst/>
          </a:prstGeom>
          <a:solidFill>
            <a:srgbClr val="548ECB"/>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400" b="1" dirty="0">
                <a:solidFill>
                  <a:schemeClr val="tx1"/>
                </a:solidFill>
              </a:rPr>
              <a:t>UML</a:t>
            </a:r>
            <a:br>
              <a:rPr lang="de-DE" sz="2400" b="1" dirty="0">
                <a:solidFill>
                  <a:schemeClr val="tx1"/>
                </a:solidFill>
              </a:rPr>
            </a:br>
            <a:r>
              <a:rPr lang="de-DE" sz="2400" b="1" dirty="0">
                <a:solidFill>
                  <a:schemeClr val="tx1"/>
                </a:solidFill>
              </a:rPr>
              <a:t>Aktivitäten </a:t>
            </a:r>
            <a:br>
              <a:rPr lang="de-DE" sz="2400" b="1" dirty="0">
                <a:solidFill>
                  <a:schemeClr val="tx1"/>
                </a:solidFill>
              </a:rPr>
            </a:br>
            <a:r>
              <a:rPr lang="de-DE" sz="2400" b="1" dirty="0">
                <a:solidFill>
                  <a:schemeClr val="tx1"/>
                </a:solidFill>
              </a:rPr>
              <a:t>Diagramm</a:t>
            </a:r>
            <a:endParaRPr lang="de-DE" sz="2400" b="1" dirty="0">
              <a:solidFill>
                <a:schemeClr val="tx1"/>
              </a:solidFill>
              <a:ea typeface="Calibri"/>
              <a:cs typeface="Calibri"/>
            </a:endParaRPr>
          </a:p>
        </p:txBody>
      </p:sp>
      <p:sp>
        <p:nvSpPr>
          <p:cNvPr id="10" name="Rechteck 9">
            <a:extLst>
              <a:ext uri="{FF2B5EF4-FFF2-40B4-BE49-F238E27FC236}">
                <a16:creationId xmlns:a16="http://schemas.microsoft.com/office/drawing/2014/main" id="{7E09A24B-66F9-75B9-AE46-0B5ED279DBBC}"/>
              </a:ext>
            </a:extLst>
          </p:cNvPr>
          <p:cNvSpPr/>
          <p:nvPr/>
        </p:nvSpPr>
        <p:spPr>
          <a:xfrm>
            <a:off x="2155205" y="4718642"/>
            <a:ext cx="2453098" cy="1440315"/>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3200" b="1" dirty="0">
                <a:solidFill>
                  <a:schemeClr val="bg1"/>
                </a:solidFill>
              </a:rPr>
              <a:t>PN</a:t>
            </a:r>
            <a:br>
              <a:rPr lang="de-DE" sz="3200" b="1" dirty="0">
                <a:solidFill>
                  <a:schemeClr val="bg1"/>
                </a:solidFill>
              </a:rPr>
            </a:br>
            <a:r>
              <a:rPr lang="de-DE" dirty="0">
                <a:solidFill>
                  <a:schemeClr val="bg1"/>
                </a:solidFill>
              </a:rPr>
              <a:t>Petri-Netze</a:t>
            </a:r>
            <a:endParaRPr lang="de-DE" sz="3200" dirty="0">
              <a:solidFill>
                <a:schemeClr val="bg1"/>
              </a:solidFill>
            </a:endParaRPr>
          </a:p>
        </p:txBody>
      </p:sp>
      <p:sp>
        <p:nvSpPr>
          <p:cNvPr id="11" name="Rechteck 10">
            <a:extLst>
              <a:ext uri="{FF2B5EF4-FFF2-40B4-BE49-F238E27FC236}">
                <a16:creationId xmlns:a16="http://schemas.microsoft.com/office/drawing/2014/main" id="{B048189E-C5E3-43A6-4B72-9E0AA449FF08}"/>
              </a:ext>
            </a:extLst>
          </p:cNvPr>
          <p:cNvSpPr/>
          <p:nvPr/>
        </p:nvSpPr>
        <p:spPr>
          <a:xfrm>
            <a:off x="4821386" y="4718642"/>
            <a:ext cx="2524720" cy="1409702"/>
          </a:xfrm>
          <a:prstGeom prst="rect">
            <a:avLst/>
          </a:prstGeom>
          <a:solidFill>
            <a:srgbClr val="548ECB"/>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a:solidFill>
                  <a:schemeClr val="tx1"/>
                </a:solidFill>
              </a:rPr>
              <a:t>UML </a:t>
            </a:r>
          </a:p>
          <a:p>
            <a:pPr algn="ctr"/>
            <a:r>
              <a:rPr lang="de-DE" sz="2400" b="1">
                <a:solidFill>
                  <a:schemeClr val="tx1"/>
                </a:solidFill>
              </a:rPr>
              <a:t>Use Case </a:t>
            </a:r>
            <a:br>
              <a:rPr lang="de-DE" sz="2400" b="1">
                <a:solidFill>
                  <a:schemeClr val="tx1"/>
                </a:solidFill>
              </a:rPr>
            </a:br>
            <a:r>
              <a:rPr lang="de-DE" sz="2400" b="1">
                <a:solidFill>
                  <a:schemeClr val="tx1"/>
                </a:solidFill>
              </a:rPr>
              <a:t>Diagramm</a:t>
            </a:r>
          </a:p>
        </p:txBody>
      </p:sp>
      <p:sp>
        <p:nvSpPr>
          <p:cNvPr id="12" name="Rechteck 11">
            <a:extLst>
              <a:ext uri="{FF2B5EF4-FFF2-40B4-BE49-F238E27FC236}">
                <a16:creationId xmlns:a16="http://schemas.microsoft.com/office/drawing/2014/main" id="{46D9CC59-B100-BF21-7B77-62E7920B3365}"/>
              </a:ext>
            </a:extLst>
          </p:cNvPr>
          <p:cNvSpPr/>
          <p:nvPr/>
        </p:nvSpPr>
        <p:spPr>
          <a:xfrm>
            <a:off x="7487567" y="4718645"/>
            <a:ext cx="2542258" cy="1409700"/>
          </a:xfrm>
          <a:prstGeom prst="rect">
            <a:avLst/>
          </a:prstGeom>
          <a:solidFill>
            <a:srgbClr val="548ECB"/>
          </a:solidFill>
          <a:ln w="28575"/>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de-DE" sz="2400" b="1" dirty="0">
                <a:solidFill>
                  <a:schemeClr val="tx1"/>
                </a:solidFill>
              </a:rPr>
              <a:t>UML</a:t>
            </a:r>
            <a:br>
              <a:rPr lang="de-DE" sz="2400" b="1" dirty="0">
                <a:solidFill>
                  <a:schemeClr val="tx1"/>
                </a:solidFill>
              </a:rPr>
            </a:br>
            <a:r>
              <a:rPr lang="de-DE" sz="2400" b="1" dirty="0">
                <a:solidFill>
                  <a:schemeClr val="tx1"/>
                </a:solidFill>
              </a:rPr>
              <a:t>Sequenz</a:t>
            </a:r>
            <a:br>
              <a:rPr lang="de-DE" sz="2400" b="1" dirty="0">
                <a:solidFill>
                  <a:schemeClr val="tx1"/>
                </a:solidFill>
              </a:rPr>
            </a:br>
            <a:r>
              <a:rPr lang="de-DE" sz="2400" b="1" dirty="0">
                <a:solidFill>
                  <a:schemeClr val="tx1"/>
                </a:solidFill>
              </a:rPr>
              <a:t>Diagramm</a:t>
            </a:r>
            <a:endParaRPr lang="de-DE" sz="2400" b="1" dirty="0">
              <a:solidFill>
                <a:schemeClr val="tx1"/>
              </a:solidFill>
              <a:ea typeface="Calibri"/>
              <a:cs typeface="Calibri"/>
            </a:endParaRPr>
          </a:p>
        </p:txBody>
      </p:sp>
    </p:spTree>
    <p:extLst>
      <p:ext uri="{BB962C8B-B14F-4D97-AF65-F5344CB8AC3E}">
        <p14:creationId xmlns:p14="http://schemas.microsoft.com/office/powerpoint/2010/main" val="2146279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1008E-6845-8B73-CD24-A8B0502F4E2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6F718FD-61BC-E06D-F08C-AE7A2354E7ED}"/>
              </a:ext>
            </a:extLst>
          </p:cNvPr>
          <p:cNvSpPr>
            <a:spLocks noGrp="1"/>
          </p:cNvSpPr>
          <p:nvPr>
            <p:ph type="title"/>
          </p:nvPr>
        </p:nvSpPr>
        <p:spPr/>
        <p:txBody>
          <a:bodyPr/>
          <a:lstStyle/>
          <a:p>
            <a:r>
              <a:rPr lang="de-DE" dirty="0"/>
              <a:t>Behandelte </a:t>
            </a:r>
            <a:r>
              <a:rPr lang="de-DE" dirty="0" err="1"/>
              <a:t>Modellierungsprachen</a:t>
            </a:r>
            <a:endParaRPr lang="de-DE" dirty="0"/>
          </a:p>
        </p:txBody>
      </p:sp>
      <p:sp>
        <p:nvSpPr>
          <p:cNvPr id="8" name="Isosceles Triangle 7">
            <a:extLst>
              <a:ext uri="{FF2B5EF4-FFF2-40B4-BE49-F238E27FC236}">
                <a16:creationId xmlns:a16="http://schemas.microsoft.com/office/drawing/2014/main" id="{EA30051F-35DD-DED8-129B-031ED88DA989}"/>
              </a:ext>
            </a:extLst>
          </p:cNvPr>
          <p:cNvSpPr/>
          <p:nvPr/>
        </p:nvSpPr>
        <p:spPr bwMode="auto">
          <a:xfrm>
            <a:off x="2497015" y="1648976"/>
            <a:ext cx="5257800" cy="1160585"/>
          </a:xfrm>
          <a:prstGeom prst="triangle">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lstStyle/>
          <a:p>
            <a:pPr algn="ctr">
              <a:defRPr/>
            </a:pPr>
            <a:endParaRPr lang="en-US" sz="2045"/>
          </a:p>
        </p:txBody>
      </p:sp>
      <p:sp>
        <p:nvSpPr>
          <p:cNvPr id="11" name="Rectangle 10">
            <a:extLst>
              <a:ext uri="{FF2B5EF4-FFF2-40B4-BE49-F238E27FC236}">
                <a16:creationId xmlns:a16="http://schemas.microsoft.com/office/drawing/2014/main" id="{85450BF5-F616-9C07-3C9E-ED50C1CE9375}"/>
              </a:ext>
            </a:extLst>
          </p:cNvPr>
          <p:cNvSpPr/>
          <p:nvPr/>
        </p:nvSpPr>
        <p:spPr bwMode="auto">
          <a:xfrm>
            <a:off x="4409344" y="3115536"/>
            <a:ext cx="1433146" cy="1371666"/>
          </a:xfrm>
          <a:prstGeom prst="rect">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cxnSp>
        <p:nvCxnSpPr>
          <p:cNvPr id="11275" name="Straight Arrow Connector 9">
            <a:extLst>
              <a:ext uri="{FF2B5EF4-FFF2-40B4-BE49-F238E27FC236}">
                <a16:creationId xmlns:a16="http://schemas.microsoft.com/office/drawing/2014/main" id="{D1A30C4C-1F77-FDBF-2458-16B860FDFCBF}"/>
              </a:ext>
            </a:extLst>
          </p:cNvPr>
          <p:cNvCxnSpPr>
            <a:cxnSpLocks noChangeShapeType="1"/>
            <a:stCxn id="8" idx="3"/>
            <a:endCxn id="11" idx="0"/>
          </p:cNvCxnSpPr>
          <p:nvPr/>
        </p:nvCxnSpPr>
        <p:spPr bwMode="auto">
          <a:xfrm>
            <a:off x="5125918" y="2809560"/>
            <a:ext cx="1" cy="305976"/>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a:extLst>
              <a:ext uri="{FF2B5EF4-FFF2-40B4-BE49-F238E27FC236}">
                <a16:creationId xmlns:a16="http://schemas.microsoft.com/office/drawing/2014/main" id="{817CDA94-52DF-F5FC-EC3F-5E511D90B9EA}"/>
              </a:ext>
            </a:extLst>
          </p:cNvPr>
          <p:cNvCxnSpPr>
            <a:cxnSpLocks noChangeShapeType="1"/>
          </p:cNvCxnSpPr>
          <p:nvPr/>
        </p:nvCxnSpPr>
        <p:spPr bwMode="auto">
          <a:xfrm>
            <a:off x="4027367" y="3887451"/>
            <a:ext cx="381979"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a:extLst>
              <a:ext uri="{FF2B5EF4-FFF2-40B4-BE49-F238E27FC236}">
                <a16:creationId xmlns:a16="http://schemas.microsoft.com/office/drawing/2014/main" id="{9D0FCA5B-60AF-38E9-649B-1FADCE130E40}"/>
              </a:ext>
            </a:extLst>
          </p:cNvPr>
          <p:cNvCxnSpPr>
            <a:cxnSpLocks noChangeShapeType="1"/>
          </p:cNvCxnSpPr>
          <p:nvPr/>
        </p:nvCxnSpPr>
        <p:spPr bwMode="auto">
          <a:xfrm>
            <a:off x="5842491" y="3887451"/>
            <a:ext cx="4150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a:extLst>
              <a:ext uri="{FF2B5EF4-FFF2-40B4-BE49-F238E27FC236}">
                <a16:creationId xmlns:a16="http://schemas.microsoft.com/office/drawing/2014/main" id="{A538119A-192B-C0A3-B158-83AA40951BC1}"/>
              </a:ext>
            </a:extLst>
          </p:cNvPr>
          <p:cNvSpPr txBox="1"/>
          <p:nvPr/>
        </p:nvSpPr>
        <p:spPr>
          <a:xfrm>
            <a:off x="6175557" y="4487204"/>
            <a:ext cx="1875835" cy="354584"/>
          </a:xfrm>
          <a:prstGeom prst="rect">
            <a:avLst/>
          </a:prstGeom>
          <a:noFill/>
        </p:spPr>
        <p:txBody>
          <a:bodyPr wrap="none" rtlCol="0">
            <a:spAutoFit/>
          </a:bodyPr>
          <a:lstStyle/>
          <a:p>
            <a:r>
              <a:rPr lang="de-DE" sz="1704" b="1"/>
              <a:t>FUNKTIONSSICHT</a:t>
            </a:r>
            <a:endParaRPr lang="en-US" sz="1704" b="1"/>
          </a:p>
        </p:txBody>
      </p:sp>
      <p:sp>
        <p:nvSpPr>
          <p:cNvPr id="13" name="Textfeld 12">
            <a:extLst>
              <a:ext uri="{FF2B5EF4-FFF2-40B4-BE49-F238E27FC236}">
                <a16:creationId xmlns:a16="http://schemas.microsoft.com/office/drawing/2014/main" id="{8E5F36B7-C6E3-80AF-E337-56F13045A310}"/>
              </a:ext>
            </a:extLst>
          </p:cNvPr>
          <p:cNvSpPr txBox="1"/>
          <p:nvPr/>
        </p:nvSpPr>
        <p:spPr>
          <a:xfrm>
            <a:off x="2691431" y="4487204"/>
            <a:ext cx="1406154" cy="354584"/>
          </a:xfrm>
          <a:prstGeom prst="rect">
            <a:avLst/>
          </a:prstGeom>
          <a:noFill/>
        </p:spPr>
        <p:txBody>
          <a:bodyPr wrap="none" rtlCol="0">
            <a:spAutoFit/>
          </a:bodyPr>
          <a:lstStyle/>
          <a:p>
            <a:r>
              <a:rPr lang="de-DE" sz="1704" b="1"/>
              <a:t>DATENSICHT</a:t>
            </a:r>
            <a:endParaRPr lang="en-US" sz="1704" b="1"/>
          </a:p>
        </p:txBody>
      </p:sp>
      <p:sp>
        <p:nvSpPr>
          <p:cNvPr id="4" name="Textfeld 3">
            <a:extLst>
              <a:ext uri="{FF2B5EF4-FFF2-40B4-BE49-F238E27FC236}">
                <a16:creationId xmlns:a16="http://schemas.microsoft.com/office/drawing/2014/main" id="{26E8E217-308A-66ED-A3AC-92D71FF4A642}"/>
              </a:ext>
            </a:extLst>
          </p:cNvPr>
          <p:cNvSpPr txBox="1"/>
          <p:nvPr/>
        </p:nvSpPr>
        <p:spPr>
          <a:xfrm>
            <a:off x="4404908" y="4541834"/>
            <a:ext cx="1630575" cy="354584"/>
          </a:xfrm>
          <a:prstGeom prst="rect">
            <a:avLst/>
          </a:prstGeom>
          <a:noFill/>
        </p:spPr>
        <p:txBody>
          <a:bodyPr wrap="none" rtlCol="0">
            <a:spAutoFit/>
          </a:bodyPr>
          <a:lstStyle/>
          <a:p>
            <a:r>
              <a:rPr lang="de-DE" sz="1704" b="1"/>
              <a:t>PROZESSSICHT</a:t>
            </a:r>
            <a:endParaRPr lang="en-US" sz="1704" b="1"/>
          </a:p>
        </p:txBody>
      </p:sp>
      <p:sp>
        <p:nvSpPr>
          <p:cNvPr id="15" name="Textfeld 14">
            <a:extLst>
              <a:ext uri="{FF2B5EF4-FFF2-40B4-BE49-F238E27FC236}">
                <a16:creationId xmlns:a16="http://schemas.microsoft.com/office/drawing/2014/main" id="{C0F1504E-4CCE-00BB-696F-8BA7EDFC3C15}"/>
              </a:ext>
            </a:extLst>
          </p:cNvPr>
          <p:cNvSpPr txBox="1"/>
          <p:nvPr/>
        </p:nvSpPr>
        <p:spPr>
          <a:xfrm>
            <a:off x="2740114" y="1646737"/>
            <a:ext cx="1871025" cy="616836"/>
          </a:xfrm>
          <a:prstGeom prst="rect">
            <a:avLst/>
          </a:prstGeom>
          <a:noFill/>
        </p:spPr>
        <p:txBody>
          <a:bodyPr wrap="none" rtlCol="0">
            <a:spAutoFit/>
          </a:bodyPr>
          <a:lstStyle/>
          <a:p>
            <a:r>
              <a:rPr lang="de-DE" sz="1704" b="1"/>
              <a:t>ORGANISATIONS-</a:t>
            </a:r>
          </a:p>
          <a:p>
            <a:r>
              <a:rPr lang="de-DE" sz="1704" b="1"/>
              <a:t>SICHT</a:t>
            </a:r>
            <a:endParaRPr lang="en-US" sz="1704" b="1"/>
          </a:p>
        </p:txBody>
      </p:sp>
      <p:cxnSp>
        <p:nvCxnSpPr>
          <p:cNvPr id="26" name="Gerader Verbinder 25">
            <a:extLst>
              <a:ext uri="{FF2B5EF4-FFF2-40B4-BE49-F238E27FC236}">
                <a16:creationId xmlns:a16="http://schemas.microsoft.com/office/drawing/2014/main" id="{2BA44E32-3AE1-9E94-E752-9C34F641706E}"/>
              </a:ext>
            </a:extLst>
          </p:cNvPr>
          <p:cNvCxnSpPr/>
          <p:nvPr/>
        </p:nvCxnSpPr>
        <p:spPr>
          <a:xfrm>
            <a:off x="4396706" y="4100733"/>
            <a:ext cx="144578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19D05E59-DA29-E674-DC19-0000CD461632}"/>
              </a:ext>
            </a:extLst>
          </p:cNvPr>
          <p:cNvCxnSpPr/>
          <p:nvPr/>
        </p:nvCxnSpPr>
        <p:spPr>
          <a:xfrm>
            <a:off x="4396706" y="3590626"/>
            <a:ext cx="144578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0F485814-FAA8-7A92-C32A-68531DEC1FE9}"/>
              </a:ext>
            </a:extLst>
          </p:cNvPr>
          <p:cNvCxnSpPr>
            <a:endCxn id="8" idx="5"/>
          </p:cNvCxnSpPr>
          <p:nvPr/>
        </p:nvCxnSpPr>
        <p:spPr>
          <a:xfrm>
            <a:off x="3842240" y="2219504"/>
            <a:ext cx="2598126" cy="976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7A7B9B7B-15A5-92B3-2936-C6FCC2AC6217}"/>
              </a:ext>
            </a:extLst>
          </p:cNvPr>
          <p:cNvCxnSpPr/>
          <p:nvPr/>
        </p:nvCxnSpPr>
        <p:spPr>
          <a:xfrm>
            <a:off x="3225967" y="2498775"/>
            <a:ext cx="377447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CD5F53B-29DE-4826-EBA8-806EA34532BF}"/>
              </a:ext>
            </a:extLst>
          </p:cNvPr>
          <p:cNvSpPr txBox="1"/>
          <p:nvPr/>
        </p:nvSpPr>
        <p:spPr>
          <a:xfrm>
            <a:off x="4641073" y="1844105"/>
            <a:ext cx="1088761" cy="288990"/>
          </a:xfrm>
          <a:prstGeom prst="rect">
            <a:avLst/>
          </a:prstGeom>
          <a:no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37" name="Textfeld 36">
            <a:extLst>
              <a:ext uri="{FF2B5EF4-FFF2-40B4-BE49-F238E27FC236}">
                <a16:creationId xmlns:a16="http://schemas.microsoft.com/office/drawing/2014/main" id="{719F02F8-253F-1B7E-FD44-70671173C4DA}"/>
              </a:ext>
            </a:extLst>
          </p:cNvPr>
          <p:cNvSpPr txBox="1"/>
          <p:nvPr/>
        </p:nvSpPr>
        <p:spPr>
          <a:xfrm>
            <a:off x="4666722" y="2219504"/>
            <a:ext cx="1037463" cy="288990"/>
          </a:xfrm>
          <a:prstGeom prst="rect">
            <a:avLst/>
          </a:prstGeom>
          <a:no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38" name="Textfeld 37">
            <a:extLst>
              <a:ext uri="{FF2B5EF4-FFF2-40B4-BE49-F238E27FC236}">
                <a16:creationId xmlns:a16="http://schemas.microsoft.com/office/drawing/2014/main" id="{4767FED6-B596-1DC8-EFF6-C1584F6DDD3F}"/>
              </a:ext>
            </a:extLst>
          </p:cNvPr>
          <p:cNvSpPr txBox="1"/>
          <p:nvPr/>
        </p:nvSpPr>
        <p:spPr>
          <a:xfrm>
            <a:off x="4477566" y="2533935"/>
            <a:ext cx="1415773" cy="288990"/>
          </a:xfrm>
          <a:prstGeom prst="rect">
            <a:avLst/>
          </a:prstGeom>
          <a:noFill/>
        </p:spPr>
        <p:txBody>
          <a:bodyPr wrap="none" rtlCol="0">
            <a:spAutoFit/>
          </a:bodyPr>
          <a:lstStyle/>
          <a:p>
            <a:pPr algn="ctr"/>
            <a:r>
              <a:rPr lang="en-GB" sz="1278" b="1" err="1">
                <a:solidFill>
                  <a:schemeClr val="bg1"/>
                </a:solidFill>
              </a:rPr>
              <a:t>Implementierung</a:t>
            </a:r>
            <a:endParaRPr lang="de-DE" sz="1278" b="1">
              <a:solidFill>
                <a:schemeClr val="bg1"/>
              </a:solidFill>
            </a:endParaRPr>
          </a:p>
        </p:txBody>
      </p:sp>
      <p:sp>
        <p:nvSpPr>
          <p:cNvPr id="42" name="Can 8">
            <a:extLst>
              <a:ext uri="{FF2B5EF4-FFF2-40B4-BE49-F238E27FC236}">
                <a16:creationId xmlns:a16="http://schemas.microsoft.com/office/drawing/2014/main" id="{C913D527-B5FA-24FB-B5AC-66B2F22424D1}"/>
              </a:ext>
            </a:extLst>
          </p:cNvPr>
          <p:cNvSpPr/>
          <p:nvPr/>
        </p:nvSpPr>
        <p:spPr bwMode="auto">
          <a:xfrm>
            <a:off x="2633481" y="378764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1" name="Can 8">
            <a:extLst>
              <a:ext uri="{FF2B5EF4-FFF2-40B4-BE49-F238E27FC236}">
                <a16:creationId xmlns:a16="http://schemas.microsoft.com/office/drawing/2014/main" id="{07176E4C-C4EB-0F11-06A4-1527B182AE5C}"/>
              </a:ext>
            </a:extLst>
          </p:cNvPr>
          <p:cNvSpPr/>
          <p:nvPr/>
        </p:nvSpPr>
        <p:spPr bwMode="auto">
          <a:xfrm>
            <a:off x="2633481" y="340117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0" name="Can 8">
            <a:extLst>
              <a:ext uri="{FF2B5EF4-FFF2-40B4-BE49-F238E27FC236}">
                <a16:creationId xmlns:a16="http://schemas.microsoft.com/office/drawing/2014/main" id="{AC3DD1F1-C3E2-9267-604E-D106D04DF1B3}"/>
              </a:ext>
            </a:extLst>
          </p:cNvPr>
          <p:cNvSpPr/>
          <p:nvPr/>
        </p:nvSpPr>
        <p:spPr bwMode="auto">
          <a:xfrm>
            <a:off x="2633481" y="300686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12" name="Textfeld 11">
            <a:extLst>
              <a:ext uri="{FF2B5EF4-FFF2-40B4-BE49-F238E27FC236}">
                <a16:creationId xmlns:a16="http://schemas.microsoft.com/office/drawing/2014/main" id="{822AFE53-A03A-5FC4-BE20-C51B74300CA5}"/>
              </a:ext>
            </a:extLst>
          </p:cNvPr>
          <p:cNvSpPr txBox="1"/>
          <p:nvPr/>
        </p:nvSpPr>
        <p:spPr>
          <a:xfrm>
            <a:off x="2815021" y="3305314"/>
            <a:ext cx="1088761" cy="288990"/>
          </a:xfrm>
          <a:prstGeom prst="rect">
            <a:avLst/>
          </a:prstGeom>
          <a:solidFill>
            <a:srgbClr val="254061"/>
          </a:solid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21" name="Textfeld 20">
            <a:extLst>
              <a:ext uri="{FF2B5EF4-FFF2-40B4-BE49-F238E27FC236}">
                <a16:creationId xmlns:a16="http://schemas.microsoft.com/office/drawing/2014/main" id="{67A71177-9481-2130-9B24-9F5B76A4DC4D}"/>
              </a:ext>
            </a:extLst>
          </p:cNvPr>
          <p:cNvSpPr txBox="1"/>
          <p:nvPr/>
        </p:nvSpPr>
        <p:spPr>
          <a:xfrm>
            <a:off x="2840670" y="3740788"/>
            <a:ext cx="1037463" cy="288990"/>
          </a:xfrm>
          <a:prstGeom prst="rect">
            <a:avLst/>
          </a:prstGeom>
          <a:solidFill>
            <a:srgbClr val="254061"/>
          </a:solid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22" name="Textfeld 21">
            <a:extLst>
              <a:ext uri="{FF2B5EF4-FFF2-40B4-BE49-F238E27FC236}">
                <a16:creationId xmlns:a16="http://schemas.microsoft.com/office/drawing/2014/main" id="{D4D21217-5CA2-5072-7B79-D19C233D4461}"/>
              </a:ext>
            </a:extLst>
          </p:cNvPr>
          <p:cNvSpPr txBox="1"/>
          <p:nvPr/>
        </p:nvSpPr>
        <p:spPr>
          <a:xfrm>
            <a:off x="2665171" y="4124392"/>
            <a:ext cx="1356124" cy="276999"/>
          </a:xfrm>
          <a:prstGeom prst="rect">
            <a:avLst/>
          </a:prstGeom>
          <a:solidFill>
            <a:srgbClr val="254061"/>
          </a:solidFill>
        </p:spPr>
        <p:txBody>
          <a:bodyPr wrap="square" rtlCol="0">
            <a:spAutoFit/>
          </a:bodyPr>
          <a:lstStyle/>
          <a:p>
            <a:pPr algn="ctr"/>
            <a:r>
              <a:rPr lang="en-GB" sz="1200" b="1" dirty="0" err="1">
                <a:solidFill>
                  <a:schemeClr val="bg1"/>
                </a:solidFill>
              </a:rPr>
              <a:t>Implementierung</a:t>
            </a:r>
            <a:endParaRPr lang="de-DE" sz="1278" b="1" dirty="0">
              <a:solidFill>
                <a:schemeClr val="bg1"/>
              </a:solidFill>
            </a:endParaRPr>
          </a:p>
        </p:txBody>
      </p:sp>
      <p:sp>
        <p:nvSpPr>
          <p:cNvPr id="43" name="Can 8">
            <a:extLst>
              <a:ext uri="{FF2B5EF4-FFF2-40B4-BE49-F238E27FC236}">
                <a16:creationId xmlns:a16="http://schemas.microsoft.com/office/drawing/2014/main" id="{F3BB75FB-DCD9-F6FE-59CB-0E861468635A}"/>
              </a:ext>
            </a:extLst>
          </p:cNvPr>
          <p:cNvSpPr/>
          <p:nvPr/>
        </p:nvSpPr>
        <p:spPr bwMode="auto">
          <a:xfrm>
            <a:off x="6257501" y="378764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4" name="Can 8">
            <a:extLst>
              <a:ext uri="{FF2B5EF4-FFF2-40B4-BE49-F238E27FC236}">
                <a16:creationId xmlns:a16="http://schemas.microsoft.com/office/drawing/2014/main" id="{437ABA91-BDB0-7A2E-00C6-8FCE8F61E1EC}"/>
              </a:ext>
            </a:extLst>
          </p:cNvPr>
          <p:cNvSpPr/>
          <p:nvPr/>
        </p:nvSpPr>
        <p:spPr bwMode="auto">
          <a:xfrm>
            <a:off x="6257501" y="340117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5" name="Can 8">
            <a:extLst>
              <a:ext uri="{FF2B5EF4-FFF2-40B4-BE49-F238E27FC236}">
                <a16:creationId xmlns:a16="http://schemas.microsoft.com/office/drawing/2014/main" id="{7F839326-75C9-8DF4-75AE-A6FBE9C68DFF}"/>
              </a:ext>
            </a:extLst>
          </p:cNvPr>
          <p:cNvSpPr/>
          <p:nvPr/>
        </p:nvSpPr>
        <p:spPr bwMode="auto">
          <a:xfrm>
            <a:off x="6257501" y="3006869"/>
            <a:ext cx="1389185" cy="699554"/>
          </a:xfrm>
          <a:prstGeom prst="can">
            <a:avLst/>
          </a:prstGeom>
          <a:solidFill>
            <a:srgbClr val="254061"/>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045"/>
          </a:p>
        </p:txBody>
      </p:sp>
      <p:sp>
        <p:nvSpPr>
          <p:cNvPr id="46" name="Textfeld 45">
            <a:extLst>
              <a:ext uri="{FF2B5EF4-FFF2-40B4-BE49-F238E27FC236}">
                <a16:creationId xmlns:a16="http://schemas.microsoft.com/office/drawing/2014/main" id="{CC6EC0E2-C8DA-9502-35FE-235F97C3A678}"/>
              </a:ext>
            </a:extLst>
          </p:cNvPr>
          <p:cNvSpPr txBox="1"/>
          <p:nvPr/>
        </p:nvSpPr>
        <p:spPr>
          <a:xfrm>
            <a:off x="6439040" y="3305314"/>
            <a:ext cx="1088761" cy="288990"/>
          </a:xfrm>
          <a:prstGeom prst="rect">
            <a:avLst/>
          </a:prstGeom>
          <a:no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47" name="Textfeld 46">
            <a:extLst>
              <a:ext uri="{FF2B5EF4-FFF2-40B4-BE49-F238E27FC236}">
                <a16:creationId xmlns:a16="http://schemas.microsoft.com/office/drawing/2014/main" id="{CC976DAD-7411-53C5-FBEC-7B297A934E18}"/>
              </a:ext>
            </a:extLst>
          </p:cNvPr>
          <p:cNvSpPr txBox="1"/>
          <p:nvPr/>
        </p:nvSpPr>
        <p:spPr>
          <a:xfrm>
            <a:off x="6464689" y="3740788"/>
            <a:ext cx="1037463" cy="288990"/>
          </a:xfrm>
          <a:prstGeom prst="rect">
            <a:avLst/>
          </a:prstGeom>
          <a:no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48" name="Textfeld 47">
            <a:extLst>
              <a:ext uri="{FF2B5EF4-FFF2-40B4-BE49-F238E27FC236}">
                <a16:creationId xmlns:a16="http://schemas.microsoft.com/office/drawing/2014/main" id="{FC94858A-D196-31A5-A7F5-CF2DE845982C}"/>
              </a:ext>
            </a:extLst>
          </p:cNvPr>
          <p:cNvSpPr txBox="1"/>
          <p:nvPr/>
        </p:nvSpPr>
        <p:spPr>
          <a:xfrm>
            <a:off x="6275533" y="4176261"/>
            <a:ext cx="1415773" cy="288990"/>
          </a:xfrm>
          <a:prstGeom prst="rect">
            <a:avLst/>
          </a:prstGeom>
          <a:noFill/>
        </p:spPr>
        <p:txBody>
          <a:bodyPr wrap="none" rtlCol="0">
            <a:spAutoFit/>
          </a:bodyPr>
          <a:lstStyle/>
          <a:p>
            <a:pPr algn="ctr"/>
            <a:r>
              <a:rPr lang="en-GB" sz="1278" b="1" err="1">
                <a:solidFill>
                  <a:schemeClr val="bg1"/>
                </a:solidFill>
              </a:rPr>
              <a:t>Implementierung</a:t>
            </a:r>
            <a:endParaRPr lang="de-DE" sz="1278" b="1">
              <a:solidFill>
                <a:schemeClr val="bg1"/>
              </a:solidFill>
            </a:endParaRPr>
          </a:p>
        </p:txBody>
      </p:sp>
      <p:sp>
        <p:nvSpPr>
          <p:cNvPr id="49" name="Textfeld 48">
            <a:extLst>
              <a:ext uri="{FF2B5EF4-FFF2-40B4-BE49-F238E27FC236}">
                <a16:creationId xmlns:a16="http://schemas.microsoft.com/office/drawing/2014/main" id="{94FBF2F4-F55C-CE1D-29B0-8BCD21145840}"/>
              </a:ext>
            </a:extLst>
          </p:cNvPr>
          <p:cNvSpPr txBox="1"/>
          <p:nvPr/>
        </p:nvSpPr>
        <p:spPr>
          <a:xfrm>
            <a:off x="4600068" y="3305314"/>
            <a:ext cx="1088761" cy="288990"/>
          </a:xfrm>
          <a:prstGeom prst="rect">
            <a:avLst/>
          </a:prstGeom>
          <a:noFill/>
        </p:spPr>
        <p:txBody>
          <a:bodyPr wrap="none" rtlCol="0">
            <a:spAutoFit/>
          </a:bodyPr>
          <a:lstStyle/>
          <a:p>
            <a:pPr algn="ctr"/>
            <a:r>
              <a:rPr lang="en-GB" sz="1278" b="1" err="1">
                <a:solidFill>
                  <a:schemeClr val="bg1"/>
                </a:solidFill>
              </a:rPr>
              <a:t>Fachkonzept</a:t>
            </a:r>
            <a:endParaRPr lang="de-DE" sz="1278" b="1">
              <a:solidFill>
                <a:schemeClr val="bg1"/>
              </a:solidFill>
            </a:endParaRPr>
          </a:p>
        </p:txBody>
      </p:sp>
      <p:sp>
        <p:nvSpPr>
          <p:cNvPr id="50" name="Textfeld 49">
            <a:extLst>
              <a:ext uri="{FF2B5EF4-FFF2-40B4-BE49-F238E27FC236}">
                <a16:creationId xmlns:a16="http://schemas.microsoft.com/office/drawing/2014/main" id="{A87FBAF9-F816-D34A-3A16-CCD44870EC44}"/>
              </a:ext>
            </a:extLst>
          </p:cNvPr>
          <p:cNvSpPr txBox="1"/>
          <p:nvPr/>
        </p:nvSpPr>
        <p:spPr>
          <a:xfrm>
            <a:off x="4625717" y="3740788"/>
            <a:ext cx="1037463" cy="288990"/>
          </a:xfrm>
          <a:prstGeom prst="rect">
            <a:avLst/>
          </a:prstGeom>
          <a:noFill/>
        </p:spPr>
        <p:txBody>
          <a:bodyPr wrap="none" rtlCol="0">
            <a:spAutoFit/>
          </a:bodyPr>
          <a:lstStyle/>
          <a:p>
            <a:pPr algn="ctr"/>
            <a:r>
              <a:rPr lang="en-GB" sz="1278" b="1">
                <a:solidFill>
                  <a:schemeClr val="bg1"/>
                </a:solidFill>
              </a:rPr>
              <a:t>DV-</a:t>
            </a:r>
            <a:r>
              <a:rPr lang="en-GB" sz="1278" b="1" err="1">
                <a:solidFill>
                  <a:schemeClr val="bg1"/>
                </a:solidFill>
              </a:rPr>
              <a:t>Konzept</a:t>
            </a:r>
            <a:endParaRPr lang="de-DE" sz="1278" b="1">
              <a:solidFill>
                <a:schemeClr val="bg1"/>
              </a:solidFill>
            </a:endParaRPr>
          </a:p>
        </p:txBody>
      </p:sp>
      <p:sp>
        <p:nvSpPr>
          <p:cNvPr id="51" name="Textfeld 50">
            <a:extLst>
              <a:ext uri="{FF2B5EF4-FFF2-40B4-BE49-F238E27FC236}">
                <a16:creationId xmlns:a16="http://schemas.microsoft.com/office/drawing/2014/main" id="{A71EE12D-180E-25B2-1912-1FFBE48899FF}"/>
              </a:ext>
            </a:extLst>
          </p:cNvPr>
          <p:cNvSpPr txBox="1"/>
          <p:nvPr/>
        </p:nvSpPr>
        <p:spPr>
          <a:xfrm>
            <a:off x="4436561" y="4176261"/>
            <a:ext cx="1415773" cy="288990"/>
          </a:xfrm>
          <a:prstGeom prst="rect">
            <a:avLst/>
          </a:prstGeom>
          <a:noFill/>
        </p:spPr>
        <p:txBody>
          <a:bodyPr wrap="none" rtlCol="0">
            <a:spAutoFit/>
          </a:bodyPr>
          <a:lstStyle/>
          <a:p>
            <a:pPr algn="ctr"/>
            <a:r>
              <a:rPr lang="en-GB" sz="1278" b="1" err="1">
                <a:solidFill>
                  <a:schemeClr val="bg1"/>
                </a:solidFill>
              </a:rPr>
              <a:t>Implementierung</a:t>
            </a:r>
            <a:endParaRPr lang="de-DE" sz="1278" b="1">
              <a:solidFill>
                <a:schemeClr val="bg1"/>
              </a:solidFill>
            </a:endParaRPr>
          </a:p>
        </p:txBody>
      </p:sp>
      <p:cxnSp>
        <p:nvCxnSpPr>
          <p:cNvPr id="5" name="Gerader Verbinder 4">
            <a:extLst>
              <a:ext uri="{FF2B5EF4-FFF2-40B4-BE49-F238E27FC236}">
                <a16:creationId xmlns:a16="http://schemas.microsoft.com/office/drawing/2014/main" id="{AD65761A-323C-A693-B3EF-E5B559895734}"/>
              </a:ext>
            </a:extLst>
          </p:cNvPr>
          <p:cNvCxnSpPr/>
          <p:nvPr/>
        </p:nvCxnSpPr>
        <p:spPr>
          <a:xfrm>
            <a:off x="2224068" y="3417682"/>
            <a:ext cx="614060" cy="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6" name="Gerader Verbinder 5">
            <a:extLst>
              <a:ext uri="{FF2B5EF4-FFF2-40B4-BE49-F238E27FC236}">
                <a16:creationId xmlns:a16="http://schemas.microsoft.com/office/drawing/2014/main" id="{6C6F2274-2C2D-20B9-0AC9-4534CD0080E4}"/>
              </a:ext>
            </a:extLst>
          </p:cNvPr>
          <p:cNvCxnSpPr/>
          <p:nvPr/>
        </p:nvCxnSpPr>
        <p:spPr>
          <a:xfrm>
            <a:off x="2224068" y="3882263"/>
            <a:ext cx="614060" cy="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7" name="Textfeld 6">
            <a:extLst>
              <a:ext uri="{FF2B5EF4-FFF2-40B4-BE49-F238E27FC236}">
                <a16:creationId xmlns:a16="http://schemas.microsoft.com/office/drawing/2014/main" id="{C4934E62-FBA1-5BB2-2737-091E2169849E}"/>
              </a:ext>
            </a:extLst>
          </p:cNvPr>
          <p:cNvSpPr txBox="1"/>
          <p:nvPr/>
        </p:nvSpPr>
        <p:spPr>
          <a:xfrm>
            <a:off x="1535169" y="3303454"/>
            <a:ext cx="494046" cy="276999"/>
          </a:xfrm>
          <a:prstGeom prst="rect">
            <a:avLst/>
          </a:prstGeom>
          <a:noFill/>
        </p:spPr>
        <p:txBody>
          <a:bodyPr wrap="none" rtlCol="0">
            <a:spAutoFit/>
          </a:bodyPr>
          <a:lstStyle/>
          <a:p>
            <a:r>
              <a:rPr lang="de-DE" sz="1200"/>
              <a:t>ERM</a:t>
            </a:r>
          </a:p>
        </p:txBody>
      </p:sp>
      <p:sp>
        <p:nvSpPr>
          <p:cNvPr id="9" name="Textfeld 8">
            <a:extLst>
              <a:ext uri="{FF2B5EF4-FFF2-40B4-BE49-F238E27FC236}">
                <a16:creationId xmlns:a16="http://schemas.microsoft.com/office/drawing/2014/main" id="{5B73DBFD-586B-F623-133F-E4F2BAE29D78}"/>
              </a:ext>
            </a:extLst>
          </p:cNvPr>
          <p:cNvSpPr txBox="1"/>
          <p:nvPr/>
        </p:nvSpPr>
        <p:spPr>
          <a:xfrm>
            <a:off x="1237381" y="3656619"/>
            <a:ext cx="1127232" cy="461665"/>
          </a:xfrm>
          <a:prstGeom prst="rect">
            <a:avLst/>
          </a:prstGeom>
          <a:noFill/>
        </p:spPr>
        <p:txBody>
          <a:bodyPr wrap="none" rtlCol="0">
            <a:spAutoFit/>
          </a:bodyPr>
          <a:lstStyle/>
          <a:p>
            <a:r>
              <a:rPr lang="de-DE" sz="1200"/>
              <a:t>UML-Klassen-</a:t>
            </a:r>
            <a:br>
              <a:rPr lang="de-DE" sz="1200"/>
            </a:br>
            <a:r>
              <a:rPr lang="de-DE" sz="1200" err="1"/>
              <a:t>diagramm</a:t>
            </a:r>
            <a:endParaRPr lang="de-DE" sz="1200"/>
          </a:p>
        </p:txBody>
      </p:sp>
      <p:cxnSp>
        <p:nvCxnSpPr>
          <p:cNvPr id="10" name="Gerader Verbinder 9">
            <a:extLst>
              <a:ext uri="{FF2B5EF4-FFF2-40B4-BE49-F238E27FC236}">
                <a16:creationId xmlns:a16="http://schemas.microsoft.com/office/drawing/2014/main" id="{38D9CB98-D7D9-CFE9-1DDD-F69EB592D861}"/>
              </a:ext>
            </a:extLst>
          </p:cNvPr>
          <p:cNvCxnSpPr>
            <a:cxnSpLocks/>
          </p:cNvCxnSpPr>
          <p:nvPr/>
        </p:nvCxnSpPr>
        <p:spPr>
          <a:xfrm flipH="1">
            <a:off x="7480770" y="3417682"/>
            <a:ext cx="614060" cy="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4" name="Gerader Verbinder 13">
            <a:extLst>
              <a:ext uri="{FF2B5EF4-FFF2-40B4-BE49-F238E27FC236}">
                <a16:creationId xmlns:a16="http://schemas.microsoft.com/office/drawing/2014/main" id="{4DF0C662-1A4A-B355-CD4B-C399E2C84F4C}"/>
              </a:ext>
            </a:extLst>
          </p:cNvPr>
          <p:cNvCxnSpPr>
            <a:cxnSpLocks/>
          </p:cNvCxnSpPr>
          <p:nvPr/>
        </p:nvCxnSpPr>
        <p:spPr>
          <a:xfrm flipH="1">
            <a:off x="7480770" y="3882263"/>
            <a:ext cx="614060" cy="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16" name="Textfeld 15">
            <a:extLst>
              <a:ext uri="{FF2B5EF4-FFF2-40B4-BE49-F238E27FC236}">
                <a16:creationId xmlns:a16="http://schemas.microsoft.com/office/drawing/2014/main" id="{E6049A7D-14CF-A2CA-B197-FCC4E0360A38}"/>
              </a:ext>
            </a:extLst>
          </p:cNvPr>
          <p:cNvSpPr txBox="1"/>
          <p:nvPr/>
        </p:nvSpPr>
        <p:spPr>
          <a:xfrm>
            <a:off x="8163491" y="3186850"/>
            <a:ext cx="1180131" cy="461665"/>
          </a:xfrm>
          <a:prstGeom prst="rect">
            <a:avLst/>
          </a:prstGeom>
          <a:noFill/>
        </p:spPr>
        <p:txBody>
          <a:bodyPr wrap="none" rtlCol="0">
            <a:spAutoFit/>
          </a:bodyPr>
          <a:lstStyle/>
          <a:p>
            <a:r>
              <a:rPr lang="de-DE" sz="1200" dirty="0"/>
              <a:t>UML-Use Case </a:t>
            </a:r>
            <a:br>
              <a:rPr lang="de-DE" sz="1200" dirty="0"/>
            </a:br>
            <a:r>
              <a:rPr lang="de-DE" sz="1200" dirty="0"/>
              <a:t>Diagramm</a:t>
            </a:r>
          </a:p>
        </p:txBody>
      </p:sp>
      <p:sp>
        <p:nvSpPr>
          <p:cNvPr id="17" name="Textfeld 16">
            <a:extLst>
              <a:ext uri="{FF2B5EF4-FFF2-40B4-BE49-F238E27FC236}">
                <a16:creationId xmlns:a16="http://schemas.microsoft.com/office/drawing/2014/main" id="{63EECF7B-E0BC-BA7E-92CD-77896AA3D6D4}"/>
              </a:ext>
            </a:extLst>
          </p:cNvPr>
          <p:cNvSpPr txBox="1"/>
          <p:nvPr/>
        </p:nvSpPr>
        <p:spPr>
          <a:xfrm>
            <a:off x="8163490" y="3767460"/>
            <a:ext cx="1059906" cy="461665"/>
          </a:xfrm>
          <a:prstGeom prst="rect">
            <a:avLst/>
          </a:prstGeom>
          <a:noFill/>
        </p:spPr>
        <p:txBody>
          <a:bodyPr wrap="none" rtlCol="0">
            <a:spAutoFit/>
          </a:bodyPr>
          <a:lstStyle/>
          <a:p>
            <a:r>
              <a:rPr lang="de-DE" sz="1200"/>
              <a:t>UML-Klassen</a:t>
            </a:r>
            <a:br>
              <a:rPr lang="de-DE" sz="1200"/>
            </a:br>
            <a:r>
              <a:rPr lang="de-DE" sz="1200"/>
              <a:t>Diagramm</a:t>
            </a:r>
          </a:p>
        </p:txBody>
      </p:sp>
      <p:cxnSp>
        <p:nvCxnSpPr>
          <p:cNvPr id="18" name="Gerader Verbinder 17">
            <a:extLst>
              <a:ext uri="{FF2B5EF4-FFF2-40B4-BE49-F238E27FC236}">
                <a16:creationId xmlns:a16="http://schemas.microsoft.com/office/drawing/2014/main" id="{647A54A9-2922-699F-D88C-33724CEFDCE0}"/>
              </a:ext>
            </a:extLst>
          </p:cNvPr>
          <p:cNvCxnSpPr>
            <a:cxnSpLocks/>
          </p:cNvCxnSpPr>
          <p:nvPr/>
        </p:nvCxnSpPr>
        <p:spPr>
          <a:xfrm flipV="1">
            <a:off x="3749267" y="3871230"/>
            <a:ext cx="868059" cy="1543403"/>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19" name="Textfeld 18">
            <a:extLst>
              <a:ext uri="{FF2B5EF4-FFF2-40B4-BE49-F238E27FC236}">
                <a16:creationId xmlns:a16="http://schemas.microsoft.com/office/drawing/2014/main" id="{3031A555-BC97-3B58-5FB6-20A4A59C6D06}"/>
              </a:ext>
            </a:extLst>
          </p:cNvPr>
          <p:cNvSpPr txBox="1"/>
          <p:nvPr/>
        </p:nvSpPr>
        <p:spPr>
          <a:xfrm>
            <a:off x="3318079" y="5473825"/>
            <a:ext cx="1329210" cy="461665"/>
          </a:xfrm>
          <a:prstGeom prst="rect">
            <a:avLst/>
          </a:prstGeom>
          <a:noFill/>
        </p:spPr>
        <p:txBody>
          <a:bodyPr wrap="none" rtlCol="0">
            <a:spAutoFit/>
          </a:bodyPr>
          <a:lstStyle/>
          <a:p>
            <a:r>
              <a:rPr lang="de-DE" sz="1200" dirty="0"/>
              <a:t>UML-Aktivitäten-</a:t>
            </a:r>
            <a:br>
              <a:rPr lang="de-DE" sz="1200" dirty="0"/>
            </a:br>
            <a:r>
              <a:rPr lang="de-DE" sz="1200" dirty="0" err="1"/>
              <a:t>diagramm</a:t>
            </a:r>
            <a:endParaRPr lang="de-DE" sz="1200" dirty="0"/>
          </a:p>
        </p:txBody>
      </p:sp>
      <p:cxnSp>
        <p:nvCxnSpPr>
          <p:cNvPr id="20" name="Gerader Verbinder 19">
            <a:extLst>
              <a:ext uri="{FF2B5EF4-FFF2-40B4-BE49-F238E27FC236}">
                <a16:creationId xmlns:a16="http://schemas.microsoft.com/office/drawing/2014/main" id="{FD9336DC-9FD0-427C-6F4D-E3BF0DFE14ED}"/>
              </a:ext>
            </a:extLst>
          </p:cNvPr>
          <p:cNvCxnSpPr>
            <a:cxnSpLocks/>
            <a:endCxn id="49" idx="3"/>
          </p:cNvCxnSpPr>
          <p:nvPr/>
        </p:nvCxnSpPr>
        <p:spPr>
          <a:xfrm flipH="1" flipV="1">
            <a:off x="5688829" y="3449809"/>
            <a:ext cx="824907" cy="197321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3" name="Textfeld 22">
            <a:extLst>
              <a:ext uri="{FF2B5EF4-FFF2-40B4-BE49-F238E27FC236}">
                <a16:creationId xmlns:a16="http://schemas.microsoft.com/office/drawing/2014/main" id="{4AB61ABB-75F6-BB85-97F1-BCED45F674E5}"/>
              </a:ext>
            </a:extLst>
          </p:cNvPr>
          <p:cNvSpPr txBox="1"/>
          <p:nvPr/>
        </p:nvSpPr>
        <p:spPr>
          <a:xfrm>
            <a:off x="5905896" y="5510391"/>
            <a:ext cx="1749197" cy="276999"/>
          </a:xfrm>
          <a:prstGeom prst="rect">
            <a:avLst/>
          </a:prstGeom>
          <a:noFill/>
        </p:spPr>
        <p:txBody>
          <a:bodyPr wrap="none" rtlCol="0">
            <a:spAutoFit/>
          </a:bodyPr>
          <a:lstStyle/>
          <a:p>
            <a:r>
              <a:rPr lang="de-DE" sz="1200"/>
              <a:t>EPK / BPMN / </a:t>
            </a:r>
            <a:r>
              <a:rPr lang="de-DE" sz="1200" err="1"/>
              <a:t>Perinetze</a:t>
            </a:r>
            <a:endParaRPr lang="de-DE" sz="1200"/>
          </a:p>
        </p:txBody>
      </p:sp>
      <p:cxnSp>
        <p:nvCxnSpPr>
          <p:cNvPr id="25" name="Gerader Verbinder 24">
            <a:extLst>
              <a:ext uri="{FF2B5EF4-FFF2-40B4-BE49-F238E27FC236}">
                <a16:creationId xmlns:a16="http://schemas.microsoft.com/office/drawing/2014/main" id="{8BFA4BA2-E506-B403-E327-A5DB67949B3F}"/>
              </a:ext>
            </a:extLst>
          </p:cNvPr>
          <p:cNvCxnSpPr>
            <a:cxnSpLocks/>
          </p:cNvCxnSpPr>
          <p:nvPr/>
        </p:nvCxnSpPr>
        <p:spPr>
          <a:xfrm flipH="1">
            <a:off x="5643441" y="1857672"/>
            <a:ext cx="614060" cy="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27" name="Textfeld 26">
            <a:extLst>
              <a:ext uri="{FF2B5EF4-FFF2-40B4-BE49-F238E27FC236}">
                <a16:creationId xmlns:a16="http://schemas.microsoft.com/office/drawing/2014/main" id="{2BA2D35A-3BA9-E168-DFFD-67897CF65025}"/>
              </a:ext>
            </a:extLst>
          </p:cNvPr>
          <p:cNvSpPr txBox="1"/>
          <p:nvPr/>
        </p:nvSpPr>
        <p:spPr>
          <a:xfrm>
            <a:off x="6326162" y="1626840"/>
            <a:ext cx="2513830" cy="276999"/>
          </a:xfrm>
          <a:prstGeom prst="rect">
            <a:avLst/>
          </a:prstGeom>
          <a:noFill/>
        </p:spPr>
        <p:txBody>
          <a:bodyPr wrap="none" rtlCol="0">
            <a:spAutoFit/>
          </a:bodyPr>
          <a:lstStyle/>
          <a:p>
            <a:r>
              <a:rPr lang="de-DE" sz="1200" dirty="0"/>
              <a:t>Organigramm (wird nicht behandelt)</a:t>
            </a:r>
          </a:p>
        </p:txBody>
      </p:sp>
      <p:cxnSp>
        <p:nvCxnSpPr>
          <p:cNvPr id="29" name="Gerader Verbinder 28">
            <a:extLst>
              <a:ext uri="{FF2B5EF4-FFF2-40B4-BE49-F238E27FC236}">
                <a16:creationId xmlns:a16="http://schemas.microsoft.com/office/drawing/2014/main" id="{61C7F7D5-BDC7-002C-E18F-1DFC4347B84D}"/>
              </a:ext>
            </a:extLst>
          </p:cNvPr>
          <p:cNvCxnSpPr>
            <a:cxnSpLocks/>
          </p:cNvCxnSpPr>
          <p:nvPr/>
        </p:nvCxnSpPr>
        <p:spPr>
          <a:xfrm flipH="1" flipV="1">
            <a:off x="5040284" y="3962280"/>
            <a:ext cx="824907" cy="1973210"/>
          </a:xfrm>
          <a:prstGeom prst="line">
            <a:avLst/>
          </a:prstGeom>
          <a:ln w="57150">
            <a:solidFill>
              <a:srgbClr val="FF9600"/>
            </a:solidFill>
            <a:headEnd type="arrow" w="med" len="med"/>
            <a:tailEnd type="none" w="med" len="med"/>
          </a:ln>
        </p:spPr>
        <p:style>
          <a:lnRef idx="1">
            <a:schemeClr val="accent2"/>
          </a:lnRef>
          <a:fillRef idx="0">
            <a:schemeClr val="accent2"/>
          </a:fillRef>
          <a:effectRef idx="0">
            <a:schemeClr val="accent2"/>
          </a:effectRef>
          <a:fontRef idx="minor">
            <a:schemeClr val="tx1"/>
          </a:fontRef>
        </p:style>
      </p:cxnSp>
      <p:sp>
        <p:nvSpPr>
          <p:cNvPr id="30" name="Textfeld 29">
            <a:extLst>
              <a:ext uri="{FF2B5EF4-FFF2-40B4-BE49-F238E27FC236}">
                <a16:creationId xmlns:a16="http://schemas.microsoft.com/office/drawing/2014/main" id="{8C963E8C-8ADD-F1F9-C9C6-24C8E0679D5F}"/>
              </a:ext>
            </a:extLst>
          </p:cNvPr>
          <p:cNvSpPr txBox="1"/>
          <p:nvPr/>
        </p:nvSpPr>
        <p:spPr>
          <a:xfrm>
            <a:off x="5643441" y="6073943"/>
            <a:ext cx="1175322" cy="461665"/>
          </a:xfrm>
          <a:prstGeom prst="rect">
            <a:avLst/>
          </a:prstGeom>
          <a:noFill/>
        </p:spPr>
        <p:txBody>
          <a:bodyPr wrap="none" rtlCol="0">
            <a:spAutoFit/>
          </a:bodyPr>
          <a:lstStyle/>
          <a:p>
            <a:r>
              <a:rPr lang="de-DE" sz="1200" dirty="0"/>
              <a:t>UML-Sequenz-</a:t>
            </a:r>
            <a:br>
              <a:rPr lang="de-DE" sz="1200" dirty="0"/>
            </a:br>
            <a:r>
              <a:rPr lang="de-DE" sz="1200" dirty="0" err="1"/>
              <a:t>diagramm</a:t>
            </a:r>
            <a:endParaRPr lang="de-DE" sz="1200" dirty="0"/>
          </a:p>
        </p:txBody>
      </p:sp>
    </p:spTree>
    <p:extLst>
      <p:ext uri="{BB962C8B-B14F-4D97-AF65-F5344CB8AC3E}">
        <p14:creationId xmlns:p14="http://schemas.microsoft.com/office/powerpoint/2010/main" val="2312528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hteck 26">
            <a:extLst>
              <a:ext uri="{FF2B5EF4-FFF2-40B4-BE49-F238E27FC236}">
                <a16:creationId xmlns:a16="http://schemas.microsoft.com/office/drawing/2014/main" id="{ADA682CD-7D1C-6CA7-B353-4967F5136108}"/>
              </a:ext>
            </a:extLst>
          </p:cNvPr>
          <p:cNvSpPr/>
          <p:nvPr/>
        </p:nvSpPr>
        <p:spPr>
          <a:xfrm>
            <a:off x="333375" y="1472100"/>
            <a:ext cx="10899926" cy="1652192"/>
          </a:xfrm>
          <a:prstGeom prst="rect">
            <a:avLst/>
          </a:prstGeom>
          <a:solidFill>
            <a:schemeClr val="bg1">
              <a:lumMod val="95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de-DE" sz="1600" b="1" dirty="0">
              <a:solidFill>
                <a:schemeClr val="tx1"/>
              </a:solidFill>
              <a:ea typeface="Calibri"/>
              <a:cs typeface="Calibri"/>
            </a:endParaRPr>
          </a:p>
        </p:txBody>
      </p:sp>
      <p:sp>
        <p:nvSpPr>
          <p:cNvPr id="3" name="Titel 2">
            <a:extLst>
              <a:ext uri="{FF2B5EF4-FFF2-40B4-BE49-F238E27FC236}">
                <a16:creationId xmlns:a16="http://schemas.microsoft.com/office/drawing/2014/main" id="{1309BE78-CB60-7F73-3CE3-0C735B87E10F}"/>
              </a:ext>
            </a:extLst>
          </p:cNvPr>
          <p:cNvSpPr>
            <a:spLocks noGrp="1"/>
          </p:cNvSpPr>
          <p:nvPr>
            <p:ph type="title"/>
          </p:nvPr>
        </p:nvSpPr>
        <p:spPr>
          <a:xfrm>
            <a:off x="333374" y="314926"/>
            <a:ext cx="11688001" cy="900000"/>
          </a:xfrm>
        </p:spPr>
        <p:txBody>
          <a:bodyPr/>
          <a:lstStyle/>
          <a:p>
            <a:r>
              <a:rPr lang="de-DE" dirty="0"/>
              <a:t>Klausurleistung: Präsentation (mit Bonusregelung)</a:t>
            </a:r>
            <a:br>
              <a:rPr lang="de-DE" dirty="0"/>
            </a:br>
            <a:r>
              <a:rPr lang="de-DE" sz="2400" b="0" dirty="0"/>
              <a:t>Vorbereitung von Übungen zu den Einzelthemen</a:t>
            </a:r>
            <a:endParaRPr lang="de-DE" b="0" dirty="0"/>
          </a:p>
        </p:txBody>
      </p:sp>
      <p:sp>
        <p:nvSpPr>
          <p:cNvPr id="18" name="Rechteck 17">
            <a:extLst>
              <a:ext uri="{FF2B5EF4-FFF2-40B4-BE49-F238E27FC236}">
                <a16:creationId xmlns:a16="http://schemas.microsoft.com/office/drawing/2014/main" id="{326AAAC9-8FDE-115E-785E-7D09FC89BDE6}"/>
              </a:ext>
            </a:extLst>
          </p:cNvPr>
          <p:cNvSpPr/>
          <p:nvPr/>
        </p:nvSpPr>
        <p:spPr>
          <a:xfrm>
            <a:off x="333374" y="3187837"/>
            <a:ext cx="3584727" cy="996675"/>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VORSTELLUNG</a:t>
            </a:r>
            <a:br>
              <a:rPr lang="de-DE" sz="2000" b="1" dirty="0"/>
            </a:br>
            <a:r>
              <a:rPr lang="de-DE" dirty="0"/>
              <a:t>Woche 2-4</a:t>
            </a:r>
            <a:r>
              <a:rPr lang="de-DE" sz="1200" dirty="0"/>
              <a:t> </a:t>
            </a:r>
            <a:endParaRPr lang="de-DE" sz="1400" dirty="0"/>
          </a:p>
        </p:txBody>
      </p:sp>
      <p:sp>
        <p:nvSpPr>
          <p:cNvPr id="4" name="Rechteck 3">
            <a:extLst>
              <a:ext uri="{FF2B5EF4-FFF2-40B4-BE49-F238E27FC236}">
                <a16:creationId xmlns:a16="http://schemas.microsoft.com/office/drawing/2014/main" id="{78B927D6-8B09-521B-753D-3128C97606E2}"/>
              </a:ext>
            </a:extLst>
          </p:cNvPr>
          <p:cNvSpPr/>
          <p:nvPr/>
        </p:nvSpPr>
        <p:spPr>
          <a:xfrm>
            <a:off x="333374" y="4238213"/>
            <a:ext cx="3584727" cy="11023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2000" b="1" dirty="0">
                <a:solidFill>
                  <a:schemeClr val="tx1"/>
                </a:solidFill>
              </a:rPr>
              <a:t>Präsentation der </a:t>
            </a:r>
            <a:br>
              <a:rPr lang="de-DE" sz="2000" b="1" dirty="0">
                <a:solidFill>
                  <a:schemeClr val="tx1"/>
                </a:solidFill>
              </a:rPr>
            </a:br>
            <a:r>
              <a:rPr lang="de-DE" sz="2000" b="1" dirty="0">
                <a:solidFill>
                  <a:schemeClr val="tx1"/>
                </a:solidFill>
              </a:rPr>
              <a:t>Einzelthemen</a:t>
            </a:r>
            <a:br>
              <a:rPr lang="de-DE" sz="2000" b="1" dirty="0">
                <a:solidFill>
                  <a:schemeClr val="tx1"/>
                </a:solidFill>
              </a:rPr>
            </a:br>
            <a:r>
              <a:rPr lang="de-DE" sz="1400" b="1" dirty="0">
                <a:solidFill>
                  <a:schemeClr val="tx1"/>
                </a:solidFill>
              </a:rPr>
              <a:t>ca. 30-35 Min (KS)</a:t>
            </a:r>
            <a:br>
              <a:rPr lang="de-DE" sz="1400" b="1" dirty="0">
                <a:solidFill>
                  <a:schemeClr val="tx1"/>
                </a:solidFill>
              </a:rPr>
            </a:br>
            <a:endParaRPr lang="de-DE" sz="1050" dirty="0">
              <a:solidFill>
                <a:schemeClr val="tx1"/>
              </a:solidFill>
            </a:endParaRPr>
          </a:p>
        </p:txBody>
      </p:sp>
      <p:sp>
        <p:nvSpPr>
          <p:cNvPr id="5" name="Rechteck 4">
            <a:extLst>
              <a:ext uri="{FF2B5EF4-FFF2-40B4-BE49-F238E27FC236}">
                <a16:creationId xmlns:a16="http://schemas.microsoft.com/office/drawing/2014/main" id="{B90004CD-B101-5870-8DD0-2BFF3CB685C3}"/>
              </a:ext>
            </a:extLst>
          </p:cNvPr>
          <p:cNvSpPr/>
          <p:nvPr/>
        </p:nvSpPr>
        <p:spPr>
          <a:xfrm>
            <a:off x="333374" y="5394302"/>
            <a:ext cx="3584727" cy="11023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2000" b="1" dirty="0">
                <a:solidFill>
                  <a:schemeClr val="tx1"/>
                </a:solidFill>
              </a:rPr>
              <a:t>Kurze Übungen </a:t>
            </a:r>
            <a:br>
              <a:rPr lang="de-DE" sz="1400" b="1" dirty="0">
                <a:solidFill>
                  <a:schemeClr val="tx1"/>
                </a:solidFill>
              </a:rPr>
            </a:br>
            <a:r>
              <a:rPr lang="de-DE" sz="1400" b="1" dirty="0">
                <a:solidFill>
                  <a:schemeClr val="tx1"/>
                </a:solidFill>
              </a:rPr>
              <a:t>zu den Einzelthemen </a:t>
            </a:r>
            <a:br>
              <a:rPr lang="de-DE" sz="1400" b="1" dirty="0">
                <a:solidFill>
                  <a:schemeClr val="tx1"/>
                </a:solidFill>
              </a:rPr>
            </a:br>
            <a:r>
              <a:rPr lang="de-DE" sz="1400" b="1" dirty="0">
                <a:solidFill>
                  <a:schemeClr val="tx1"/>
                </a:solidFill>
              </a:rPr>
              <a:t>vorbereiten</a:t>
            </a:r>
          </a:p>
          <a:p>
            <a:pPr algn="ctr"/>
            <a:r>
              <a:rPr lang="de-DE" sz="1400" b="1" dirty="0">
                <a:solidFill>
                  <a:schemeClr val="tx1"/>
                </a:solidFill>
              </a:rPr>
              <a:t> ca. 3 x 20 Min (STD)</a:t>
            </a:r>
            <a:br>
              <a:rPr lang="de-DE" sz="1400" b="1" dirty="0">
                <a:solidFill>
                  <a:schemeClr val="tx1"/>
                </a:solidFill>
              </a:rPr>
            </a:br>
            <a:endParaRPr lang="de-DE" sz="1400" b="1" dirty="0">
              <a:solidFill>
                <a:schemeClr val="tx1"/>
              </a:solidFill>
            </a:endParaRPr>
          </a:p>
        </p:txBody>
      </p:sp>
      <p:sp>
        <p:nvSpPr>
          <p:cNvPr id="7" name="Rechteck 6">
            <a:extLst>
              <a:ext uri="{FF2B5EF4-FFF2-40B4-BE49-F238E27FC236}">
                <a16:creationId xmlns:a16="http://schemas.microsoft.com/office/drawing/2014/main" id="{7D4CA617-720E-CA20-F911-B711325C4CEB}"/>
              </a:ext>
            </a:extLst>
          </p:cNvPr>
          <p:cNvSpPr/>
          <p:nvPr/>
        </p:nvSpPr>
        <p:spPr>
          <a:xfrm>
            <a:off x="3990974" y="3187837"/>
            <a:ext cx="3584727" cy="996675"/>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VERTIEFUNG</a:t>
            </a:r>
            <a:br>
              <a:rPr lang="de-DE" sz="2000" b="1" dirty="0"/>
            </a:br>
            <a:r>
              <a:rPr lang="de-DE" dirty="0"/>
              <a:t>Woche 5-7</a:t>
            </a:r>
            <a:r>
              <a:rPr lang="de-DE" sz="1200" dirty="0"/>
              <a:t> </a:t>
            </a:r>
            <a:endParaRPr lang="de-DE" sz="1400" dirty="0"/>
          </a:p>
        </p:txBody>
      </p:sp>
      <p:sp>
        <p:nvSpPr>
          <p:cNvPr id="9" name="Rechteck 8">
            <a:extLst>
              <a:ext uri="{FF2B5EF4-FFF2-40B4-BE49-F238E27FC236}">
                <a16:creationId xmlns:a16="http://schemas.microsoft.com/office/drawing/2014/main" id="{BD38319B-AC7E-300E-60DE-81C498DDE817}"/>
              </a:ext>
            </a:extLst>
          </p:cNvPr>
          <p:cNvSpPr/>
          <p:nvPr/>
        </p:nvSpPr>
        <p:spPr>
          <a:xfrm>
            <a:off x="3990974" y="4238213"/>
            <a:ext cx="3584727" cy="11023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err="1">
                <a:solidFill>
                  <a:schemeClr val="tx1"/>
                </a:solidFill>
              </a:rPr>
              <a:t>Wdh</a:t>
            </a:r>
            <a:r>
              <a:rPr lang="de-DE" sz="2000" b="1" dirty="0">
                <a:solidFill>
                  <a:schemeClr val="tx1"/>
                </a:solidFill>
              </a:rPr>
              <a:t>. der </a:t>
            </a:r>
            <a:br>
              <a:rPr lang="de-DE" sz="2000" b="1" dirty="0">
                <a:solidFill>
                  <a:schemeClr val="tx1"/>
                </a:solidFill>
              </a:rPr>
            </a:br>
            <a:r>
              <a:rPr lang="de-DE" sz="2000" b="1" dirty="0">
                <a:solidFill>
                  <a:schemeClr val="tx1"/>
                </a:solidFill>
              </a:rPr>
              <a:t>Einzelthemen</a:t>
            </a:r>
            <a:br>
              <a:rPr lang="de-DE" sz="1400" b="1" dirty="0">
                <a:solidFill>
                  <a:schemeClr val="tx1"/>
                </a:solidFill>
              </a:rPr>
            </a:br>
            <a:r>
              <a:rPr lang="de-DE" sz="1400" b="1" dirty="0">
                <a:solidFill>
                  <a:schemeClr val="tx1"/>
                </a:solidFill>
              </a:rPr>
              <a:t>ca. 10 Min (KS)</a:t>
            </a:r>
            <a:br>
              <a:rPr lang="de-DE" sz="1400" b="1" dirty="0">
                <a:solidFill>
                  <a:schemeClr val="tx1"/>
                </a:solidFill>
              </a:rPr>
            </a:br>
            <a:endParaRPr lang="de-DE" sz="1050" dirty="0">
              <a:solidFill>
                <a:schemeClr val="tx1"/>
              </a:solidFill>
            </a:endParaRPr>
          </a:p>
        </p:txBody>
      </p:sp>
      <p:sp>
        <p:nvSpPr>
          <p:cNvPr id="11" name="Rechteck 10">
            <a:extLst>
              <a:ext uri="{FF2B5EF4-FFF2-40B4-BE49-F238E27FC236}">
                <a16:creationId xmlns:a16="http://schemas.microsoft.com/office/drawing/2014/main" id="{5053F1E9-A757-6E5F-C250-67D0FC040ACB}"/>
              </a:ext>
            </a:extLst>
          </p:cNvPr>
          <p:cNvSpPr/>
          <p:nvPr/>
        </p:nvSpPr>
        <p:spPr>
          <a:xfrm>
            <a:off x="3990974" y="5394302"/>
            <a:ext cx="3584727" cy="110238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solidFill>
                  <a:schemeClr val="tx1"/>
                </a:solidFill>
              </a:rPr>
              <a:t>Längere Übungen </a:t>
            </a:r>
            <a:br>
              <a:rPr lang="de-DE" sz="1400" b="1" dirty="0">
                <a:solidFill>
                  <a:schemeClr val="tx1"/>
                </a:solidFill>
              </a:rPr>
            </a:br>
            <a:r>
              <a:rPr lang="de-DE" sz="1400" b="1" dirty="0">
                <a:solidFill>
                  <a:schemeClr val="tx1"/>
                </a:solidFill>
              </a:rPr>
              <a:t>zu den Einzelthemen </a:t>
            </a:r>
            <a:br>
              <a:rPr lang="de-DE" sz="1400" b="1" dirty="0">
                <a:solidFill>
                  <a:schemeClr val="tx1"/>
                </a:solidFill>
              </a:rPr>
            </a:br>
            <a:r>
              <a:rPr lang="de-DE" sz="1400" b="1" dirty="0">
                <a:solidFill>
                  <a:schemeClr val="tx1"/>
                </a:solidFill>
              </a:rPr>
              <a:t>vorbereiten</a:t>
            </a:r>
          </a:p>
          <a:p>
            <a:pPr algn="ctr"/>
            <a:r>
              <a:rPr lang="de-DE" sz="1400" b="1" dirty="0">
                <a:solidFill>
                  <a:schemeClr val="tx1"/>
                </a:solidFill>
              </a:rPr>
              <a:t> ca. 3 x 30 Min (STD)</a:t>
            </a:r>
            <a:endParaRPr lang="de-DE" sz="1050" dirty="0">
              <a:solidFill>
                <a:schemeClr val="tx1"/>
              </a:solidFill>
            </a:endParaRPr>
          </a:p>
        </p:txBody>
      </p:sp>
      <p:sp>
        <p:nvSpPr>
          <p:cNvPr id="12" name="Rechteck 11">
            <a:extLst>
              <a:ext uri="{FF2B5EF4-FFF2-40B4-BE49-F238E27FC236}">
                <a16:creationId xmlns:a16="http://schemas.microsoft.com/office/drawing/2014/main" id="{BC09D6B7-60EC-807F-F665-B9227173410D}"/>
              </a:ext>
            </a:extLst>
          </p:cNvPr>
          <p:cNvSpPr/>
          <p:nvPr/>
        </p:nvSpPr>
        <p:spPr>
          <a:xfrm>
            <a:off x="7648574" y="3187837"/>
            <a:ext cx="3584727" cy="996675"/>
          </a:xfrm>
          <a:prstGeom prst="rect">
            <a:avLst/>
          </a:prstGeom>
          <a:solidFill>
            <a:srgbClr val="2540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b="1" dirty="0"/>
              <a:t>Projektarbeit</a:t>
            </a:r>
            <a:br>
              <a:rPr lang="de-DE" sz="2000" b="1" dirty="0"/>
            </a:br>
            <a:r>
              <a:rPr lang="de-DE" dirty="0"/>
              <a:t>Woche 7-8</a:t>
            </a:r>
            <a:r>
              <a:rPr lang="de-DE" sz="1200" dirty="0"/>
              <a:t> </a:t>
            </a:r>
            <a:endParaRPr lang="de-DE" sz="1400" dirty="0"/>
          </a:p>
        </p:txBody>
      </p:sp>
      <p:sp>
        <p:nvSpPr>
          <p:cNvPr id="13" name="Rechteck 12">
            <a:extLst>
              <a:ext uri="{FF2B5EF4-FFF2-40B4-BE49-F238E27FC236}">
                <a16:creationId xmlns:a16="http://schemas.microsoft.com/office/drawing/2014/main" id="{C189871A-4827-67D6-7827-3DC0F443DE87}"/>
              </a:ext>
            </a:extLst>
          </p:cNvPr>
          <p:cNvSpPr/>
          <p:nvPr/>
        </p:nvSpPr>
        <p:spPr>
          <a:xfrm>
            <a:off x="7648574" y="4238212"/>
            <a:ext cx="3584727" cy="2258477"/>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50" dirty="0"/>
          </a:p>
        </p:txBody>
      </p:sp>
      <p:sp>
        <p:nvSpPr>
          <p:cNvPr id="17" name="Inhaltsplatzhalter 1">
            <a:extLst>
              <a:ext uri="{FF2B5EF4-FFF2-40B4-BE49-F238E27FC236}">
                <a16:creationId xmlns:a16="http://schemas.microsoft.com/office/drawing/2014/main" id="{BB24D943-0143-685D-177E-C2B6BFA2D931}"/>
              </a:ext>
            </a:extLst>
          </p:cNvPr>
          <p:cNvSpPr txBox="1">
            <a:spLocks/>
          </p:cNvSpPr>
          <p:nvPr/>
        </p:nvSpPr>
        <p:spPr>
          <a:xfrm>
            <a:off x="7797874" y="4445198"/>
            <a:ext cx="3286125" cy="1844504"/>
          </a:xfrm>
          <a:prstGeom prst="rect">
            <a:avLst/>
          </a:prstGeom>
          <a:noFill/>
        </p:spPr>
        <p:txBody>
          <a:bodyPr vert="horz" lIns="0" tIns="0" rIns="0" bIns="0" rtlCol="0">
            <a:noAutofit/>
          </a:bodyPr>
          <a:lst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600" b="1" dirty="0">
                <a:solidFill>
                  <a:schemeClr val="bg1"/>
                </a:solidFill>
              </a:rPr>
              <a:t>Modellierungsaufgabe </a:t>
            </a:r>
            <a:br>
              <a:rPr lang="de-DE" sz="1600" b="1" dirty="0">
                <a:solidFill>
                  <a:schemeClr val="bg1"/>
                </a:solidFill>
              </a:rPr>
            </a:br>
            <a:r>
              <a:rPr lang="de-DE" sz="1600" b="1" dirty="0">
                <a:solidFill>
                  <a:schemeClr val="bg1"/>
                </a:solidFill>
              </a:rPr>
              <a:t>wird gestellt. </a:t>
            </a:r>
          </a:p>
          <a:p>
            <a:pPr marL="0" indent="0">
              <a:buNone/>
            </a:pPr>
            <a:r>
              <a:rPr lang="de-DE" sz="1600" b="1" dirty="0">
                <a:solidFill>
                  <a:schemeClr val="bg1"/>
                </a:solidFill>
              </a:rPr>
              <a:t>Zusammenspiel der behandelten Themen in einem realen Projekt</a:t>
            </a:r>
          </a:p>
          <a:p>
            <a:pPr marL="0" indent="0">
              <a:buNone/>
            </a:pPr>
            <a:r>
              <a:rPr lang="de-DE" sz="1600" b="1" dirty="0">
                <a:solidFill>
                  <a:schemeClr val="bg1"/>
                </a:solidFill>
              </a:rPr>
              <a:t>Bei vollständiger Modellierung des Projekts &gt; Bonusregelung (0,3 Notenpunkt)</a:t>
            </a:r>
            <a:endParaRPr lang="de-DE" sz="1600" dirty="0">
              <a:solidFill>
                <a:schemeClr val="bg1"/>
              </a:solidFill>
            </a:endParaRPr>
          </a:p>
        </p:txBody>
      </p:sp>
      <p:sp>
        <p:nvSpPr>
          <p:cNvPr id="21" name="Inhaltsplatzhalter 1">
            <a:extLst>
              <a:ext uri="{FF2B5EF4-FFF2-40B4-BE49-F238E27FC236}">
                <a16:creationId xmlns:a16="http://schemas.microsoft.com/office/drawing/2014/main" id="{A3779540-252B-5931-5D8A-136E650688CF}"/>
              </a:ext>
            </a:extLst>
          </p:cNvPr>
          <p:cNvSpPr txBox="1">
            <a:spLocks/>
          </p:cNvSpPr>
          <p:nvPr/>
        </p:nvSpPr>
        <p:spPr>
          <a:xfrm>
            <a:off x="496961" y="1618809"/>
            <a:ext cx="7078740" cy="1358773"/>
          </a:xfrm>
          <a:prstGeom prst="rect">
            <a:avLst/>
          </a:prstGeom>
          <a:noFill/>
          <a:ln>
            <a:noFill/>
          </a:ln>
        </p:spPr>
        <p:txBody>
          <a:bodyPr vert="horz" lIns="0" tIns="0" rIns="0" bIns="0" rtlCol="0">
            <a:noAutofit/>
          </a:bodyPr>
          <a:lstStyle>
            <a:lvl1pPr marL="342900" indent="-342900" algn="l" defTabSz="914400" rtl="0" eaLnBrk="1" latinLnBrk="0" hangingPunct="1">
              <a:lnSpc>
                <a:spcPct val="100000"/>
              </a:lnSpc>
              <a:spcBef>
                <a:spcPts val="0"/>
              </a:spcBef>
              <a:spcAft>
                <a:spcPts val="1000"/>
              </a:spcAft>
              <a:buClr>
                <a:schemeClr val="accent1"/>
              </a:buClr>
              <a:buSzPct val="100000"/>
              <a:buFont typeface="Wingdings" panose="05000000000000000000" pitchFamily="2" charset="2"/>
              <a:buChar char="§"/>
              <a:defRPr sz="2200" kern="1200">
                <a:solidFill>
                  <a:schemeClr val="tx1"/>
                </a:solidFill>
                <a:latin typeface="+mj-lt"/>
                <a:ea typeface="+mn-ea"/>
                <a:cs typeface="+mn-cs"/>
              </a:defRPr>
            </a:lvl1pPr>
            <a:lvl2pPr marL="630000" indent="-288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a:solidFill>
                  <a:schemeClr val="tx1"/>
                </a:solidFill>
                <a:latin typeface="+mj-lt"/>
                <a:ea typeface="+mn-ea"/>
                <a:cs typeface="+mn-cs"/>
              </a:defRPr>
            </a:lvl2pPr>
            <a:lvl3pPr marL="846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3pPr>
            <a:lvl4pPr marL="1062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4pPr>
            <a:lvl5pPr marL="1278000" indent="-2160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a:solidFill>
                  <a:schemeClr val="tx1"/>
                </a:solidFill>
                <a:latin typeface="+mj-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de-DE" sz="1400" b="1" dirty="0"/>
              <a:t>Erstellen Sie in 2-3er Gruppen zu den behandelten Einzelthemen</a:t>
            </a:r>
          </a:p>
          <a:p>
            <a:r>
              <a:rPr lang="de-DE" sz="1200" dirty="0"/>
              <a:t>Präsentation der Einzelthemen (</a:t>
            </a:r>
            <a:r>
              <a:rPr lang="de-DE" sz="1200" b="1" dirty="0">
                <a:solidFill>
                  <a:srgbClr val="00B050"/>
                </a:solidFill>
              </a:rPr>
              <a:t>DOZ</a:t>
            </a:r>
            <a:r>
              <a:rPr lang="de-DE" sz="1200" dirty="0"/>
              <a:t>)</a:t>
            </a:r>
          </a:p>
          <a:p>
            <a:r>
              <a:rPr lang="de-DE" sz="1200" dirty="0"/>
              <a:t>Präsentationen werden bereit gestellt</a:t>
            </a:r>
          </a:p>
          <a:p>
            <a:r>
              <a:rPr lang="de-DE" sz="1200" dirty="0"/>
              <a:t>Vorbereitung kurzer Übungen zu den Einzelthemen Inkl. Musterlösung und Betreuung der Gruppen während der Übung (</a:t>
            </a:r>
            <a:r>
              <a:rPr lang="de-DE" sz="1200" b="1" dirty="0">
                <a:solidFill>
                  <a:srgbClr val="00B050"/>
                </a:solidFill>
              </a:rPr>
              <a:t>STUD</a:t>
            </a:r>
            <a:r>
              <a:rPr lang="de-DE" sz="1200" dirty="0"/>
              <a:t>)</a:t>
            </a:r>
          </a:p>
        </p:txBody>
      </p:sp>
      <p:sp>
        <p:nvSpPr>
          <p:cNvPr id="25" name="Pfeil: Fünfeck 24">
            <a:extLst>
              <a:ext uri="{FF2B5EF4-FFF2-40B4-BE49-F238E27FC236}">
                <a16:creationId xmlns:a16="http://schemas.microsoft.com/office/drawing/2014/main" id="{B1B3B894-D7BB-36EA-914F-BD8679A91457}"/>
              </a:ext>
            </a:extLst>
          </p:cNvPr>
          <p:cNvSpPr/>
          <p:nvPr/>
        </p:nvSpPr>
        <p:spPr>
          <a:xfrm rot="5400000">
            <a:off x="9894149" y="3690019"/>
            <a:ext cx="1704976" cy="680925"/>
          </a:xfrm>
          <a:prstGeom prst="homePlate">
            <a:avLst>
              <a:gd name="adj" fmla="val 27619"/>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BONUSRELEGUNG</a:t>
            </a:r>
          </a:p>
        </p:txBody>
      </p:sp>
    </p:spTree>
    <p:extLst>
      <p:ext uri="{BB962C8B-B14F-4D97-AF65-F5344CB8AC3E}">
        <p14:creationId xmlns:p14="http://schemas.microsoft.com/office/powerpoint/2010/main" val="29460862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vJr_Tu69ToKPPD9J0huL5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8h.5rTCQrS_E1UrcstPz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7F284FB0-A6D7-41EF-A3D0-E53309018530}"/>
    </a:ext>
  </a:extLst>
</a:theme>
</file>

<file path=ppt/theme/theme2.xml><?xml version="1.0" encoding="utf-8"?>
<a:theme xmlns:a="http://schemas.openxmlformats.org/drawingml/2006/main" name="Integral Lehre (mit Quellenachweis)">
  <a:themeElements>
    <a:clrScheme name="HSBA">
      <a:dk1>
        <a:srgbClr val="002C58"/>
      </a:dk1>
      <a:lt1>
        <a:srgbClr val="FFFFFF"/>
      </a:lt1>
      <a:dk2>
        <a:srgbClr val="212121"/>
      </a:dk2>
      <a:lt2>
        <a:srgbClr val="DEE8F2"/>
      </a:lt2>
      <a:accent1>
        <a:srgbClr val="002C58"/>
      </a:accent1>
      <a:accent2>
        <a:srgbClr val="548ECB"/>
      </a:accent2>
      <a:accent3>
        <a:srgbClr val="F08300"/>
      </a:accent3>
      <a:accent4>
        <a:srgbClr val="AF1B3F"/>
      </a:accent4>
      <a:accent5>
        <a:srgbClr val="09BC8A"/>
      </a:accent5>
      <a:accent6>
        <a:srgbClr val="002C58"/>
      </a:accent6>
      <a:hlink>
        <a:srgbClr val="548ECB"/>
      </a:hlink>
      <a:folHlink>
        <a:srgbClr val="548ECB"/>
      </a:folHlink>
    </a:clrScheme>
    <a:fontScheme name="Titillium Web">
      <a:majorFont>
        <a:latin typeface="Titillium Web"/>
        <a:ea typeface=""/>
        <a:cs typeface=""/>
      </a:majorFont>
      <a:minorFont>
        <a:latin typeface="Titillium Web"/>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marL="285750" indent="-285750">
          <a:buFont typeface="Wingdings" panose="05000000000000000000" pitchFamily="2" charset="2"/>
          <a:buChar char="§"/>
          <a:defRPr sz="1400" dirty="0"/>
        </a:defPPr>
      </a:lstStyle>
    </a:txDef>
  </a:objectDefaults>
  <a:extraClrSchemeLst/>
  <a:extLst>
    <a:ext uri="{05A4C25C-085E-4340-85A3-A5531E510DB2}">
      <thm15:themeFamily xmlns:thm15="http://schemas.microsoft.com/office/thememl/2012/main" name="HSBA Folienmastervorlage.pptx" id="{2B5C9867-329B-4E55-866A-BA8B7D374CB3}" vid="{92C0EEF3-0EC4-48CF-8E4E-134DA39DFD5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54D4A0A58BB96343933857DE26A0C561" ma:contentTypeVersion="3" ma:contentTypeDescription="Ein neues Dokument erstellen." ma:contentTypeScope="" ma:versionID="1b8593134bf9cdc0eb77565b2cf96b29">
  <xsd:schema xmlns:xsd="http://www.w3.org/2001/XMLSchema" xmlns:xs="http://www.w3.org/2001/XMLSchema" xmlns:p="http://schemas.microsoft.com/office/2006/metadata/properties" xmlns:ns2="16183c5d-4bb5-4dd9-861a-fea4b0b788ce" targetNamespace="http://schemas.microsoft.com/office/2006/metadata/properties" ma:root="true" ma:fieldsID="dc889b0469077f19db5a2669d78630b4" ns2:_="">
    <xsd:import namespace="16183c5d-4bb5-4dd9-861a-fea4b0b788c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183c5d-4bb5-4dd9-861a-fea4b0b788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04F7CC-3498-40D8-8AFC-59EBFD5CE710}"/>
</file>

<file path=customXml/itemProps2.xml><?xml version="1.0" encoding="utf-8"?>
<ds:datastoreItem xmlns:ds="http://schemas.openxmlformats.org/officeDocument/2006/customXml" ds:itemID="{5B4EE790-06CB-47E0-AC92-F4CECFDEE4F7}">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infopath/2007/PartnerControls"/>
    <ds:schemaRef ds:uri="46b1d6da-b66f-4d0a-857b-f03e41d5a80d"/>
    <ds:schemaRef ds:uri="6f9b0b37-1df7-4f3a-9e96-73e075d24493"/>
    <ds:schemaRef ds:uri="http://schemas.microsoft.com/office/2006/metadata/properties"/>
    <ds:schemaRef ds:uri="http://www.w3.org/XML/1998/namespace"/>
    <ds:schemaRef ds:uri="43d6076c-ee84-46c7-82a9-82fe684b47c4"/>
    <ds:schemaRef ds:uri="0d8f828d-5cf2-4278-b77f-3444bd0ec885"/>
  </ds:schemaRefs>
</ds:datastoreItem>
</file>

<file path=customXml/itemProps3.xml><?xml version="1.0" encoding="utf-8"?>
<ds:datastoreItem xmlns:ds="http://schemas.openxmlformats.org/officeDocument/2006/customXml" ds:itemID="{37AC0D6E-39C2-4D65-9684-651AA42911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HSBA Folienmastervorlage (5)</Template>
  <TotalTime>0</TotalTime>
  <Words>250</Words>
  <Application>Microsoft Office PowerPoint</Application>
  <PresentationFormat>Breitbild</PresentationFormat>
  <Paragraphs>57</Paragraphs>
  <Slides>3</Slides>
  <Notes>1</Notes>
  <HiddenSlides>0</HiddenSlides>
  <MMClips>0</MMClips>
  <ScaleCrop>false</ScaleCrop>
  <HeadingPairs>
    <vt:vector size="8" baseType="variant">
      <vt:variant>
        <vt:lpstr>Verwendete Schriftarten</vt:lpstr>
      </vt:variant>
      <vt:variant>
        <vt:i4>6</vt:i4>
      </vt:variant>
      <vt:variant>
        <vt:lpstr>Design</vt:lpstr>
      </vt:variant>
      <vt:variant>
        <vt:i4>2</vt:i4>
      </vt:variant>
      <vt:variant>
        <vt:lpstr>Eingebettete OLE-Server</vt:lpstr>
      </vt:variant>
      <vt:variant>
        <vt:i4>1</vt:i4>
      </vt:variant>
      <vt:variant>
        <vt:lpstr>Folientitel</vt:lpstr>
      </vt:variant>
      <vt:variant>
        <vt:i4>3</vt:i4>
      </vt:variant>
    </vt:vector>
  </HeadingPairs>
  <TitlesOfParts>
    <vt:vector size="12" baseType="lpstr">
      <vt:lpstr>Wingdings 3</vt:lpstr>
      <vt:lpstr>Titillium Web</vt:lpstr>
      <vt:lpstr>TitilliumText25L</vt:lpstr>
      <vt:lpstr>Arial</vt:lpstr>
      <vt:lpstr>Calibri</vt:lpstr>
      <vt:lpstr>Wingdings</vt:lpstr>
      <vt:lpstr>Integral</vt:lpstr>
      <vt:lpstr>Integral Lehre (mit Quellenachweis)</vt:lpstr>
      <vt:lpstr>think-cell Slide</vt:lpstr>
      <vt:lpstr>Einzelthemen im Überblick (Werkzeugkasten)</vt:lpstr>
      <vt:lpstr>Behandelte Modellierungsprachen</vt:lpstr>
      <vt:lpstr>Klausurleistung: Präsentation (mit Bonusregelung) Vorbereitung von Übungen zu den Einzelthemen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Kamyar Sarshar</dc:creator>
  <cp:lastModifiedBy>Kamyar Sarshar</cp:lastModifiedBy>
  <cp:revision>46</cp:revision>
  <cp:lastPrinted>2018-12-21T13:35:12Z</cp:lastPrinted>
  <dcterms:created xsi:type="dcterms:W3CDTF">2026-07-16T07:13:15Z</dcterms:created>
  <dcterms:modified xsi:type="dcterms:W3CDTF">2026-07-26T18:08:42Z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0x01010054D4A0A58BB96343933857DE26A0C561</vt:lpwstr>
  </property>
  <property fmtid="{D5CDD505-2E9C-101B-9397-08002B2CF9AE}" pid="3" name="Order">
    <vt:r8>133019900</vt:r8>
  </property>
  <property fmtid="{D5CDD505-2E9C-101B-9397-08002B2CF9AE}" pid="4" name="_dlc_DocIdItemGuid">
    <vt:lpwstr>d8fa4255-351a-40f9-a9c3-60096afe2e9d</vt:lpwstr>
  </property>
  <property fmtid="{D5CDD505-2E9C-101B-9397-08002B2CF9AE}" pid="5" name="MediaServiceImageTags">
    <vt:lpwstr/>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Der Folienmaster definiert wichtige Gestaltungselemente wie das Layout, Farben, Schriftarten, Logos und Platzhalter für Texte und Bilder. Dadurch wird vermieden, dass einzelne Folien unterschiedlich aussehen, und es spart gleichzeitig Zeit, da die Formatierung automatisch angewendet wird.</vt:lpwstr>
  </property>
  <property fmtid="{D5CDD505-2E9C-101B-9397-08002B2CF9AE}" pid="13" name="TriggerFlowInfo">
    <vt:lpwstr/>
  </property>
</Properties>
</file>