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695" r:id="rId5"/>
  </p:sldMasterIdLst>
  <p:notesMasterIdLst>
    <p:notesMasterId r:id="rId11"/>
  </p:notesMasterIdLst>
  <p:handoutMasterIdLst>
    <p:handoutMasterId r:id="rId12"/>
  </p:handoutMasterIdLst>
  <p:sldIdLst>
    <p:sldId id="448" r:id="rId6"/>
    <p:sldId id="445" r:id="rId7"/>
    <p:sldId id="446" r:id="rId8"/>
    <p:sldId id="450" r:id="rId9"/>
    <p:sldId id="451" r:id="rId10"/>
  </p:sldIdLst>
  <p:sldSz cx="12192000" cy="6858000"/>
  <p:notesSz cx="6797675" cy="9928225"/>
  <p:embeddedFontLst>
    <p:embeddedFont>
      <p:font typeface="Titillium Web" panose="00000500000000000000" pitchFamily="2" charset="0"/>
      <p:regular r:id="rId13"/>
      <p:bold r:id="rId14"/>
      <p:italic r:id="rId15"/>
      <p:boldItalic r:id="rId16"/>
    </p:embeddedFont>
    <p:embeddedFont>
      <p:font typeface="TitilliumText25L" panose="020B0604020202020204" charset="0"/>
      <p:regular r:id="rId17"/>
      <p:bold r:id="rId18"/>
    </p:embeddedFont>
    <p:embeddedFont>
      <p:font typeface="Wingdings 3" panose="05040102010807070707" pitchFamily="18" charset="2"/>
      <p:regular r:id="rId19"/>
    </p:embeddedFont>
  </p:embeddedFontLst>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halt" id="{73D33112-1D5A-4DB3-98C0-9366422F57C2}">
          <p14:sldIdLst>
            <p14:sldId id="448"/>
            <p14:sldId id="445"/>
            <p14:sldId id="446"/>
            <p14:sldId id="450"/>
            <p14:sldId id="45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cus Bräunig" initials="MB" lastIdx="1" clrIdx="0">
    <p:extLst>
      <p:ext uri="{19B8F6BF-5375-455C-9EA6-DF929625EA0E}">
        <p15:presenceInfo xmlns:p15="http://schemas.microsoft.com/office/powerpoint/2012/main" userId="Marcus Bräuni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4061"/>
    <a:srgbClr val="FF9600"/>
    <a:srgbClr val="012656"/>
    <a:srgbClr val="548ECB"/>
    <a:srgbClr val="4472C4"/>
    <a:srgbClr val="405C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09" autoAdjust="0"/>
    <p:restoredTop sz="94743" autoAdjust="0"/>
  </p:normalViewPr>
  <p:slideViewPr>
    <p:cSldViewPr snapToGrid="0">
      <p:cViewPr varScale="1">
        <p:scale>
          <a:sx n="107" d="100"/>
          <a:sy n="107" d="100"/>
        </p:scale>
        <p:origin x="1128" y="10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13" d="100"/>
          <a:sy n="113" d="100"/>
        </p:scale>
        <p:origin x="52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font2.fntdata"/><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dirty="0">
              <a:latin typeface="TitilliumText25L" panose="02000000000000000000" pitchFamily="50" charset="0"/>
            </a:endParaRPr>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19194331-4FA0-4800-A181-4782E50297E6}" type="datetimeFigureOut">
              <a:rPr lang="en-US" smtClean="0">
                <a:latin typeface="TitilliumText25L" panose="02000000000000000000" pitchFamily="50" charset="0"/>
              </a:rPr>
              <a:t>7/26/2026</a:t>
            </a:fld>
            <a:endParaRPr lang="en-US" dirty="0">
              <a:latin typeface="TitilliumText25L" panose="02000000000000000000" pitchFamily="50" charset="0"/>
            </a:endParaRPr>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dirty="0">
              <a:latin typeface="TitilliumText25L" panose="02000000000000000000" pitchFamily="50" charset="0"/>
            </a:endParaRPr>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98FD8BD7-889E-4B52-9FD0-E04AB5DD7A7F}" type="slidenum">
              <a:rPr lang="en-US" smtClean="0">
                <a:latin typeface="TitilliumText25L" panose="02000000000000000000" pitchFamily="50" charset="0"/>
              </a:rPr>
              <a:t>‹Nr.›</a:t>
            </a:fld>
            <a:endParaRPr lang="en-US" dirty="0">
              <a:latin typeface="TitilliumText25L" panose="02000000000000000000" pitchFamily="50" charset="0"/>
            </a:endParaRPr>
          </a:p>
        </p:txBody>
      </p:sp>
    </p:spTree>
    <p:extLst>
      <p:ext uri="{BB962C8B-B14F-4D97-AF65-F5344CB8AC3E}">
        <p14:creationId xmlns:p14="http://schemas.microsoft.com/office/powerpoint/2010/main" val="1203080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atin typeface="TitilliumText25L" panose="02000000000000000000" pitchFamily="50" charset="0"/>
              </a:defRPr>
            </a:lvl1pPr>
          </a:lstStyle>
          <a:p>
            <a:endParaRPr lang="en-US" dirty="0"/>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atin typeface="TitilliumText25L" panose="02000000000000000000" pitchFamily="50" charset="0"/>
              </a:defRPr>
            </a:lvl1pPr>
          </a:lstStyle>
          <a:p>
            <a:fld id="{7F1A7734-EBA1-4FEE-BC1D-270600FA870E}" type="datetimeFigureOut">
              <a:rPr lang="en-US" smtClean="0"/>
              <a:pPr/>
              <a:t>7/26/2026</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atin typeface="TitilliumText25L" panose="02000000000000000000" pitchFamily="50" charset="0"/>
              </a:defRPr>
            </a:lvl1pPr>
          </a:lstStyle>
          <a:p>
            <a:endParaRPr lang="en-US" dirty="0"/>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atin typeface="TitilliumText25L" panose="02000000000000000000" pitchFamily="50" charset="0"/>
              </a:defRPr>
            </a:lvl1pPr>
          </a:lstStyle>
          <a:p>
            <a:fld id="{FF3E3E09-7F06-4A43-A984-22A0452AED80}" type="slidenum">
              <a:rPr lang="en-US" smtClean="0"/>
              <a:pPr/>
              <a:t>‹Nr.›</a:t>
            </a:fld>
            <a:endParaRPr lang="en-US" dirty="0"/>
          </a:p>
        </p:txBody>
      </p:sp>
    </p:spTree>
    <p:extLst>
      <p:ext uri="{BB962C8B-B14F-4D97-AF65-F5344CB8AC3E}">
        <p14:creationId xmlns:p14="http://schemas.microsoft.com/office/powerpoint/2010/main" val="2257768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tilliumText25L" panose="02000000000000000000" pitchFamily="50" charset="0"/>
        <a:ea typeface="+mn-ea"/>
        <a:cs typeface="+mn-cs"/>
      </a:defRPr>
    </a:lvl1pPr>
    <a:lvl2pPr marL="457200" algn="l" defTabSz="914400" rtl="0" eaLnBrk="1" latinLnBrk="0" hangingPunct="1">
      <a:defRPr sz="1200" kern="1200">
        <a:solidFill>
          <a:schemeClr val="tx1"/>
        </a:solidFill>
        <a:latin typeface="TitilliumText25L" panose="02000000000000000000" pitchFamily="50" charset="0"/>
        <a:ea typeface="+mn-ea"/>
        <a:cs typeface="+mn-cs"/>
      </a:defRPr>
    </a:lvl2pPr>
    <a:lvl3pPr marL="914400" algn="l" defTabSz="914400" rtl="0" eaLnBrk="1" latinLnBrk="0" hangingPunct="1">
      <a:defRPr sz="1200" kern="1200">
        <a:solidFill>
          <a:schemeClr val="tx1"/>
        </a:solidFill>
        <a:latin typeface="TitilliumText25L" panose="02000000000000000000" pitchFamily="50" charset="0"/>
        <a:ea typeface="+mn-ea"/>
        <a:cs typeface="+mn-cs"/>
      </a:defRPr>
    </a:lvl3pPr>
    <a:lvl4pPr marL="1371600" algn="l" defTabSz="914400" rtl="0" eaLnBrk="1" latinLnBrk="0" hangingPunct="1">
      <a:defRPr sz="1200" kern="1200">
        <a:solidFill>
          <a:schemeClr val="tx1"/>
        </a:solidFill>
        <a:latin typeface="TitilliumText25L" panose="02000000000000000000" pitchFamily="50" charset="0"/>
        <a:ea typeface="+mn-ea"/>
        <a:cs typeface="+mn-cs"/>
      </a:defRPr>
    </a:lvl4pPr>
    <a:lvl5pPr marL="1828800" algn="l" defTabSz="914400" rtl="0" eaLnBrk="1" latinLnBrk="0" hangingPunct="1">
      <a:defRPr sz="1200" kern="1200">
        <a:solidFill>
          <a:schemeClr val="tx1"/>
        </a:solidFill>
        <a:latin typeface="TitilliumText25L" panose="020000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5.svg"/><Relationship Id="rId5" Type="http://schemas.openxmlformats.org/officeDocument/2006/relationships/image" Target="../media/image3.svg"/><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3.svg"/><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5" Type="http://schemas.openxmlformats.org/officeDocument/2006/relationships/image" Target="../media/image4.svg"/><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Version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3886200"/>
            <a:ext cx="12192000" cy="2971800"/>
          </a:xfrm>
          <a:prstGeom prst="rect">
            <a:avLst/>
          </a:prstGeom>
        </p:spPr>
        <p:txBody>
          <a:bodyPr anchor="ctr">
            <a:noAutofit/>
          </a:bodyPr>
          <a:lstStyle>
            <a:lvl1pPr algn="ctr">
              <a:defRPr sz="9000" spc="200" baseline="0">
                <a:solidFill>
                  <a:schemeClr val="bg1"/>
                </a:solidFill>
                <a:latin typeface="+mj-lt"/>
              </a:defRPr>
            </a:lvl1pPr>
          </a:lstStyle>
          <a:p>
            <a:r>
              <a:rPr lang="de-DE" dirty="0"/>
              <a:t>Titel</a:t>
            </a:r>
            <a:endParaRPr lang="en-US" dirty="0"/>
          </a:p>
        </p:txBody>
      </p:sp>
      <p:pic>
        <p:nvPicPr>
          <p:cNvPr id="4" name="Grafik 3">
            <a:extLst>
              <a:ext uri="{FF2B5EF4-FFF2-40B4-BE49-F238E27FC236}">
                <a16:creationId xmlns:a16="http://schemas.microsoft.com/office/drawing/2014/main" id="{E87AA66C-9778-81A6-F53B-931BBBFD960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27744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sion 2)">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4845837"/>
            <a:ext cx="7772400" cy="1463040"/>
          </a:xfrm>
          <a:prstGeom prst="rect">
            <a:avLst/>
          </a:prstGeom>
        </p:spPr>
        <p:txBody>
          <a:bodyPr lIns="90000" rIns="90000" anchor="ctr">
            <a:noAutofit/>
          </a:bodyPr>
          <a:lstStyle>
            <a:lvl1pPr algn="r">
              <a:defRPr sz="5000" b="1" spc="0" baseline="0">
                <a:solidFill>
                  <a:schemeClr val="tx1"/>
                </a:solidFill>
                <a:latin typeface="+mj-lt"/>
              </a:defRPr>
            </a:lvl1pPr>
          </a:lstStyle>
          <a:p>
            <a:r>
              <a:rPr lang="de-DE" dirty="0"/>
              <a:t>Titel</a:t>
            </a:r>
            <a:endParaRPr lang="en-US" dirty="0"/>
          </a:p>
        </p:txBody>
      </p:sp>
      <p:sp>
        <p:nvSpPr>
          <p:cNvPr id="3" name="Subtitle 2"/>
          <p:cNvSpPr>
            <a:spLocks noGrp="1"/>
          </p:cNvSpPr>
          <p:nvPr>
            <p:ph type="subTitle" idx="1" hasCustomPrompt="1"/>
          </p:nvPr>
        </p:nvSpPr>
        <p:spPr>
          <a:xfrm>
            <a:off x="8610600" y="4845837"/>
            <a:ext cx="3200400" cy="1463040"/>
          </a:xfrm>
          <a:prstGeom prst="rect">
            <a:avLst/>
          </a:prstGeom>
        </p:spPr>
        <p:txBody>
          <a:bodyPr lIns="91440" rIns="91440" anchor="ctr">
            <a:noAutofit/>
          </a:bodyPr>
          <a:lstStyle>
            <a:lvl1pPr marL="0" indent="0" algn="l">
              <a:lnSpc>
                <a:spcPct val="100000"/>
              </a:lnSpc>
              <a:spcBef>
                <a:spcPts val="0"/>
              </a:spcBef>
              <a:buNone/>
              <a:defRPr sz="1800">
                <a:solidFill>
                  <a:schemeClr val="tx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Untertitel</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2B1EAEB1-6678-AAAD-058B-1C127308C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82651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5662"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Bildplatzhalter 2">
            <a:extLst>
              <a:ext uri="{FF2B5EF4-FFF2-40B4-BE49-F238E27FC236}">
                <a16:creationId xmlns:a16="http://schemas.microsoft.com/office/drawing/2014/main" id="{7F105D5F-BE6D-0313-E8FF-F3B78E0A48F5}"/>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04E88ACA-6FE0-2A98-BFFA-8A19899BD8DF}"/>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16689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genda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5686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599993"/>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3" name="Bildplatzhalter 2">
            <a:extLst>
              <a:ext uri="{FF2B5EF4-FFF2-40B4-BE49-F238E27FC236}">
                <a16:creationId xmlns:a16="http://schemas.microsoft.com/office/drawing/2014/main" id="{DE01786B-F052-E286-4C89-7CAD3EEA3DAB}"/>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1C722A60-4FBA-C8E6-D104-5E8E94832F15}"/>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1039612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 up to 10">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46735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9DC9AA2E-15F9-0D88-4C10-13405D900DAD}"/>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DF040532-C423-6DC7-130B-B3E7B501BAA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85247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up to 10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05515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600"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AF56EA3F-1922-8872-9792-501999237C38}"/>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3EEBF7B5-035D-015D-8C41-E74975E5CFAC}"/>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94469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pic>
        <p:nvPicPr>
          <p:cNvPr id="3" name="Grafik 2">
            <a:extLst>
              <a:ext uri="{FF2B5EF4-FFF2-40B4-BE49-F238E27FC236}">
                <a16:creationId xmlns:a16="http://schemas.microsoft.com/office/drawing/2014/main" id="{6E015888-9A5F-8494-A23E-1A1099C77F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24163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800" smtClean="0">
                <a:solidFill>
                  <a:schemeClr val="accent1"/>
                </a:solidFill>
                <a:latin typeface="Arial" panose="020B0604020202020204" pitchFamily="34" charset="0"/>
                <a:cs typeface="Arial" panose="020B0604020202020204" pitchFamily="34" charset="0"/>
              </a:rPr>
              <a:t>‹Nr.›</a:t>
            </a:fld>
            <a:endParaRPr lang="de-DE" sz="1800" dirty="0">
              <a:solidFill>
                <a:schemeClr val="accent1"/>
              </a:solidFill>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908300"/>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5" name="Grafik 4">
            <a:extLst>
              <a:ext uri="{FF2B5EF4-FFF2-40B4-BE49-F238E27FC236}">
                <a16:creationId xmlns:a16="http://schemas.microsoft.com/office/drawing/2014/main" id="{01053EC7-9585-5077-D1F9-4E591C9F87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56897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Text Placeholder 2"/>
          <p:cNvSpPr>
            <a:spLocks noGrp="1"/>
          </p:cNvSpPr>
          <p:nvPr>
            <p:ph type="body" sz="quarter" idx="12"/>
          </p:nvPr>
        </p:nvSpPr>
        <p:spPr>
          <a:xfrm>
            <a:off x="251999" y="1455420"/>
            <a:ext cx="11729363" cy="479298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2000" y="6312233"/>
            <a:ext cx="351746" cy="304627"/>
          </a:xfrm>
          <a:prstGeom prst="rect">
            <a:avLst/>
          </a:prstGeom>
          <a:noFill/>
        </p:spPr>
        <p:txBody>
          <a:bodyPr wrap="none" lIns="0" tIns="0" rIns="0" bIns="0" rtlCol="0">
            <a:noAutofit/>
          </a:bodyPr>
          <a:lstStyle/>
          <a:p>
            <a:fld id="{2606D6E4-7A48-4190-B649-F3AD422062DD}" type="slidenum">
              <a:rPr lang="de-DE" sz="1600" smtClean="0">
                <a:solidFill>
                  <a:schemeClr val="accent1"/>
                </a:solidFill>
                <a:latin typeface="+mj-lt"/>
              </a:rPr>
              <a:t>‹Nr.›</a:t>
            </a:fld>
            <a:endParaRPr lang="de-DE" sz="400" dirty="0">
              <a:solidFill>
                <a:schemeClr val="accent1"/>
              </a:solidFill>
              <a:latin typeface="+mj-lt"/>
            </a:endParaRPr>
          </a:p>
        </p:txBody>
      </p:sp>
      <p:pic>
        <p:nvPicPr>
          <p:cNvPr id="5" name="Grafik 4">
            <a:extLst>
              <a:ext uri="{FF2B5EF4-FFF2-40B4-BE49-F238E27FC236}">
                <a16:creationId xmlns:a16="http://schemas.microsoft.com/office/drawing/2014/main" id="{A3A2326D-2D59-C192-CB73-E3BC627D47B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ACDB8551-B7E9-4647-CCEA-72AA502EBBA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52703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pic>
        <p:nvPicPr>
          <p:cNvPr id="11" name="Grafik 10">
            <a:extLst>
              <a:ext uri="{FF2B5EF4-FFF2-40B4-BE49-F238E27FC236}">
                <a16:creationId xmlns:a16="http://schemas.microsoft.com/office/drawing/2014/main" id="{F57CC41D-AAD0-75A1-C4DE-E00AAA2BDDE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628473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3705807"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pic>
        <p:nvPicPr>
          <p:cNvPr id="9" name="Grafik 8">
            <a:extLst>
              <a:ext uri="{FF2B5EF4-FFF2-40B4-BE49-F238E27FC236}">
                <a16:creationId xmlns:a16="http://schemas.microsoft.com/office/drawing/2014/main" id="{91E65AC4-F37D-4273-2617-0B1624F7EC0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78191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516478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6" name="Grafik 5">
            <a:extLst>
              <a:ext uri="{FF2B5EF4-FFF2-40B4-BE49-F238E27FC236}">
                <a16:creationId xmlns:a16="http://schemas.microsoft.com/office/drawing/2014/main" id="{B48653E5-466A-8D8D-4E91-191C4E9C704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5434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amp; Foto brei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371631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4" name="Bildplatzhalter 2">
            <a:extLst>
              <a:ext uri="{FF2B5EF4-FFF2-40B4-BE49-F238E27FC236}">
                <a16:creationId xmlns:a16="http://schemas.microsoft.com/office/drawing/2014/main" id="{3E851C3A-281E-653F-02B8-1D5C0CE37CC4}"/>
              </a:ext>
            </a:extLst>
          </p:cNvPr>
          <p:cNvSpPr>
            <a:spLocks noGrp="1"/>
          </p:cNvSpPr>
          <p:nvPr>
            <p:ph type="pic" sz="quarter" idx="12"/>
          </p:nvPr>
        </p:nvSpPr>
        <p:spPr>
          <a:xfrm>
            <a:off x="4270160" y="0"/>
            <a:ext cx="7921840" cy="6858000"/>
          </a:xfrm>
          <a:prstGeom prst="rect">
            <a:avLst/>
          </a:prstGeom>
        </p:spPr>
        <p:txBody>
          <a:bodyPr/>
          <a:lstStyle>
            <a:lvl1pPr marL="0" indent="0">
              <a:buNone/>
              <a:defRPr/>
            </a:lvl1pPr>
          </a:lstStyle>
          <a:p>
            <a:r>
              <a:rPr lang="de-DE"/>
              <a:t>Bild durch Klicken auf Symbol hinzufügen</a:t>
            </a:r>
            <a:endParaRPr lang="de-DE" dirty="0"/>
          </a:p>
        </p:txBody>
      </p:sp>
      <p:sp>
        <p:nvSpPr>
          <p:cNvPr id="6" name="Textplatzhalter 4">
            <a:extLst>
              <a:ext uri="{FF2B5EF4-FFF2-40B4-BE49-F238E27FC236}">
                <a16:creationId xmlns:a16="http://schemas.microsoft.com/office/drawing/2014/main" id="{5CC78C2A-3EFE-45C0-9AED-56F54CD8ABD8}"/>
              </a:ext>
            </a:extLst>
          </p:cNvPr>
          <p:cNvSpPr>
            <a:spLocks noGrp="1"/>
          </p:cNvSpPr>
          <p:nvPr>
            <p:ph type="body" sz="quarter" idx="14"/>
          </p:nvPr>
        </p:nvSpPr>
        <p:spPr>
          <a:xfrm>
            <a:off x="252000" y="1455937"/>
            <a:ext cx="3716319"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59640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ayout dunkel Headline &amp; Content schrä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A05E0CD-80E7-3597-5232-74A9A88BE148}"/>
              </a:ext>
            </a:extLst>
          </p:cNvPr>
          <p:cNvSpPr/>
          <p:nvPr userDrawn="1"/>
        </p:nvSpPr>
        <p:spPr>
          <a:xfrm>
            <a:off x="-1" y="0"/>
            <a:ext cx="12191999" cy="6857999"/>
          </a:xfrm>
          <a:prstGeom prst="rect">
            <a:avLst/>
          </a:prstGeom>
          <a:gradFill>
            <a:gsLst>
              <a:gs pos="23000">
                <a:srgbClr val="012656"/>
              </a:gs>
              <a:gs pos="80000">
                <a:srgbClr val="012656"/>
              </a:gs>
              <a:gs pos="50000">
                <a:srgbClr val="4472C4"/>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6369539" y="-15631"/>
            <a:ext cx="5822460" cy="6889261"/>
          </a:xfrm>
          <a:custGeom>
            <a:avLst/>
            <a:gdLst>
              <a:gd name="connsiteX0" fmla="*/ 0 w 4974491"/>
              <a:gd name="connsiteY0" fmla="*/ 0 h 6858000"/>
              <a:gd name="connsiteX1" fmla="*/ 4974491 w 4974491"/>
              <a:gd name="connsiteY1" fmla="*/ 0 h 6858000"/>
              <a:gd name="connsiteX2" fmla="*/ 4974491 w 4974491"/>
              <a:gd name="connsiteY2" fmla="*/ 6858000 h 6858000"/>
              <a:gd name="connsiteX3" fmla="*/ 0 w 4974491"/>
              <a:gd name="connsiteY3" fmla="*/ 6858000 h 6858000"/>
              <a:gd name="connsiteX4" fmla="*/ 0 w 4974491"/>
              <a:gd name="connsiteY4" fmla="*/ 0 h 6858000"/>
              <a:gd name="connsiteX0" fmla="*/ 1348154 w 4974491"/>
              <a:gd name="connsiteY0" fmla="*/ 0 h 6869723"/>
              <a:gd name="connsiteX1" fmla="*/ 4974491 w 4974491"/>
              <a:gd name="connsiteY1" fmla="*/ 11723 h 6869723"/>
              <a:gd name="connsiteX2" fmla="*/ 4974491 w 4974491"/>
              <a:gd name="connsiteY2" fmla="*/ 6869723 h 6869723"/>
              <a:gd name="connsiteX3" fmla="*/ 0 w 4974491"/>
              <a:gd name="connsiteY3" fmla="*/ 6869723 h 6869723"/>
              <a:gd name="connsiteX4" fmla="*/ 1348154 w 4974491"/>
              <a:gd name="connsiteY4" fmla="*/ 0 h 6869723"/>
              <a:gd name="connsiteX0" fmla="*/ 2176585 w 5802922"/>
              <a:gd name="connsiteY0" fmla="*/ 0 h 6881446"/>
              <a:gd name="connsiteX1" fmla="*/ 5802922 w 5802922"/>
              <a:gd name="connsiteY1" fmla="*/ 11723 h 6881446"/>
              <a:gd name="connsiteX2" fmla="*/ 5802922 w 5802922"/>
              <a:gd name="connsiteY2" fmla="*/ 6869723 h 6881446"/>
              <a:gd name="connsiteX3" fmla="*/ 0 w 5802922"/>
              <a:gd name="connsiteY3" fmla="*/ 6881446 h 6881446"/>
              <a:gd name="connsiteX4" fmla="*/ 2176585 w 5802922"/>
              <a:gd name="connsiteY4" fmla="*/ 0 h 6881446"/>
              <a:gd name="connsiteX0" fmla="*/ 2196123 w 5822460"/>
              <a:gd name="connsiteY0" fmla="*/ 0 h 6885354"/>
              <a:gd name="connsiteX1" fmla="*/ 5822460 w 5822460"/>
              <a:gd name="connsiteY1" fmla="*/ 11723 h 6885354"/>
              <a:gd name="connsiteX2" fmla="*/ 5822460 w 5822460"/>
              <a:gd name="connsiteY2" fmla="*/ 6869723 h 6885354"/>
              <a:gd name="connsiteX3" fmla="*/ 0 w 5822460"/>
              <a:gd name="connsiteY3" fmla="*/ 6885354 h 6885354"/>
              <a:gd name="connsiteX4" fmla="*/ 2196123 w 5822460"/>
              <a:gd name="connsiteY4" fmla="*/ 0 h 6885354"/>
              <a:gd name="connsiteX0" fmla="*/ 2590800 w 5822460"/>
              <a:gd name="connsiteY0" fmla="*/ 0 h 6889261"/>
              <a:gd name="connsiteX1" fmla="*/ 5822460 w 5822460"/>
              <a:gd name="connsiteY1" fmla="*/ 15630 h 6889261"/>
              <a:gd name="connsiteX2" fmla="*/ 5822460 w 5822460"/>
              <a:gd name="connsiteY2" fmla="*/ 6873630 h 6889261"/>
              <a:gd name="connsiteX3" fmla="*/ 0 w 5822460"/>
              <a:gd name="connsiteY3" fmla="*/ 6889261 h 6889261"/>
              <a:gd name="connsiteX4" fmla="*/ 2590800 w 5822460"/>
              <a:gd name="connsiteY4" fmla="*/ 0 h 6889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460" h="6889261">
                <a:moveTo>
                  <a:pt x="2590800" y="0"/>
                </a:moveTo>
                <a:lnTo>
                  <a:pt x="5822460" y="15630"/>
                </a:lnTo>
                <a:lnTo>
                  <a:pt x="5822460" y="6873630"/>
                </a:lnTo>
                <a:lnTo>
                  <a:pt x="0" y="6889261"/>
                </a:lnTo>
                <a:lnTo>
                  <a:pt x="2590800" y="0"/>
                </a:lnTo>
                <a:close/>
              </a:path>
            </a:pathLst>
          </a:cu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1606062"/>
            <a:ext cx="6205415" cy="4372707"/>
          </a:xfrm>
          <a:prstGeom prst="rect">
            <a:avLst/>
          </a:prstGeom>
        </p:spPr>
        <p:txBody>
          <a:bodyPr lIns="90000" rIns="90000" anchor="t">
            <a:normAutofit/>
          </a:bodyPr>
          <a:lstStyle>
            <a:lvl1pPr algn="l">
              <a:defRPr sz="8000" b="1" spc="0" baseline="0">
                <a:solidFill>
                  <a:schemeClr val="bg1"/>
                </a:solidFill>
                <a:latin typeface="+mj-lt"/>
              </a:defRPr>
            </a:lvl1pPr>
          </a:lstStyle>
          <a:p>
            <a:r>
              <a:rPr lang="de-DE" dirty="0"/>
              <a:t>Headline</a:t>
            </a:r>
            <a:endParaRPr lang="en-US" dirty="0"/>
          </a:p>
        </p:txBody>
      </p:sp>
      <p:sp>
        <p:nvSpPr>
          <p:cNvPr id="7" name="Rechteck 6">
            <a:extLst>
              <a:ext uri="{FF2B5EF4-FFF2-40B4-BE49-F238E27FC236}">
                <a16:creationId xmlns:a16="http://schemas.microsoft.com/office/drawing/2014/main" id="{6EBBD200-1A8B-B613-0372-64B506A69692}"/>
              </a:ext>
            </a:extLst>
          </p:cNvPr>
          <p:cNvSpPr/>
          <p:nvPr userDrawn="1"/>
        </p:nvSpPr>
        <p:spPr>
          <a:xfrm rot="6637795">
            <a:off x="3930266" y="3273476"/>
            <a:ext cx="7469663" cy="294214"/>
          </a:xfrm>
          <a:prstGeom prst="rect">
            <a:avLst/>
          </a:prstGeom>
          <a:solidFill>
            <a:srgbClr val="548EC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platzhalter 11">
            <a:extLst>
              <a:ext uri="{FF2B5EF4-FFF2-40B4-BE49-F238E27FC236}">
                <a16:creationId xmlns:a16="http://schemas.microsoft.com/office/drawing/2014/main" id="{2FBF3823-473F-87CF-A278-E2B06AFD4A3C}"/>
              </a:ext>
            </a:extLst>
          </p:cNvPr>
          <p:cNvSpPr>
            <a:spLocks noGrp="1"/>
          </p:cNvSpPr>
          <p:nvPr>
            <p:ph type="body" sz="quarter" idx="12" hasCustomPrompt="1"/>
          </p:nvPr>
        </p:nvSpPr>
        <p:spPr>
          <a:xfrm>
            <a:off x="527538" y="879231"/>
            <a:ext cx="7315200" cy="617078"/>
          </a:xfrm>
        </p:spPr>
        <p:txBody>
          <a:bodyPr/>
          <a:lstStyle>
            <a:lvl1pPr marL="0" indent="0">
              <a:buNone/>
              <a:defRPr b="1">
                <a:solidFill>
                  <a:schemeClr val="bg1"/>
                </a:solidFill>
              </a:defRPr>
            </a:lvl1pPr>
          </a:lstStyle>
          <a:p>
            <a:pPr lvl="0"/>
            <a:r>
              <a:rPr lang="de-DE" dirty="0"/>
              <a:t>Subheadline</a:t>
            </a:r>
          </a:p>
        </p:txBody>
      </p:sp>
      <p:pic>
        <p:nvPicPr>
          <p:cNvPr id="3" name="Grafik 2">
            <a:extLst>
              <a:ext uri="{FF2B5EF4-FFF2-40B4-BE49-F238E27FC236}">
                <a16:creationId xmlns:a16="http://schemas.microsoft.com/office/drawing/2014/main" id="{5D6E1C60-39BF-C3AB-7FB3-9AA99ECF2F9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pic>
        <p:nvPicPr>
          <p:cNvPr id="8" name="Grafik 7">
            <a:extLst>
              <a:ext uri="{FF2B5EF4-FFF2-40B4-BE49-F238E27FC236}">
                <a16:creationId xmlns:a16="http://schemas.microsoft.com/office/drawing/2014/main" id="{9FA28CF5-2D12-C169-DD71-3C69D4ED1438}"/>
              </a:ext>
            </a:extLst>
          </p:cNvPr>
          <p:cNvPicPr>
            <a:picLocks noChangeAspect="1"/>
          </p:cNvPicPr>
          <p:nvPr userDrawn="1"/>
        </p:nvPicPr>
        <p:blipFill>
          <a:blip>
            <a:alphaModFix amt="8000"/>
            <a:extLst>
              <a:ext uri="{96DAC541-7B7A-43D3-8B79-37D633B846F1}">
                <asvg:svgBlip xmlns:asvg="http://schemas.microsoft.com/office/drawing/2016/SVG/main" r:embed="rId6"/>
              </a:ext>
            </a:extLst>
          </a:blip>
          <a:stretch>
            <a:fillRect/>
          </a:stretch>
        </p:blipFill>
        <p:spPr>
          <a:xfrm>
            <a:off x="316903" y="226420"/>
            <a:ext cx="6405158" cy="6405158"/>
          </a:xfrm>
          <a:prstGeom prst="rect">
            <a:avLst/>
          </a:prstGeom>
        </p:spPr>
      </p:pic>
    </p:spTree>
    <p:extLst>
      <p:ext uri="{BB962C8B-B14F-4D97-AF65-F5344CB8AC3E}">
        <p14:creationId xmlns:p14="http://schemas.microsoft.com/office/powerpoint/2010/main" val="3271567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vent Speaker">
    <p:bg>
      <p:bgPr>
        <a:gradFill>
          <a:gsLst>
            <a:gs pos="23000">
              <a:srgbClr val="012656"/>
            </a:gs>
            <a:gs pos="80000">
              <a:srgbClr val="012656"/>
            </a:gs>
            <a:gs pos="50000">
              <a:srgbClr val="4472C4"/>
            </a:gs>
          </a:gsLst>
          <a:lin ang="13800000" scaled="0"/>
        </a:gra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B3423F-8607-97C9-F2DB-43288E3BE6FD}"/>
              </a:ext>
            </a:extLst>
          </p:cNvPr>
          <p:cNvPicPr>
            <a:picLocks noChangeAspect="1"/>
          </p:cNvPicPr>
          <p:nvPr userDrawn="1"/>
        </p:nvPicPr>
        <p:blipFill>
          <a:blip>
            <a:alphaModFix amt="8000"/>
            <a:extLst>
              <a:ext uri="{96DAC541-7B7A-43D3-8B79-37D633B846F1}">
                <asvg:svgBlip xmlns:asvg="http://schemas.microsoft.com/office/drawing/2016/SVG/main" r:embed="rId2"/>
              </a:ext>
            </a:extLst>
          </a:blip>
          <a:stretch>
            <a:fillRect/>
          </a:stretch>
        </p:blipFill>
        <p:spPr>
          <a:xfrm>
            <a:off x="3345180" y="678180"/>
            <a:ext cx="5501640" cy="5501640"/>
          </a:xfrm>
          <a:prstGeom prst="rect">
            <a:avLst/>
          </a:prstGeom>
        </p:spPr>
      </p:pic>
    </p:spTree>
    <p:extLst>
      <p:ext uri="{BB962C8B-B14F-4D97-AF65-F5344CB8AC3E}">
        <p14:creationId xmlns:p14="http://schemas.microsoft.com/office/powerpoint/2010/main" val="2381523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line + Bild">
    <p:spTree>
      <p:nvGrpSpPr>
        <p:cNvPr id="1" name=""/>
        <p:cNvGrpSpPr/>
        <p:nvPr/>
      </p:nvGrpSpPr>
      <p:grpSpPr>
        <a:xfrm>
          <a:off x="0" y="0"/>
          <a:ext cx="0" cy="0"/>
          <a:chOff x="0" y="0"/>
          <a:chExt cx="0" cy="0"/>
        </a:xfrm>
      </p:grpSpPr>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6858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sp>
        <p:nvSpPr>
          <p:cNvPr id="24" name="Textplatzhalter 4">
            <a:extLst>
              <a:ext uri="{FF2B5EF4-FFF2-40B4-BE49-F238E27FC236}">
                <a16:creationId xmlns:a16="http://schemas.microsoft.com/office/drawing/2014/main" id="{FE466495-C3BB-EF56-B174-4557CA5C2A7B}"/>
              </a:ext>
            </a:extLst>
          </p:cNvPr>
          <p:cNvSpPr>
            <a:spLocks noGrp="1"/>
          </p:cNvSpPr>
          <p:nvPr>
            <p:ph type="body" sz="quarter" idx="14"/>
          </p:nvPr>
        </p:nvSpPr>
        <p:spPr>
          <a:xfrm>
            <a:off x="252000" y="1455937"/>
            <a:ext cx="5577300"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5" name="Title 1">
            <a:extLst>
              <a:ext uri="{FF2B5EF4-FFF2-40B4-BE49-F238E27FC236}">
                <a16:creationId xmlns:a16="http://schemas.microsoft.com/office/drawing/2014/main" id="{B6D96523-888D-D241-2BD6-F9A21050FDDE}"/>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pic>
        <p:nvPicPr>
          <p:cNvPr id="2" name="Grafik 1">
            <a:extLst>
              <a:ext uri="{FF2B5EF4-FFF2-40B4-BE49-F238E27FC236}">
                <a16:creationId xmlns:a16="http://schemas.microsoft.com/office/drawing/2014/main" id="{1C40A896-FAD4-5BAD-DAC2-3AE48CD86DB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4023232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67152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80000"/>
              </a:lnSpc>
              <a:spcBef>
                <a:spcPct val="0"/>
              </a:spcBef>
              <a:spcAft>
                <a:spcPct val="0"/>
              </a:spcAft>
            </a:pPr>
            <a:endParaRPr lang="de-DE" sz="5000" b="1" i="0" baseline="0" dirty="0">
              <a:latin typeface="TitilliumText25L" panose="020B0604020202020204" charset="0"/>
              <a:ea typeface="+mj-ea"/>
              <a:cs typeface="+mj-cs"/>
              <a:sym typeface="TitilliumText25L" panose="020B0604020202020204" charset="0"/>
            </a:endParaRPr>
          </a:p>
        </p:txBody>
      </p:sp>
      <p:sp>
        <p:nvSpPr>
          <p:cNvPr id="10" name="Rectangle 9"/>
          <p:cNvSpPr/>
          <p:nvPr userDrawn="1"/>
        </p:nvSpPr>
        <p:spPr>
          <a:xfrm>
            <a:off x="8229600" y="4699000"/>
            <a:ext cx="381000" cy="16098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ctrTitle" hasCustomPrompt="1"/>
          </p:nvPr>
        </p:nvSpPr>
        <p:spPr>
          <a:xfrm>
            <a:off x="457200" y="4845837"/>
            <a:ext cx="11163300" cy="669592"/>
          </a:xfrm>
          <a:prstGeom prst="rect">
            <a:avLst/>
          </a:prstGeom>
        </p:spPr>
        <p:txBody>
          <a:bodyPr lIns="90000" rIns="90000" anchor="t">
            <a:noAutofit/>
          </a:bodyPr>
          <a:lstStyle>
            <a:lvl1pPr algn="l">
              <a:defRPr sz="5000" b="1" spc="0" baseline="0">
                <a:solidFill>
                  <a:schemeClr val="accent1"/>
                </a:solidFill>
                <a:latin typeface="+mj-lt"/>
              </a:defRPr>
            </a:lvl1pPr>
          </a:lstStyle>
          <a:p>
            <a:r>
              <a:rPr lang="de-DE" dirty="0"/>
              <a:t>Thank you!</a:t>
            </a:r>
            <a:endParaRPr lang="en-US" dirty="0"/>
          </a:p>
        </p:txBody>
      </p:sp>
      <p:sp>
        <p:nvSpPr>
          <p:cNvPr id="3" name="Subtitle 2"/>
          <p:cNvSpPr>
            <a:spLocks noGrp="1"/>
          </p:cNvSpPr>
          <p:nvPr>
            <p:ph type="subTitle" idx="1" hasCustomPrompt="1"/>
          </p:nvPr>
        </p:nvSpPr>
        <p:spPr>
          <a:xfrm>
            <a:off x="457200" y="5515429"/>
            <a:ext cx="11163300" cy="793448"/>
          </a:xfrm>
          <a:prstGeom prst="rect">
            <a:avLst/>
          </a:prstGeom>
        </p:spPr>
        <p:txBody>
          <a:bodyPr lIns="91440" rIns="91440" anchor="t">
            <a:noAutofit/>
          </a:bodyPr>
          <a:lstStyle>
            <a:lvl1pPr marL="0" indent="0" algn="l">
              <a:lnSpc>
                <a:spcPct val="100000"/>
              </a:lnSpc>
              <a:spcBef>
                <a:spcPts val="0"/>
              </a:spcBef>
              <a:buNone/>
              <a:defRPr sz="2200">
                <a:solidFill>
                  <a:schemeClr val="accent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Kontakt</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E77AA912-6D48-7FCE-AE9C-CB61D1FB1348}"/>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5213717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200" smtClean="0">
                <a:solidFill>
                  <a:schemeClr val="accent1"/>
                </a:solidFill>
                <a:latin typeface="+mj-lt"/>
              </a:rPr>
              <a:t>‹Nr.›</a:t>
            </a:fld>
            <a:r>
              <a:rPr lang="de-DE" sz="1200" dirty="0">
                <a:solidFill>
                  <a:schemeClr val="accent1"/>
                </a:solidFill>
                <a:latin typeface="+mj-lt"/>
              </a:rPr>
              <a:t> |</a:t>
            </a:r>
          </a:p>
        </p:txBody>
      </p:sp>
      <p:sp>
        <p:nvSpPr>
          <p:cNvPr id="3" name="Textplatzhalter 12">
            <a:extLst>
              <a:ext uri="{FF2B5EF4-FFF2-40B4-BE49-F238E27FC236}">
                <a16:creationId xmlns:a16="http://schemas.microsoft.com/office/drawing/2014/main" id="{E3961D08-A446-C485-B82F-2105F260B1D7}"/>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100">
                <a:solidFill>
                  <a:schemeClr val="accent1"/>
                </a:solidFill>
              </a:defRPr>
            </a:lvl1pPr>
          </a:lstStyle>
          <a:p>
            <a:pPr lvl="0"/>
            <a:r>
              <a:rPr lang="de-DE" dirty="0"/>
              <a:t>Quellennachweis</a:t>
            </a:r>
          </a:p>
        </p:txBody>
      </p:sp>
      <p:pic>
        <p:nvPicPr>
          <p:cNvPr id="5" name="Grafik 4">
            <a:extLst>
              <a:ext uri="{FF2B5EF4-FFF2-40B4-BE49-F238E27FC236}">
                <a16:creationId xmlns:a16="http://schemas.microsoft.com/office/drawing/2014/main" id="{A41C7A10-9A6B-8B44-DFB1-EAC1EFA45CA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575296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877819"/>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12">
            <a:extLst>
              <a:ext uri="{FF2B5EF4-FFF2-40B4-BE49-F238E27FC236}">
                <a16:creationId xmlns:a16="http://schemas.microsoft.com/office/drawing/2014/main" id="{C7D0EEA3-AC2D-0209-5E93-29844B2734D6}"/>
              </a:ext>
            </a:extLst>
          </p:cNvPr>
          <p:cNvSpPr>
            <a:spLocks noGrp="1"/>
          </p:cNvSpPr>
          <p:nvPr>
            <p:ph type="body" sz="quarter" idx="11" hasCustomPrompt="1"/>
          </p:nvPr>
        </p:nvSpPr>
        <p:spPr>
          <a:xfrm>
            <a:off x="603068" y="6540673"/>
            <a:ext cx="1040021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8" name="Grafik 7">
            <a:extLst>
              <a:ext uri="{FF2B5EF4-FFF2-40B4-BE49-F238E27FC236}">
                <a16:creationId xmlns:a16="http://schemas.microsoft.com/office/drawing/2014/main" id="{39ACFE7D-DA1A-FC3B-CFEC-519F97772CAE}"/>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7568192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Text Placeholder 2"/>
          <p:cNvSpPr>
            <a:spLocks noGrp="1"/>
          </p:cNvSpPr>
          <p:nvPr>
            <p:ph type="body" sz="quarter" idx="12"/>
          </p:nvPr>
        </p:nvSpPr>
        <p:spPr>
          <a:xfrm>
            <a:off x="252000"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6" name="Text Placeholder 2"/>
          <p:cNvSpPr>
            <a:spLocks noGrp="1"/>
          </p:cNvSpPr>
          <p:nvPr>
            <p:ph type="body" sz="quarter" idx="13"/>
          </p:nvPr>
        </p:nvSpPr>
        <p:spPr>
          <a:xfrm>
            <a:off x="6221362"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12">
            <a:extLst>
              <a:ext uri="{FF2B5EF4-FFF2-40B4-BE49-F238E27FC236}">
                <a16:creationId xmlns:a16="http://schemas.microsoft.com/office/drawing/2014/main" id="{1925990B-4AC2-1838-F2D8-DAF58D098E1D}"/>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E46AB0DF-E49B-E1B6-DD3C-8923EA30DDE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516944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327195"/>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327195"/>
          </a:xfrm>
          <a:prstGeom prst="rect">
            <a:avLst/>
          </a:prstGeom>
        </p:spPr>
        <p:txBody>
          <a:bodyPr/>
          <a:lstStyle>
            <a:lvl1pPr marL="0" indent="0">
              <a:buNone/>
              <a:defRPr/>
            </a:lvl1pPr>
          </a:lstStyle>
          <a:p>
            <a:r>
              <a:rPr lang="de-DE" dirty="0"/>
              <a:t>Bild durch Klicken auf Symbol hinzufügen</a:t>
            </a:r>
          </a:p>
        </p:txBody>
      </p:sp>
      <p:sp>
        <p:nvSpPr>
          <p:cNvPr id="7" name="Textplatzhalter 12">
            <a:extLst>
              <a:ext uri="{FF2B5EF4-FFF2-40B4-BE49-F238E27FC236}">
                <a16:creationId xmlns:a16="http://schemas.microsoft.com/office/drawing/2014/main" id="{BB9ACA6B-739A-55B1-62C3-79260FCBCC1C}"/>
              </a:ext>
            </a:extLst>
          </p:cNvPr>
          <p:cNvSpPr>
            <a:spLocks noGrp="1"/>
          </p:cNvSpPr>
          <p:nvPr>
            <p:ph type="body" sz="quarter" idx="11" hasCustomPrompt="1"/>
          </p:nvPr>
        </p:nvSpPr>
        <p:spPr>
          <a:xfrm>
            <a:off x="603068" y="6540673"/>
            <a:ext cx="103925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9" name="Grafik 8">
            <a:extLst>
              <a:ext uri="{FF2B5EF4-FFF2-40B4-BE49-F238E27FC236}">
                <a16:creationId xmlns:a16="http://schemas.microsoft.com/office/drawing/2014/main" id="{73C2D2FF-4846-FE23-D712-B3C575A9FA6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22291446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1825319"/>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1825319"/>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1" name="Textplatzhalter 12">
            <a:extLst>
              <a:ext uri="{FF2B5EF4-FFF2-40B4-BE49-F238E27FC236}">
                <a16:creationId xmlns:a16="http://schemas.microsoft.com/office/drawing/2014/main" id="{0C863F3A-CCCD-A0B3-0D4F-E0ECFEC6160C}"/>
              </a:ext>
            </a:extLst>
          </p:cNvPr>
          <p:cNvSpPr>
            <a:spLocks noGrp="1"/>
          </p:cNvSpPr>
          <p:nvPr>
            <p:ph type="body" sz="quarter" idx="11" hasCustomPrompt="1"/>
          </p:nvPr>
        </p:nvSpPr>
        <p:spPr>
          <a:xfrm>
            <a:off x="603068" y="6540673"/>
            <a:ext cx="103697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2" name="Grafik 11">
            <a:extLst>
              <a:ext uri="{FF2B5EF4-FFF2-40B4-BE49-F238E27FC236}">
                <a16:creationId xmlns:a16="http://schemas.microsoft.com/office/drawing/2014/main" id="{21894EA8-B2B9-81F8-108F-FA5D286E3B3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4403392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860350"/>
            <a:ext cx="3705807"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487215"/>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487215"/>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487215"/>
          </a:xfrm>
          <a:prstGeom prst="rect">
            <a:avLst/>
          </a:prstGeom>
        </p:spPr>
        <p:txBody>
          <a:bodyPr/>
          <a:lstStyle>
            <a:lvl1pPr marL="0" indent="0">
              <a:buNone/>
              <a:defRPr/>
            </a:lvl1pPr>
          </a:lstStyle>
          <a:p>
            <a:r>
              <a:rPr lang="de-DE"/>
              <a:t>Bild durch Klicken auf Symbol hinzufügen</a:t>
            </a:r>
            <a:endParaRPr lang="de-DE" dirty="0"/>
          </a:p>
        </p:txBody>
      </p:sp>
      <p:sp>
        <p:nvSpPr>
          <p:cNvPr id="9" name="Textplatzhalter 12">
            <a:extLst>
              <a:ext uri="{FF2B5EF4-FFF2-40B4-BE49-F238E27FC236}">
                <a16:creationId xmlns:a16="http://schemas.microsoft.com/office/drawing/2014/main" id="{5C9DDC2C-D858-6B6C-F92C-655A4F055A3D}"/>
              </a:ext>
            </a:extLst>
          </p:cNvPr>
          <p:cNvSpPr>
            <a:spLocks noGrp="1"/>
          </p:cNvSpPr>
          <p:nvPr>
            <p:ph type="body" sz="quarter" idx="11" hasCustomPrompt="1"/>
          </p:nvPr>
        </p:nvSpPr>
        <p:spPr>
          <a:xfrm>
            <a:off x="603068" y="6540673"/>
            <a:ext cx="103544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0" name="Grafik 9">
            <a:extLst>
              <a:ext uri="{FF2B5EF4-FFF2-40B4-BE49-F238E27FC236}">
                <a16:creationId xmlns:a16="http://schemas.microsoft.com/office/drawing/2014/main" id="{00D50ED0-013A-2B62-7348-5D49014791B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974723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4964401"/>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extplatzhalter 12">
            <a:extLst>
              <a:ext uri="{FF2B5EF4-FFF2-40B4-BE49-F238E27FC236}">
                <a16:creationId xmlns:a16="http://schemas.microsoft.com/office/drawing/2014/main" id="{9E4B1675-524F-F2C3-9AA1-2DC7AF19029E}"/>
              </a:ext>
            </a:extLst>
          </p:cNvPr>
          <p:cNvSpPr>
            <a:spLocks noGrp="1"/>
          </p:cNvSpPr>
          <p:nvPr>
            <p:ph type="body" sz="quarter" idx="11" hasCustomPrompt="1"/>
          </p:nvPr>
        </p:nvSpPr>
        <p:spPr>
          <a:xfrm>
            <a:off x="603068" y="6540673"/>
            <a:ext cx="6405476"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DF6E7464-A734-54BF-1B78-343073E71036}"/>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6364633"/>
            <a:ext cx="340594" cy="355039"/>
          </a:xfrm>
          <a:prstGeom prst="rect">
            <a:avLst/>
          </a:prstGeom>
        </p:spPr>
      </p:pic>
    </p:spTree>
    <p:extLst>
      <p:ext uri="{BB962C8B-B14F-4D97-AF65-F5344CB8AC3E}">
        <p14:creationId xmlns:p14="http://schemas.microsoft.com/office/powerpoint/2010/main" val="3253524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13" Type="http://schemas.openxmlformats.org/officeDocument/2006/relationships/image" Target="../media/image3.sv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image" Target="../media/image2.emf"/><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oleObject" Target="../embeddings/oleObject1.bin"/><Relationship Id="rId5" Type="http://schemas.openxmlformats.org/officeDocument/2006/relationships/slideLayout" Target="../slideLayouts/slideLayout23.xml"/><Relationship Id="rId10" Type="http://schemas.openxmlformats.org/officeDocument/2006/relationships/tags" Target="../tags/tag21.xml"/><Relationship Id="rId4" Type="http://schemas.openxmlformats.org/officeDocument/2006/relationships/slideLayout" Target="../slideLayouts/slideLayout22.xml"/><Relationship Id="rId9" Type="http://schemas.openxmlformats.org/officeDocument/2006/relationships/tags" Target="../tags/tag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0"/>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59" imgH="360" progId="TCLayout.ActiveDocument.1">
                  <p:embed/>
                </p:oleObj>
              </mc:Choice>
              <mc:Fallback>
                <p:oleObj name="think-cell Slide" r:id="rId22" imgW="359" imgH="360" progId="TCLayout.ActiveDocument.1">
                  <p:embed/>
                  <p:pic>
                    <p:nvPicPr>
                      <p:cNvPr id="3" name="Object 2" hidden="1"/>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517500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5" name="Grafik 4">
            <a:extLst>
              <a:ext uri="{FF2B5EF4-FFF2-40B4-BE49-F238E27FC236}">
                <a16:creationId xmlns:a16="http://schemas.microsoft.com/office/drawing/2014/main" id="{56C176EB-3427-276E-8002-ABD8AEE93783}"/>
              </a:ext>
            </a:extLst>
          </p:cNvPr>
          <p:cNvPicPr>
            <a:picLocks noChangeAspect="1"/>
          </p:cNvPicPr>
          <p:nvPr userDrawn="1"/>
        </p:nvPicPr>
        <p:blipFill>
          <a:blip>
            <a:extLst>
              <a:ext uri="{96DAC541-7B7A-43D3-8B79-37D633B846F1}">
                <asvg:svgBlip xmlns:asvg="http://schemas.microsoft.com/office/drawing/2016/SVG/main" r:embed="rId24"/>
              </a:ext>
            </a:extLst>
          </a:blip>
          <a:srcRect/>
          <a:stretch/>
        </p:blipFill>
        <p:spPr>
          <a:xfrm>
            <a:off x="11095268" y="151916"/>
            <a:ext cx="886095" cy="303548"/>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49" r:id="rId2"/>
    <p:sldLayoutId id="2147483670" r:id="rId3"/>
    <p:sldLayoutId id="2147483674" r:id="rId4"/>
    <p:sldLayoutId id="2147483678" r:id="rId5"/>
    <p:sldLayoutId id="2147483680" r:id="rId6"/>
    <p:sldLayoutId id="2147483673" r:id="rId7"/>
    <p:sldLayoutId id="2147483690" r:id="rId8"/>
    <p:sldLayoutId id="2147483650" r:id="rId9"/>
    <p:sldLayoutId id="2147483685" r:id="rId10"/>
    <p:sldLayoutId id="2147483689" r:id="rId11"/>
    <p:sldLayoutId id="2147483686" r:id="rId12"/>
    <p:sldLayoutId id="2147483669" r:id="rId13"/>
    <p:sldLayoutId id="2147483687" r:id="rId14"/>
    <p:sldLayoutId id="2147483694" r:id="rId15"/>
    <p:sldLayoutId id="2147483693" r:id="rId16"/>
    <p:sldLayoutId id="2147483688" r:id="rId17"/>
    <p:sldLayoutId id="2147483679" r:id="rId18"/>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9"/>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59" imgH="360" progId="TCLayout.ActiveDocument.1">
                  <p:embed/>
                </p:oleObj>
              </mc:Choice>
              <mc:Fallback>
                <p:oleObj name="think-cell Slide" r:id="rId11" imgW="359" imgH="360" progId="TCLayout.ActiveDocument.1">
                  <p:embed/>
                  <p:pic>
                    <p:nvPicPr>
                      <p:cNvPr id="3" name="Object 2" hidden="1"/>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486258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7" name="Grafik 6">
            <a:extLst>
              <a:ext uri="{FF2B5EF4-FFF2-40B4-BE49-F238E27FC236}">
                <a16:creationId xmlns:a16="http://schemas.microsoft.com/office/drawing/2014/main" id="{7A436AA1-9051-0502-74DB-F1BECB1D377C}"/>
              </a:ext>
            </a:extLst>
          </p:cNvPr>
          <p:cNvPicPr>
            <a:picLocks noChangeAspect="1"/>
          </p:cNvPicPr>
          <p:nvPr userDrawn="1"/>
        </p:nvPicPr>
        <p:blipFill>
          <a:blip>
            <a:extLst>
              <a:ext uri="{96DAC541-7B7A-43D3-8B79-37D633B846F1}">
                <asvg:svgBlip xmlns:asvg="http://schemas.microsoft.com/office/drawing/2016/SVG/main" r:embed="rId13"/>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7314203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6E54C1-13E7-7B2F-5010-43FFEFAE5CD4}"/>
              </a:ext>
            </a:extLst>
          </p:cNvPr>
          <p:cNvSpPr>
            <a:spLocks noGrp="1"/>
          </p:cNvSpPr>
          <p:nvPr>
            <p:ph type="title"/>
          </p:nvPr>
        </p:nvSpPr>
        <p:spPr/>
        <p:txBody>
          <a:bodyPr/>
          <a:lstStyle/>
          <a:p>
            <a:r>
              <a:rPr lang="de-DE" dirty="0"/>
              <a:t>Aufgabe 1: Bibliotheksausleihe</a:t>
            </a:r>
          </a:p>
        </p:txBody>
      </p:sp>
      <p:sp>
        <p:nvSpPr>
          <p:cNvPr id="3" name="Textplatzhalter 2">
            <a:extLst>
              <a:ext uri="{FF2B5EF4-FFF2-40B4-BE49-F238E27FC236}">
                <a16:creationId xmlns:a16="http://schemas.microsoft.com/office/drawing/2014/main" id="{5E0AB0E7-F1E9-C4B2-D1BD-0470B0050D64}"/>
              </a:ext>
            </a:extLst>
          </p:cNvPr>
          <p:cNvSpPr>
            <a:spLocks noGrp="1"/>
          </p:cNvSpPr>
          <p:nvPr>
            <p:ph type="body" sz="quarter" idx="12"/>
          </p:nvPr>
        </p:nvSpPr>
        <p:spPr>
          <a:xfrm>
            <a:off x="252000" y="1455420"/>
            <a:ext cx="4996276" cy="4792980"/>
          </a:xfrm>
        </p:spPr>
        <p:txBody>
          <a:bodyPr/>
          <a:lstStyle/>
          <a:p>
            <a:r>
              <a:rPr lang="de-DE" sz="2000" dirty="0"/>
              <a:t>Ein Student möchte ein Buch ausleihen. Er sucht das Buch im Katalog. Ist das Buch verfügbar, leiht der Bibliothekar das Buch aus. Ist es nicht verfügbar, wird der Student informiert. Der Prozess endet.</a:t>
            </a:r>
          </a:p>
        </p:txBody>
      </p:sp>
    </p:spTree>
    <p:extLst>
      <p:ext uri="{BB962C8B-B14F-4D97-AF65-F5344CB8AC3E}">
        <p14:creationId xmlns:p14="http://schemas.microsoft.com/office/powerpoint/2010/main" val="4056420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63A55C-9E0B-AA55-FCF6-6274573CA83C}"/>
              </a:ext>
            </a:extLst>
          </p:cNvPr>
          <p:cNvSpPr>
            <a:spLocks noGrp="1"/>
          </p:cNvSpPr>
          <p:nvPr>
            <p:ph type="title"/>
          </p:nvPr>
        </p:nvSpPr>
        <p:spPr/>
        <p:txBody>
          <a:bodyPr/>
          <a:lstStyle/>
          <a:p>
            <a:r>
              <a:rPr lang="de-DE" dirty="0"/>
              <a:t>Aufgabe 2 – Hotelreservierung</a:t>
            </a:r>
          </a:p>
        </p:txBody>
      </p:sp>
      <p:sp>
        <p:nvSpPr>
          <p:cNvPr id="3" name="Textplatzhalter 2">
            <a:extLst>
              <a:ext uri="{FF2B5EF4-FFF2-40B4-BE49-F238E27FC236}">
                <a16:creationId xmlns:a16="http://schemas.microsoft.com/office/drawing/2014/main" id="{4E0F2FFE-BE74-F60C-2258-8568AA60AE64}"/>
              </a:ext>
            </a:extLst>
          </p:cNvPr>
          <p:cNvSpPr>
            <a:spLocks noGrp="1"/>
          </p:cNvSpPr>
          <p:nvPr>
            <p:ph type="body" sz="quarter" idx="12"/>
          </p:nvPr>
        </p:nvSpPr>
        <p:spPr>
          <a:xfrm>
            <a:off x="252000" y="1455420"/>
            <a:ext cx="5379544" cy="4792980"/>
          </a:xfrm>
        </p:spPr>
        <p:txBody>
          <a:bodyPr/>
          <a:lstStyle/>
          <a:p>
            <a:pPr marL="0" indent="0">
              <a:buNone/>
            </a:pPr>
            <a:br>
              <a:rPr lang="de-DE" sz="2000" dirty="0"/>
            </a:br>
            <a:r>
              <a:rPr lang="de-DE" sz="2000" dirty="0"/>
              <a:t>Ein Gast möchte ein Hotelzimmer über das Internet buchen. Nach Eingang der Buchungsanfrage werden gleichzeitig die Verfügbarkeit des gewünschten Zimmers geprüft und die Zahlungsdaten validiert. Ist kein Zimmer verfügbar, erhält der Gast eine Absage. Sind Zimmer verfügbar und die Zahlungsdaten gültig, wird die Reservierung bestätigt.</a:t>
            </a:r>
          </a:p>
        </p:txBody>
      </p:sp>
    </p:spTree>
    <p:extLst>
      <p:ext uri="{BB962C8B-B14F-4D97-AF65-F5344CB8AC3E}">
        <p14:creationId xmlns:p14="http://schemas.microsoft.com/office/powerpoint/2010/main" val="2013137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47167-5F95-B278-68B5-5C122B38059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D94F61A-DC69-5FAD-0C91-3F490B905E7D}"/>
              </a:ext>
            </a:extLst>
          </p:cNvPr>
          <p:cNvSpPr>
            <a:spLocks noGrp="1"/>
          </p:cNvSpPr>
          <p:nvPr>
            <p:ph type="title"/>
          </p:nvPr>
        </p:nvSpPr>
        <p:spPr/>
        <p:txBody>
          <a:bodyPr/>
          <a:lstStyle/>
          <a:p>
            <a:r>
              <a:rPr lang="de-DE" dirty="0"/>
              <a:t>Aufgabe 3 – Studienbewerbung</a:t>
            </a:r>
          </a:p>
        </p:txBody>
      </p:sp>
      <p:sp>
        <p:nvSpPr>
          <p:cNvPr id="3" name="Textplatzhalter 2">
            <a:extLst>
              <a:ext uri="{FF2B5EF4-FFF2-40B4-BE49-F238E27FC236}">
                <a16:creationId xmlns:a16="http://schemas.microsoft.com/office/drawing/2014/main" id="{EA291E12-7526-7C42-48ED-4AB645E4EDD6}"/>
              </a:ext>
            </a:extLst>
          </p:cNvPr>
          <p:cNvSpPr>
            <a:spLocks noGrp="1"/>
          </p:cNvSpPr>
          <p:nvPr>
            <p:ph type="body" sz="quarter" idx="12"/>
          </p:nvPr>
        </p:nvSpPr>
        <p:spPr>
          <a:xfrm>
            <a:off x="252000" y="1455420"/>
            <a:ext cx="4879116" cy="4792980"/>
          </a:xfrm>
        </p:spPr>
        <p:txBody>
          <a:bodyPr/>
          <a:lstStyle/>
          <a:p>
            <a:pPr marL="0" indent="0">
              <a:buNone/>
            </a:pPr>
            <a:br>
              <a:rPr lang="de-DE" dirty="0"/>
            </a:br>
            <a:r>
              <a:rPr lang="de-DE" sz="2000" dirty="0"/>
              <a:t>Eine Bewerbung geht bei einer Hochschule ein. Parallel werden </a:t>
            </a:r>
          </a:p>
          <a:p>
            <a:r>
              <a:rPr lang="de-DE" sz="2000" dirty="0"/>
              <a:t>Hochschulzugangsberechtigung geprüft,</a:t>
            </a:r>
          </a:p>
          <a:p>
            <a:r>
              <a:rPr lang="de-DE" sz="2000" dirty="0"/>
              <a:t>Bewerbungsunterlagen kontrolliert, </a:t>
            </a:r>
          </a:p>
          <a:p>
            <a:r>
              <a:rPr lang="de-DE" sz="2000" dirty="0"/>
              <a:t>Bewerbungsgebühr überprüft. </a:t>
            </a:r>
          </a:p>
          <a:p>
            <a:pPr marL="0" indent="0">
              <a:buNone/>
            </a:pPr>
            <a:r>
              <a:rPr lang="de-DE" sz="2000" dirty="0"/>
              <a:t>Sind alle Voraussetzungen erfüllt, entscheidet der Zulassungsausschuss über die Aufnahme. Bei Zulassung erhält der Bewerber einen Studienplatz und kann sich einschreiben. Bei Ablehnung erhält er einen Ablehnungsbescheid.</a:t>
            </a:r>
          </a:p>
        </p:txBody>
      </p:sp>
    </p:spTree>
    <p:extLst>
      <p:ext uri="{BB962C8B-B14F-4D97-AF65-F5344CB8AC3E}">
        <p14:creationId xmlns:p14="http://schemas.microsoft.com/office/powerpoint/2010/main" val="4242376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4634A6-DA6D-6773-8967-D6914E027E4F}"/>
              </a:ext>
            </a:extLst>
          </p:cNvPr>
          <p:cNvSpPr>
            <a:spLocks noGrp="1"/>
          </p:cNvSpPr>
          <p:nvPr>
            <p:ph type="title"/>
          </p:nvPr>
        </p:nvSpPr>
        <p:spPr/>
        <p:txBody>
          <a:bodyPr/>
          <a:lstStyle/>
          <a:p>
            <a:r>
              <a:rPr lang="de-DE" dirty="0"/>
              <a:t>Aufgabe 4 - Arzttermin</a:t>
            </a:r>
          </a:p>
        </p:txBody>
      </p:sp>
      <p:sp>
        <p:nvSpPr>
          <p:cNvPr id="42" name="Textplatzhalter 2">
            <a:extLst>
              <a:ext uri="{FF2B5EF4-FFF2-40B4-BE49-F238E27FC236}">
                <a16:creationId xmlns:a16="http://schemas.microsoft.com/office/drawing/2014/main" id="{C0F7AE62-84E8-525C-AF5D-D29BA5BA1F65}"/>
              </a:ext>
            </a:extLst>
          </p:cNvPr>
          <p:cNvSpPr>
            <a:spLocks noGrp="1"/>
          </p:cNvSpPr>
          <p:nvPr>
            <p:ph type="body" sz="quarter" idx="12"/>
          </p:nvPr>
        </p:nvSpPr>
        <p:spPr>
          <a:xfrm>
            <a:off x="252000" y="1455420"/>
            <a:ext cx="4870810" cy="4792980"/>
          </a:xfrm>
        </p:spPr>
        <p:txBody>
          <a:bodyPr/>
          <a:lstStyle/>
          <a:p>
            <a:pPr marL="0" indent="0">
              <a:buNone/>
            </a:pPr>
            <a:br>
              <a:rPr lang="de-DE" dirty="0"/>
            </a:br>
            <a:r>
              <a:rPr lang="de-DE" dirty="0"/>
              <a:t>Patient benötigt Facharzt Termin. Patient kontaktiert den FA, ein regulärer </a:t>
            </a:r>
          </a:p>
          <a:p>
            <a:pPr marL="0" indent="0">
              <a:buNone/>
            </a:pPr>
            <a:r>
              <a:rPr lang="de-DE" dirty="0"/>
              <a:t>Termin ist vorhanden und wird gebucht </a:t>
            </a:r>
          </a:p>
          <a:p>
            <a:pPr marL="0" indent="0">
              <a:buNone/>
            </a:pPr>
            <a:r>
              <a:rPr lang="de-DE" dirty="0"/>
              <a:t>Wenn kein regulärer Termin vorhanden. Hinweis, dass der Patient ein Privatpatient ist. Privattermin ist vorhanden und wird gebucht.</a:t>
            </a:r>
          </a:p>
        </p:txBody>
      </p:sp>
    </p:spTree>
    <p:extLst>
      <p:ext uri="{BB962C8B-B14F-4D97-AF65-F5344CB8AC3E}">
        <p14:creationId xmlns:p14="http://schemas.microsoft.com/office/powerpoint/2010/main" val="4278196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D497A9-998F-7686-9FE3-A6F20A727CFB}"/>
              </a:ext>
            </a:extLst>
          </p:cNvPr>
          <p:cNvSpPr>
            <a:spLocks noGrp="1"/>
          </p:cNvSpPr>
          <p:nvPr>
            <p:ph type="title"/>
          </p:nvPr>
        </p:nvSpPr>
        <p:spPr/>
        <p:txBody>
          <a:bodyPr/>
          <a:lstStyle/>
          <a:p>
            <a:r>
              <a:rPr lang="de-DE" dirty="0"/>
              <a:t>Aufgabe 5 - Reklamation</a:t>
            </a:r>
          </a:p>
        </p:txBody>
      </p:sp>
      <p:sp>
        <p:nvSpPr>
          <p:cNvPr id="3" name="Textplatzhalter 2">
            <a:extLst>
              <a:ext uri="{FF2B5EF4-FFF2-40B4-BE49-F238E27FC236}">
                <a16:creationId xmlns:a16="http://schemas.microsoft.com/office/drawing/2014/main" id="{ABAE6EDF-88FB-A9E8-0EB8-B93E46721CD0}"/>
              </a:ext>
            </a:extLst>
          </p:cNvPr>
          <p:cNvSpPr>
            <a:spLocks noGrp="1"/>
          </p:cNvSpPr>
          <p:nvPr>
            <p:ph type="body" sz="quarter" idx="12"/>
          </p:nvPr>
        </p:nvSpPr>
        <p:spPr/>
        <p:txBody>
          <a:bodyPr/>
          <a:lstStyle/>
          <a:p>
            <a:r>
              <a:rPr lang="de-DE" sz="1800" dirty="0"/>
              <a:t>Ein Kunde reicht eine Reklamation für ein gekauftes Produkt ein. Nach Eingang der Reklamation wird diese im System erfasst. Anschließend prüft ein Servicemitarbeiter, ob der Kaufbeleg vorliegt. Liegt kein Kaufbeleg vor, wird der Kunde informiert, dass die Reklamation nicht bearbeitet werden kann. Der Prozess endet. Liegt ein Kaufbeleg vor, wird das Produkt geprüft. Nach der Produktprüfung wird entschieden: Ist der Mangel berechtigt, wird die Reklamation anerkannt. Ist der Mangel unberechtigt, wird die Reklamation abgelehnt. Der Kunde wird informiert und der Prozess endet. Nach der Anerkennung der Reklamation werden gleichzeitig: eine Gutschrift vorbereitet, ein Ersatzprodukt aus dem Lager angefordert. Sobald beide Schritte abgeschlossen sind, wird geprüft, ob das Ersatzprodukt verfügbar ist. Ist das Ersatzprodukt verfügbar, wird es an den Kunden versendet. Ist kein Ersatzprodukt verfügbar, wird die Gutschrift ausgezahlt. Nachdem entweder das Ersatzprodukt versendet oder die Gutschrift ausgezahlt wurde, erhält der Kunde eine Abschlussmitteilung.</a:t>
            </a:r>
          </a:p>
        </p:txBody>
      </p:sp>
    </p:spTree>
    <p:extLst>
      <p:ext uri="{BB962C8B-B14F-4D97-AF65-F5344CB8AC3E}">
        <p14:creationId xmlns:p14="http://schemas.microsoft.com/office/powerpoint/2010/main" val="26487520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vJr_Tu69ToKPPD9J0huL5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7F284FB0-A6D7-41EF-A3D0-E53309018530}"/>
    </a:ext>
  </a:extLst>
</a:theme>
</file>

<file path=ppt/theme/theme2.xml><?xml version="1.0" encoding="utf-8"?>
<a:theme xmlns:a="http://schemas.openxmlformats.org/drawingml/2006/main" name="Integral Lehre (mit Quellenachweis)">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92C0EEF3-0EC4-48CF-8E4E-134DA39DFD5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54D4A0A58BB96343933857DE26A0C561" ma:contentTypeVersion="3" ma:contentTypeDescription="Ein neues Dokument erstellen." ma:contentTypeScope="" ma:versionID="1b8593134bf9cdc0eb77565b2cf96b29">
  <xsd:schema xmlns:xsd="http://www.w3.org/2001/XMLSchema" xmlns:xs="http://www.w3.org/2001/XMLSchema" xmlns:p="http://schemas.microsoft.com/office/2006/metadata/properties" xmlns:ns2="16183c5d-4bb5-4dd9-861a-fea4b0b788ce" targetNamespace="http://schemas.microsoft.com/office/2006/metadata/properties" ma:root="true" ma:fieldsID="dc889b0469077f19db5a2669d78630b4" ns2:_="">
    <xsd:import namespace="16183c5d-4bb5-4dd9-861a-fea4b0b788c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183c5d-4bb5-4dd9-861a-fea4b0b788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F3E3A0-E1B9-4FB0-88A7-301B1C756D4C}"/>
</file>

<file path=customXml/itemProps2.xml><?xml version="1.0" encoding="utf-8"?>
<ds:datastoreItem xmlns:ds="http://schemas.openxmlformats.org/officeDocument/2006/customXml" ds:itemID="{37AC0D6E-39C2-4D65-9684-651AA42911CB}">
  <ds:schemaRefs>
    <ds:schemaRef ds:uri="http://schemas.microsoft.com/sharepoint/v3/contenttype/forms"/>
  </ds:schemaRefs>
</ds:datastoreItem>
</file>

<file path=customXml/itemProps3.xml><?xml version="1.0" encoding="utf-8"?>
<ds:datastoreItem xmlns:ds="http://schemas.openxmlformats.org/officeDocument/2006/customXml" ds:itemID="{5B4EE790-06CB-47E0-AC92-F4CECFDEE4F7}">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infopath/2007/PartnerControls"/>
    <ds:schemaRef ds:uri="46b1d6da-b66f-4d0a-857b-f03e41d5a80d"/>
    <ds:schemaRef ds:uri="6f9b0b37-1df7-4f3a-9e96-73e075d24493"/>
    <ds:schemaRef ds:uri="http://schemas.microsoft.com/office/2006/metadata/properties"/>
    <ds:schemaRef ds:uri="http://www.w3.org/XML/1998/namespace"/>
    <ds:schemaRef ds:uri="43d6076c-ee84-46c7-82a9-82fe684b47c4"/>
    <ds:schemaRef ds:uri="0d8f828d-5cf2-4278-b77f-3444bd0ec885"/>
  </ds:schemaRefs>
</ds:datastoreItem>
</file>

<file path=docProps/app.xml><?xml version="1.0" encoding="utf-8"?>
<Properties xmlns="http://schemas.openxmlformats.org/officeDocument/2006/extended-properties" xmlns:vt="http://schemas.openxmlformats.org/officeDocument/2006/docPropsVTypes">
  <Template>HSBA Folienmastervorlage (5)</Template>
  <TotalTime>0</TotalTime>
  <Words>375</Words>
  <Application>Microsoft Office PowerPoint</Application>
  <PresentationFormat>Breitbild</PresentationFormat>
  <Paragraphs>16</Paragraphs>
  <Slides>5</Slides>
  <Notes>0</Notes>
  <HiddenSlides>0</HiddenSlides>
  <MMClips>0</MMClips>
  <ScaleCrop>false</ScaleCrop>
  <HeadingPairs>
    <vt:vector size="8" baseType="variant">
      <vt:variant>
        <vt:lpstr>Verwendete Schriftarten</vt:lpstr>
      </vt:variant>
      <vt:variant>
        <vt:i4>5</vt:i4>
      </vt:variant>
      <vt:variant>
        <vt:lpstr>Design</vt:lpstr>
      </vt:variant>
      <vt:variant>
        <vt:i4>2</vt:i4>
      </vt:variant>
      <vt:variant>
        <vt:lpstr>Eingebettete OLE-Server</vt:lpstr>
      </vt:variant>
      <vt:variant>
        <vt:i4>1</vt:i4>
      </vt:variant>
      <vt:variant>
        <vt:lpstr>Folientitel</vt:lpstr>
      </vt:variant>
      <vt:variant>
        <vt:i4>5</vt:i4>
      </vt:variant>
    </vt:vector>
  </HeadingPairs>
  <TitlesOfParts>
    <vt:vector size="13" baseType="lpstr">
      <vt:lpstr>Wingdings 3</vt:lpstr>
      <vt:lpstr>Titillium Web</vt:lpstr>
      <vt:lpstr>TitilliumText25L</vt:lpstr>
      <vt:lpstr>Arial</vt:lpstr>
      <vt:lpstr>Wingdings</vt:lpstr>
      <vt:lpstr>Integral</vt:lpstr>
      <vt:lpstr>Integral Lehre (mit Quellenachweis)</vt:lpstr>
      <vt:lpstr>think-cell Slide</vt:lpstr>
      <vt:lpstr>Aufgabe 1: Bibliotheksausleihe</vt:lpstr>
      <vt:lpstr>Aufgabe 2 – Hotelreservierung</vt:lpstr>
      <vt:lpstr>Aufgabe 3 – Studienbewerbung</vt:lpstr>
      <vt:lpstr>Aufgabe 4 - Arzttermin</vt:lpstr>
      <vt:lpstr>Aufgabe 5 - Reklamation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Kamyar Sarshar</dc:creator>
  <cp:lastModifiedBy>Kamyar Sarshar</cp:lastModifiedBy>
  <cp:revision>49</cp:revision>
  <cp:lastPrinted>2018-12-21T13:35:12Z</cp:lastPrinted>
  <dcterms:created xsi:type="dcterms:W3CDTF">2026-07-16T07:13:15Z</dcterms:created>
  <dcterms:modified xsi:type="dcterms:W3CDTF">2026-07-26T19:08:13Z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0x01010054D4A0A58BB96343933857DE26A0C561</vt:lpwstr>
  </property>
  <property fmtid="{D5CDD505-2E9C-101B-9397-08002B2CF9AE}" pid="3" name="Order">
    <vt:r8>133019900</vt:r8>
  </property>
  <property fmtid="{D5CDD505-2E9C-101B-9397-08002B2CF9AE}" pid="4" name="_dlc_DocIdItemGuid">
    <vt:lpwstr>d8fa4255-351a-40f9-a9c3-60096afe2e9d</vt:lpwstr>
  </property>
  <property fmtid="{D5CDD505-2E9C-101B-9397-08002B2CF9AE}" pid="5" name="MediaServiceImageTags">
    <vt:lpwstr/>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Der Folienmaster definiert wichtige Gestaltungselemente wie das Layout, Farben, Schriftarten, Logos und Platzhalter für Texte und Bilder. Dadurch wird vermieden, dass einzelne Folien unterschiedlich aussehen, und es spart gleichzeitig Zeit, da die Formatierung automatisch angewendet wird.</vt:lpwstr>
  </property>
  <property fmtid="{D5CDD505-2E9C-101B-9397-08002B2CF9AE}" pid="13" name="TriggerFlowInfo">
    <vt:lpwstr/>
  </property>
</Properties>
</file>